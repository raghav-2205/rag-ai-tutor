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7" r:id="rId2"/>
    <p:sldId id="281" r:id="rId3"/>
    <p:sldId id="28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90A0F-757D-45AF-A6A0-096C4E8F9F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F48677-1957-4815-B560-7965D3C57B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231EA-289F-44A6-93E2-B9DF17B76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F6E64-DC73-45F6-A822-CCEFA933F092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B5993-5302-4DB0-B85B-C562904F1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C4D1D-F0DC-47B3-A8C8-AE6088710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1E042-3E2F-4646-988D-E9279CA87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00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6807B-E9B0-4FC1-A0FF-CFBA22651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B59C8-A82C-4DB7-BEDE-B6160BDB9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93231-CD4F-4511-96C7-FDA5687D3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F6E64-DC73-45F6-A822-CCEFA933F092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F18BE-9F58-4680-B6A8-679286EC0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084B0-9DC8-4BA1-A5F9-12D7B69C4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1E042-3E2F-4646-988D-E9279CA87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172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FCE43-C096-4BAC-9CA5-3C908A74F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E415A-3672-41EE-B40E-31EEB75E4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4EF81-B082-4216-BE8C-FCAA83010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F6E64-DC73-45F6-A822-CCEFA933F092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5EC5B-6A0D-4F5A-B6B8-C3209ADD6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C11DB-A647-4D49-BFF9-8BE94FF57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1E042-3E2F-4646-988D-E9279CA87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79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407D1-95B2-439E-9C66-F1EEBD723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1E6CB-2EC0-4DF1-A0AF-88869F90CD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B49A2-56CE-4CA3-AD90-DCE8FA0B3A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C2787C-0F6D-405F-88C8-489917C56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F6E64-DC73-45F6-A822-CCEFA933F092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BB3EC1-7755-426A-99CE-A9FEC9492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777D7-A0B0-40C0-A5E1-721F31810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1E042-3E2F-4646-988D-E9279CA87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342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31BBB-23CD-46C0-90F5-D64E6C918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ECAF7-6273-41DF-B609-589544F92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EDDB83-7D49-42F6-86C7-238831181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EDB163-F7C6-4D99-8861-E97A9A4E52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846F2E-CF7A-4841-810C-DE5EE4AF15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07D666-E26E-41D7-BE27-D49D9CF6D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F6E64-DC73-45F6-A822-CCEFA933F092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195E1E-E36A-4529-87E8-71ACB7F2D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2E8D78-8BED-4DDB-93FA-5E0536D31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1E042-3E2F-4646-988D-E9279CA87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88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400D8-3871-468B-B530-5CED9CF5A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BF4EF5-4E54-476B-8BAB-90A448969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F6E64-DC73-45F6-A822-CCEFA933F092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D09E51-A55B-441F-9EEB-FE8A6EF7C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51D7C6-BF8C-4D04-9E1A-168FC6F8E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1E042-3E2F-4646-988D-E9279CA87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0005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4F4B90-A7ED-491A-AAB7-C7ECB820E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F6E64-DC73-45F6-A822-CCEFA933F092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C6558E-F5DD-44BF-9D64-920C8F512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A7964-A16D-4356-B450-ABEB4E9A1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1E042-3E2F-4646-988D-E9279CA87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139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90999-786C-4C56-B003-032882A3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8BD39-0E5B-4357-A1FD-C09F3B760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B27B1E-36D9-4ECC-9C21-11FE155355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12481-D784-45EC-92A8-26DE2AA4B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F6E64-DC73-45F6-A822-CCEFA933F092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D3487A-676E-4B44-A171-ADB7525B0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3104D5-0981-48C8-81A5-899DDCF74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1E042-3E2F-4646-988D-E9279CA87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53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0B5A3-D25E-4F5C-AEAD-BF01F5472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7009C7-6D3F-4C9D-A3EF-4FAD2151A6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016C94-0D0B-42E5-9FEC-6606B8895F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283927-55E5-42FA-B6CA-4FF56DB4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F6E64-DC73-45F6-A822-CCEFA933F092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1F601-CDFF-4A25-8741-8B17BC4AA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6AB57-3C57-40BB-BB76-D81567734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1E042-3E2F-4646-988D-E9279CA87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532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64DEC-0B20-41E9-A9C8-750038FA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1C8717-6883-483B-99A0-B48568547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1C5AE-2651-4B0A-8B0C-D7CC0C833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F6E64-DC73-45F6-A822-CCEFA933F092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4F4FE-BB86-44B6-ACCD-442D12F24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25566-B0D6-4BC4-A19B-97150A4DF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1E042-3E2F-4646-988D-E9279CA87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70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FDAC38-DFB8-4F27-9DE4-24778135DA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ED4E17-0024-4592-81AF-71C883333F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EDB9D-9831-4DCC-B796-DD62324E7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F6E64-DC73-45F6-A822-CCEFA933F092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C607F-D857-463E-A6C6-CE5D2DABD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38E8D-67BE-46C7-A574-CC489A23F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1E042-3E2F-4646-988D-E9279CA87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102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3E84D0-523F-4611-8856-E4BFE74DB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DD08E-4CDA-4FB3-BA28-4C172E90A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1BF63-6E01-409A-A9FB-1DA0D45285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F6E64-DC73-45F6-A822-CCEFA933F092}" type="datetimeFigureOut">
              <a:rPr lang="en-IN" smtClean="0"/>
              <a:t>08-11-2021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EF1C0-0174-4E06-A85D-0777C0BA3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C6094-E3D0-4BC1-8481-7CED39C3DB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61E042-3E2F-4646-988D-E9279CA87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104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AF8B7D-5D35-441A-8DF4-602490B1EE3C}"/>
              </a:ext>
            </a:extLst>
          </p:cNvPr>
          <p:cNvSpPr txBox="1"/>
          <p:nvPr/>
        </p:nvSpPr>
        <p:spPr>
          <a:xfrm>
            <a:off x="0" y="106017"/>
            <a:ext cx="1175467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What is code migration?</a:t>
            </a:r>
          </a:p>
          <a:p>
            <a:pPr algn="l"/>
            <a:endParaRPr lang="en-US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Code migration is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when programs are moved from one machine to another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, often moving parts of its execution environment along with it. The intent is for the transferred program to continue execution on the target machine.</a:t>
            </a:r>
          </a:p>
          <a:p>
            <a:pPr algn="l"/>
            <a:endParaRPr lang="en-US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pPr algn="l"/>
            <a:endParaRPr lang="en-US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How do I migrate to GitHub?</a:t>
            </a:r>
          </a:p>
          <a:p>
            <a:pPr algn="l"/>
            <a:endParaRPr lang="en-US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Audience</a:t>
            </a:r>
            <a:endParaRPr lang="en-US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Plan the migration. Explore your options for making the move to GitHub.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Prepare the project. Get your project ready to be moved to GitHub.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Public or private repository? Understand the difference between a public and private repository.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Complete the Import. Publish your project on GitHub.</a:t>
            </a:r>
          </a:p>
          <a:p>
            <a:pPr algn="l"/>
            <a:endParaRPr lang="en-US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523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FA15A6-1F49-4DB3-8FD1-92CF111ABF60}"/>
              </a:ext>
            </a:extLst>
          </p:cNvPr>
          <p:cNvSpPr txBox="1"/>
          <p:nvPr/>
        </p:nvSpPr>
        <p:spPr>
          <a:xfrm>
            <a:off x="212035" y="198784"/>
            <a:ext cx="11714922" cy="572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FF0000"/>
                </a:solidFill>
                <a:effectLst/>
                <a:latin typeface="raleway" pitchFamily="2" charset="0"/>
              </a:rPr>
              <a:t>Key Considerations During Pre-Migration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aleway" pitchFamily="2" charset="0"/>
              </a:rPr>
              <a:t>License cost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aleway" pitchFamily="2" charset="0"/>
              </a:rPr>
              <a:t>Administration cost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aleway" pitchFamily="2" charset="0"/>
              </a:rPr>
              <a:t>Developer productivity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aleway" pitchFamily="2" charset="0"/>
              </a:rPr>
              <a:t>Security of data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aleway" pitchFamily="2" charset="0"/>
              </a:rPr>
              <a:t>Training of team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aleway" pitchFamily="2" charset="0"/>
              </a:rPr>
              <a:t>Total cost of ownership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aleway" pitchFamily="2" charset="0"/>
              </a:rPr>
              <a:t>Knowledge on all connected tools with application lifecycle management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aleway" pitchFamily="2" charset="0"/>
              </a:rPr>
              <a:t>Agile adoption policies and CI practices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aleway" pitchFamily="2" charset="0"/>
              </a:rPr>
              <a:t>Team structure – distributed or co-located?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aleway" pitchFamily="2" charset="0"/>
              </a:rPr>
              <a:t>File types – Do you have large binary files?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aleway" pitchFamily="2" charset="0"/>
              </a:rPr>
              <a:t>Need file locks?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aleway" pitchFamily="2" charset="0"/>
              </a:rPr>
              <a:t>Users have the appropriate permissions to fetch and push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aleway" pitchFamily="2" charset="0"/>
              </a:rPr>
              <a:t>Builds are successful, and all your tests are passing</a:t>
            </a:r>
          </a:p>
        </p:txBody>
      </p:sp>
    </p:spTree>
    <p:extLst>
      <p:ext uri="{BB962C8B-B14F-4D97-AF65-F5344CB8AC3E}">
        <p14:creationId xmlns:p14="http://schemas.microsoft.com/office/powerpoint/2010/main" val="3768803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0BC2D2-FFAB-4087-B7B8-67BAC851C668}"/>
              </a:ext>
            </a:extLst>
          </p:cNvPr>
          <p:cNvSpPr txBox="1"/>
          <p:nvPr/>
        </p:nvSpPr>
        <p:spPr>
          <a:xfrm>
            <a:off x="159025" y="159026"/>
            <a:ext cx="11940209" cy="7522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FF0000"/>
                </a:solidFill>
                <a:effectLst/>
                <a:latin typeface="raleway" pitchFamily="2" charset="0"/>
              </a:rPr>
              <a:t>Key Considerations or Challenges During Migration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aleway" pitchFamily="2" charset="0"/>
              </a:rPr>
              <a:t>Test environment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aleway" pitchFamily="2" charset="0"/>
              </a:rPr>
              <a:t>Capacity planning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aleway" pitchFamily="2" charset="0"/>
              </a:rPr>
              <a:t>Compute capacity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aleway" pitchFamily="2" charset="0"/>
              </a:rPr>
              <a:t>Benchmark the current version control system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aleway" pitchFamily="2" charset="0"/>
              </a:rPr>
              <a:t>Network connectivity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aleway" pitchFamily="2" charset="0"/>
              </a:rPr>
              <a:t>Access between source and target servers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aleway" pitchFamily="2" charset="0"/>
              </a:rPr>
              <a:t>Load testing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aleway" pitchFamily="2" charset="0"/>
              </a:rPr>
              <a:t>Access control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aleway" pitchFamily="2" charset="0"/>
              </a:rPr>
              <a:t>Aim to migrate over a weekend when nobody needs to check-in</a:t>
            </a:r>
          </a:p>
          <a:p>
            <a:pPr algn="l"/>
            <a:r>
              <a:rPr lang="en-US" b="1" i="0" dirty="0">
                <a:solidFill>
                  <a:srgbClr val="FF0000"/>
                </a:solidFill>
                <a:effectLst/>
                <a:latin typeface="raleway" pitchFamily="2" charset="0"/>
              </a:rPr>
              <a:t>Key Considerations During Post-Migration</a:t>
            </a:r>
            <a:br>
              <a:rPr lang="en-US" b="1" i="0" dirty="0">
                <a:solidFill>
                  <a:srgbClr val="000000"/>
                </a:solidFill>
                <a:effectLst/>
                <a:latin typeface="raleway" pitchFamily="2" charset="0"/>
              </a:rPr>
            </a:br>
            <a:endParaRPr lang="en-US" b="1" i="0" dirty="0">
              <a:solidFill>
                <a:srgbClr val="000000"/>
              </a:solidFill>
              <a:effectLst/>
              <a:latin typeface="raleway" pitchFamily="2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aleway" pitchFamily="2" charset="0"/>
              </a:rPr>
              <a:t>Data integrity verification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aleway" pitchFamily="2" charset="0"/>
              </a:rPr>
              <a:t>Data size check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aleway" pitchFamily="2" charset="0"/>
              </a:rPr>
              <a:t>Automated acceptance testing and reporting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aleway" pitchFamily="2" charset="0"/>
              </a:rPr>
              <a:t>Dependencies are intact and build doesn’t break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aleway" pitchFamily="2" charset="0"/>
              </a:rPr>
              <a:t>Link between files and folders is not broken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aleway" pitchFamily="2" charset="0"/>
              </a:rPr>
              <a:t>Load testing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raleway" pitchFamily="2" charset="0"/>
              </a:rPr>
              <a:t>Backup and sync jobs</a:t>
            </a:r>
          </a:p>
        </p:txBody>
      </p:sp>
    </p:spTree>
    <p:extLst>
      <p:ext uri="{BB962C8B-B14F-4D97-AF65-F5344CB8AC3E}">
        <p14:creationId xmlns:p14="http://schemas.microsoft.com/office/powerpoint/2010/main" val="2735846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258</Words>
  <Application>Microsoft Office PowerPoint</Application>
  <PresentationFormat>Widescreen</PresentationFormat>
  <Paragraphs>44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</vt:lpstr>
      <vt:lpstr>Calibri</vt:lpstr>
      <vt:lpstr>Calibri Light</vt:lpstr>
      <vt:lpstr>raleway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 CHARAN THOTA</dc:creator>
  <cp:lastModifiedBy>SAI CHARAN THOTA</cp:lastModifiedBy>
  <cp:revision>2</cp:revision>
  <dcterms:created xsi:type="dcterms:W3CDTF">2021-10-04T10:35:05Z</dcterms:created>
  <dcterms:modified xsi:type="dcterms:W3CDTF">2021-11-08T04:58:03Z</dcterms:modified>
</cp:coreProperties>
</file>