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B469-FA04-4477-A51B-0ACDFEF6FC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13DBD98-04E0-4468-9A43-CB9BBBE50D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EB4CDB6-518E-4140-92F2-D302B1DE764A}"/>
              </a:ext>
            </a:extLst>
          </p:cNvPr>
          <p:cNvSpPr>
            <a:spLocks noGrp="1"/>
          </p:cNvSpPr>
          <p:nvPr>
            <p:ph type="dt" sz="half" idx="10"/>
          </p:nvPr>
        </p:nvSpPr>
        <p:spPr/>
        <p:txBody>
          <a:bodyPr/>
          <a:lstStyle/>
          <a:p>
            <a:fld id="{AD76DD21-85FE-4CD2-B71C-D685E77FC0D8}" type="datetimeFigureOut">
              <a:rPr lang="en-IN" smtClean="0"/>
              <a:t>04-10-2021</a:t>
            </a:fld>
            <a:endParaRPr lang="en-IN"/>
          </a:p>
        </p:txBody>
      </p:sp>
      <p:sp>
        <p:nvSpPr>
          <p:cNvPr id="5" name="Footer Placeholder 4">
            <a:extLst>
              <a:ext uri="{FF2B5EF4-FFF2-40B4-BE49-F238E27FC236}">
                <a16:creationId xmlns:a16="http://schemas.microsoft.com/office/drawing/2014/main" id="{795EB164-54AE-4B3F-A393-AD1142061D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8E64C4-8FC0-4656-B2C7-A81CB49862BA}"/>
              </a:ext>
            </a:extLst>
          </p:cNvPr>
          <p:cNvSpPr>
            <a:spLocks noGrp="1"/>
          </p:cNvSpPr>
          <p:nvPr>
            <p:ph type="sldNum" sz="quarter" idx="12"/>
          </p:nvPr>
        </p:nvSpPr>
        <p:spPr/>
        <p:txBody>
          <a:bodyPr/>
          <a:lstStyle/>
          <a:p>
            <a:fld id="{2F4B9451-E2DE-47D9-8A7E-DDB2D6BD179D}" type="slidenum">
              <a:rPr lang="en-IN" smtClean="0"/>
              <a:t>‹#›</a:t>
            </a:fld>
            <a:endParaRPr lang="en-IN"/>
          </a:p>
        </p:txBody>
      </p:sp>
    </p:spTree>
    <p:extLst>
      <p:ext uri="{BB962C8B-B14F-4D97-AF65-F5344CB8AC3E}">
        <p14:creationId xmlns:p14="http://schemas.microsoft.com/office/powerpoint/2010/main" val="4257604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12174-E7E0-43A8-B4A4-6C9C77AA0A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E95F46-0E26-433D-A74E-8005BEDA75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1FFBE0-EB6D-40FE-A5DB-B6BB85CF80FE}"/>
              </a:ext>
            </a:extLst>
          </p:cNvPr>
          <p:cNvSpPr>
            <a:spLocks noGrp="1"/>
          </p:cNvSpPr>
          <p:nvPr>
            <p:ph type="dt" sz="half" idx="10"/>
          </p:nvPr>
        </p:nvSpPr>
        <p:spPr/>
        <p:txBody>
          <a:bodyPr/>
          <a:lstStyle/>
          <a:p>
            <a:fld id="{AD76DD21-85FE-4CD2-B71C-D685E77FC0D8}" type="datetimeFigureOut">
              <a:rPr lang="en-IN" smtClean="0"/>
              <a:t>04-10-2021</a:t>
            </a:fld>
            <a:endParaRPr lang="en-IN"/>
          </a:p>
        </p:txBody>
      </p:sp>
      <p:sp>
        <p:nvSpPr>
          <p:cNvPr id="5" name="Footer Placeholder 4">
            <a:extLst>
              <a:ext uri="{FF2B5EF4-FFF2-40B4-BE49-F238E27FC236}">
                <a16:creationId xmlns:a16="http://schemas.microsoft.com/office/drawing/2014/main" id="{07A04E1E-5B1F-4911-A408-035FCAC0F4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2F4A83-76E6-48C1-9C52-81E9BB6ACBA9}"/>
              </a:ext>
            </a:extLst>
          </p:cNvPr>
          <p:cNvSpPr>
            <a:spLocks noGrp="1"/>
          </p:cNvSpPr>
          <p:nvPr>
            <p:ph type="sldNum" sz="quarter" idx="12"/>
          </p:nvPr>
        </p:nvSpPr>
        <p:spPr/>
        <p:txBody>
          <a:bodyPr/>
          <a:lstStyle/>
          <a:p>
            <a:fld id="{2F4B9451-E2DE-47D9-8A7E-DDB2D6BD179D}" type="slidenum">
              <a:rPr lang="en-IN" smtClean="0"/>
              <a:t>‹#›</a:t>
            </a:fld>
            <a:endParaRPr lang="en-IN"/>
          </a:p>
        </p:txBody>
      </p:sp>
    </p:spTree>
    <p:extLst>
      <p:ext uri="{BB962C8B-B14F-4D97-AF65-F5344CB8AC3E}">
        <p14:creationId xmlns:p14="http://schemas.microsoft.com/office/powerpoint/2010/main" val="3935567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0F99C-9B12-4301-85B3-5329DD7815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2394F8A-7DAC-4C98-AF44-2ED9C4E709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A05253-5B45-4810-AB7C-F3F8C0F2A068}"/>
              </a:ext>
            </a:extLst>
          </p:cNvPr>
          <p:cNvSpPr>
            <a:spLocks noGrp="1"/>
          </p:cNvSpPr>
          <p:nvPr>
            <p:ph type="dt" sz="half" idx="10"/>
          </p:nvPr>
        </p:nvSpPr>
        <p:spPr/>
        <p:txBody>
          <a:bodyPr/>
          <a:lstStyle/>
          <a:p>
            <a:fld id="{AD76DD21-85FE-4CD2-B71C-D685E77FC0D8}" type="datetimeFigureOut">
              <a:rPr lang="en-IN" smtClean="0"/>
              <a:t>04-10-2021</a:t>
            </a:fld>
            <a:endParaRPr lang="en-IN"/>
          </a:p>
        </p:txBody>
      </p:sp>
      <p:sp>
        <p:nvSpPr>
          <p:cNvPr id="5" name="Footer Placeholder 4">
            <a:extLst>
              <a:ext uri="{FF2B5EF4-FFF2-40B4-BE49-F238E27FC236}">
                <a16:creationId xmlns:a16="http://schemas.microsoft.com/office/drawing/2014/main" id="{978536EC-AC31-485B-B93C-31E613EA0B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460B6E-96F6-4DA2-BAA8-BF563610402B}"/>
              </a:ext>
            </a:extLst>
          </p:cNvPr>
          <p:cNvSpPr>
            <a:spLocks noGrp="1"/>
          </p:cNvSpPr>
          <p:nvPr>
            <p:ph type="sldNum" sz="quarter" idx="12"/>
          </p:nvPr>
        </p:nvSpPr>
        <p:spPr/>
        <p:txBody>
          <a:bodyPr/>
          <a:lstStyle/>
          <a:p>
            <a:fld id="{2F4B9451-E2DE-47D9-8A7E-DDB2D6BD179D}" type="slidenum">
              <a:rPr lang="en-IN" smtClean="0"/>
              <a:t>‹#›</a:t>
            </a:fld>
            <a:endParaRPr lang="en-IN"/>
          </a:p>
        </p:txBody>
      </p:sp>
    </p:spTree>
    <p:extLst>
      <p:ext uri="{BB962C8B-B14F-4D97-AF65-F5344CB8AC3E}">
        <p14:creationId xmlns:p14="http://schemas.microsoft.com/office/powerpoint/2010/main" val="1555543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500FF-AE16-4688-8CD0-0DA62A26D4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FD6231-CDDB-4F53-9656-D73F6D3A3C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C8B7589-40F4-4853-8B64-E19C1BC49C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57F416-4903-4A0D-9F8E-CF147D3A4880}"/>
              </a:ext>
            </a:extLst>
          </p:cNvPr>
          <p:cNvSpPr>
            <a:spLocks noGrp="1"/>
          </p:cNvSpPr>
          <p:nvPr>
            <p:ph type="dt" sz="half" idx="10"/>
          </p:nvPr>
        </p:nvSpPr>
        <p:spPr/>
        <p:txBody>
          <a:bodyPr/>
          <a:lstStyle/>
          <a:p>
            <a:fld id="{AD76DD21-85FE-4CD2-B71C-D685E77FC0D8}" type="datetimeFigureOut">
              <a:rPr lang="en-IN" smtClean="0"/>
              <a:t>04-10-2021</a:t>
            </a:fld>
            <a:endParaRPr lang="en-IN"/>
          </a:p>
        </p:txBody>
      </p:sp>
      <p:sp>
        <p:nvSpPr>
          <p:cNvPr id="6" name="Footer Placeholder 5">
            <a:extLst>
              <a:ext uri="{FF2B5EF4-FFF2-40B4-BE49-F238E27FC236}">
                <a16:creationId xmlns:a16="http://schemas.microsoft.com/office/drawing/2014/main" id="{73BFBFBC-2F1A-428A-9950-37DD500747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A31996-1D56-4D40-A9B2-4553A0AEEBF9}"/>
              </a:ext>
            </a:extLst>
          </p:cNvPr>
          <p:cNvSpPr>
            <a:spLocks noGrp="1"/>
          </p:cNvSpPr>
          <p:nvPr>
            <p:ph type="sldNum" sz="quarter" idx="12"/>
          </p:nvPr>
        </p:nvSpPr>
        <p:spPr/>
        <p:txBody>
          <a:bodyPr/>
          <a:lstStyle/>
          <a:p>
            <a:fld id="{2F4B9451-E2DE-47D9-8A7E-DDB2D6BD179D}" type="slidenum">
              <a:rPr lang="en-IN" smtClean="0"/>
              <a:t>‹#›</a:t>
            </a:fld>
            <a:endParaRPr lang="en-IN"/>
          </a:p>
        </p:txBody>
      </p:sp>
    </p:spTree>
    <p:extLst>
      <p:ext uri="{BB962C8B-B14F-4D97-AF65-F5344CB8AC3E}">
        <p14:creationId xmlns:p14="http://schemas.microsoft.com/office/powerpoint/2010/main" val="402521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8A52E-37ED-4149-AFCD-D8B0819353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490E09-B004-401E-B3E2-8BF7EAC57C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C29DB5-F61D-4F82-AA40-B24B2E3D05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DA619F-F312-4CC1-BA11-3FE4C4DF23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DE9E61-C1F4-46B2-A527-D46AD9743D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0EB8B4-2BB2-45DC-A318-A2C5F8547797}"/>
              </a:ext>
            </a:extLst>
          </p:cNvPr>
          <p:cNvSpPr>
            <a:spLocks noGrp="1"/>
          </p:cNvSpPr>
          <p:nvPr>
            <p:ph type="dt" sz="half" idx="10"/>
          </p:nvPr>
        </p:nvSpPr>
        <p:spPr/>
        <p:txBody>
          <a:bodyPr/>
          <a:lstStyle/>
          <a:p>
            <a:fld id="{AD76DD21-85FE-4CD2-B71C-D685E77FC0D8}" type="datetimeFigureOut">
              <a:rPr lang="en-IN" smtClean="0"/>
              <a:t>04-10-2021</a:t>
            </a:fld>
            <a:endParaRPr lang="en-IN"/>
          </a:p>
        </p:txBody>
      </p:sp>
      <p:sp>
        <p:nvSpPr>
          <p:cNvPr id="8" name="Footer Placeholder 7">
            <a:extLst>
              <a:ext uri="{FF2B5EF4-FFF2-40B4-BE49-F238E27FC236}">
                <a16:creationId xmlns:a16="http://schemas.microsoft.com/office/drawing/2014/main" id="{6EB15086-88B1-46D7-8393-C95FF24F5B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F61054-147A-43E7-9E45-B270E01A9D03}"/>
              </a:ext>
            </a:extLst>
          </p:cNvPr>
          <p:cNvSpPr>
            <a:spLocks noGrp="1"/>
          </p:cNvSpPr>
          <p:nvPr>
            <p:ph type="sldNum" sz="quarter" idx="12"/>
          </p:nvPr>
        </p:nvSpPr>
        <p:spPr/>
        <p:txBody>
          <a:bodyPr/>
          <a:lstStyle/>
          <a:p>
            <a:fld id="{2F4B9451-E2DE-47D9-8A7E-DDB2D6BD179D}" type="slidenum">
              <a:rPr lang="en-IN" smtClean="0"/>
              <a:t>‹#›</a:t>
            </a:fld>
            <a:endParaRPr lang="en-IN"/>
          </a:p>
        </p:txBody>
      </p:sp>
    </p:spTree>
    <p:extLst>
      <p:ext uri="{BB962C8B-B14F-4D97-AF65-F5344CB8AC3E}">
        <p14:creationId xmlns:p14="http://schemas.microsoft.com/office/powerpoint/2010/main" val="2275080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46B09-DE41-4501-9264-80F6B7664E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7E7AA31-E8FC-4C5F-A883-40DF671B8F6E}"/>
              </a:ext>
            </a:extLst>
          </p:cNvPr>
          <p:cNvSpPr>
            <a:spLocks noGrp="1"/>
          </p:cNvSpPr>
          <p:nvPr>
            <p:ph type="dt" sz="half" idx="10"/>
          </p:nvPr>
        </p:nvSpPr>
        <p:spPr/>
        <p:txBody>
          <a:bodyPr/>
          <a:lstStyle/>
          <a:p>
            <a:fld id="{AD76DD21-85FE-4CD2-B71C-D685E77FC0D8}" type="datetimeFigureOut">
              <a:rPr lang="en-IN" smtClean="0"/>
              <a:t>04-10-2021</a:t>
            </a:fld>
            <a:endParaRPr lang="en-IN"/>
          </a:p>
        </p:txBody>
      </p:sp>
      <p:sp>
        <p:nvSpPr>
          <p:cNvPr id="4" name="Footer Placeholder 3">
            <a:extLst>
              <a:ext uri="{FF2B5EF4-FFF2-40B4-BE49-F238E27FC236}">
                <a16:creationId xmlns:a16="http://schemas.microsoft.com/office/drawing/2014/main" id="{2E895332-837C-45CB-99F8-CE59691678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BF5392B-6E12-4AC7-BB8B-7A670ABCC706}"/>
              </a:ext>
            </a:extLst>
          </p:cNvPr>
          <p:cNvSpPr>
            <a:spLocks noGrp="1"/>
          </p:cNvSpPr>
          <p:nvPr>
            <p:ph type="sldNum" sz="quarter" idx="12"/>
          </p:nvPr>
        </p:nvSpPr>
        <p:spPr/>
        <p:txBody>
          <a:bodyPr/>
          <a:lstStyle/>
          <a:p>
            <a:fld id="{2F4B9451-E2DE-47D9-8A7E-DDB2D6BD179D}" type="slidenum">
              <a:rPr lang="en-IN" smtClean="0"/>
              <a:t>‹#›</a:t>
            </a:fld>
            <a:endParaRPr lang="en-IN"/>
          </a:p>
        </p:txBody>
      </p:sp>
    </p:spTree>
    <p:extLst>
      <p:ext uri="{BB962C8B-B14F-4D97-AF65-F5344CB8AC3E}">
        <p14:creationId xmlns:p14="http://schemas.microsoft.com/office/powerpoint/2010/main" val="3724019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207958-A823-41ED-A076-1743930205DF}"/>
              </a:ext>
            </a:extLst>
          </p:cNvPr>
          <p:cNvSpPr>
            <a:spLocks noGrp="1"/>
          </p:cNvSpPr>
          <p:nvPr>
            <p:ph type="dt" sz="half" idx="10"/>
          </p:nvPr>
        </p:nvSpPr>
        <p:spPr/>
        <p:txBody>
          <a:bodyPr/>
          <a:lstStyle/>
          <a:p>
            <a:fld id="{AD76DD21-85FE-4CD2-B71C-D685E77FC0D8}" type="datetimeFigureOut">
              <a:rPr lang="en-IN" smtClean="0"/>
              <a:t>04-10-2021</a:t>
            </a:fld>
            <a:endParaRPr lang="en-IN"/>
          </a:p>
        </p:txBody>
      </p:sp>
      <p:sp>
        <p:nvSpPr>
          <p:cNvPr id="3" name="Footer Placeholder 2">
            <a:extLst>
              <a:ext uri="{FF2B5EF4-FFF2-40B4-BE49-F238E27FC236}">
                <a16:creationId xmlns:a16="http://schemas.microsoft.com/office/drawing/2014/main" id="{770A251A-76D6-4139-B195-D5037DC2770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E4F466A-C1A6-4E0C-8117-A4CE2B9A03EA}"/>
              </a:ext>
            </a:extLst>
          </p:cNvPr>
          <p:cNvSpPr>
            <a:spLocks noGrp="1"/>
          </p:cNvSpPr>
          <p:nvPr>
            <p:ph type="sldNum" sz="quarter" idx="12"/>
          </p:nvPr>
        </p:nvSpPr>
        <p:spPr/>
        <p:txBody>
          <a:bodyPr/>
          <a:lstStyle/>
          <a:p>
            <a:fld id="{2F4B9451-E2DE-47D9-8A7E-DDB2D6BD179D}" type="slidenum">
              <a:rPr lang="en-IN" smtClean="0"/>
              <a:t>‹#›</a:t>
            </a:fld>
            <a:endParaRPr lang="en-IN"/>
          </a:p>
        </p:txBody>
      </p:sp>
    </p:spTree>
    <p:extLst>
      <p:ext uri="{BB962C8B-B14F-4D97-AF65-F5344CB8AC3E}">
        <p14:creationId xmlns:p14="http://schemas.microsoft.com/office/powerpoint/2010/main" val="1130064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1FE46-A5EC-4B6B-9DAF-D8B49FCC20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BC85DBE-5A52-4B02-A867-551F1827D0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749B72E-1B21-4F26-898D-62667A726B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B709-E8ED-4B02-A66F-CEB8EDBC6A46}"/>
              </a:ext>
            </a:extLst>
          </p:cNvPr>
          <p:cNvSpPr>
            <a:spLocks noGrp="1"/>
          </p:cNvSpPr>
          <p:nvPr>
            <p:ph type="dt" sz="half" idx="10"/>
          </p:nvPr>
        </p:nvSpPr>
        <p:spPr/>
        <p:txBody>
          <a:bodyPr/>
          <a:lstStyle/>
          <a:p>
            <a:fld id="{AD76DD21-85FE-4CD2-B71C-D685E77FC0D8}" type="datetimeFigureOut">
              <a:rPr lang="en-IN" smtClean="0"/>
              <a:t>04-10-2021</a:t>
            </a:fld>
            <a:endParaRPr lang="en-IN"/>
          </a:p>
        </p:txBody>
      </p:sp>
      <p:sp>
        <p:nvSpPr>
          <p:cNvPr id="6" name="Footer Placeholder 5">
            <a:extLst>
              <a:ext uri="{FF2B5EF4-FFF2-40B4-BE49-F238E27FC236}">
                <a16:creationId xmlns:a16="http://schemas.microsoft.com/office/drawing/2014/main" id="{FED0CAFE-469D-4AFB-B81F-DBCAFEEBD3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FFC17E-05EC-4C62-9D2F-8243E9772B84}"/>
              </a:ext>
            </a:extLst>
          </p:cNvPr>
          <p:cNvSpPr>
            <a:spLocks noGrp="1"/>
          </p:cNvSpPr>
          <p:nvPr>
            <p:ph type="sldNum" sz="quarter" idx="12"/>
          </p:nvPr>
        </p:nvSpPr>
        <p:spPr/>
        <p:txBody>
          <a:bodyPr/>
          <a:lstStyle/>
          <a:p>
            <a:fld id="{2F4B9451-E2DE-47D9-8A7E-DDB2D6BD179D}" type="slidenum">
              <a:rPr lang="en-IN" smtClean="0"/>
              <a:t>‹#›</a:t>
            </a:fld>
            <a:endParaRPr lang="en-IN"/>
          </a:p>
        </p:txBody>
      </p:sp>
    </p:spTree>
    <p:extLst>
      <p:ext uri="{BB962C8B-B14F-4D97-AF65-F5344CB8AC3E}">
        <p14:creationId xmlns:p14="http://schemas.microsoft.com/office/powerpoint/2010/main" val="3409341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66189-D6F2-447C-BCFA-FDAE350DEA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A0AFD7-F0DA-4B7F-A4D6-692D1AF4E5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992F2DC-E56F-462E-BFF0-40434CB2F0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B5778C-05BD-41FB-A7CD-1D82D077E1B2}"/>
              </a:ext>
            </a:extLst>
          </p:cNvPr>
          <p:cNvSpPr>
            <a:spLocks noGrp="1"/>
          </p:cNvSpPr>
          <p:nvPr>
            <p:ph type="dt" sz="half" idx="10"/>
          </p:nvPr>
        </p:nvSpPr>
        <p:spPr/>
        <p:txBody>
          <a:bodyPr/>
          <a:lstStyle/>
          <a:p>
            <a:fld id="{AD76DD21-85FE-4CD2-B71C-D685E77FC0D8}" type="datetimeFigureOut">
              <a:rPr lang="en-IN" smtClean="0"/>
              <a:t>04-10-2021</a:t>
            </a:fld>
            <a:endParaRPr lang="en-IN"/>
          </a:p>
        </p:txBody>
      </p:sp>
      <p:sp>
        <p:nvSpPr>
          <p:cNvPr id="6" name="Footer Placeholder 5">
            <a:extLst>
              <a:ext uri="{FF2B5EF4-FFF2-40B4-BE49-F238E27FC236}">
                <a16:creationId xmlns:a16="http://schemas.microsoft.com/office/drawing/2014/main" id="{1D6844C1-D87E-4DAB-BEA6-8E20B39D4F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5FC45E-E258-44AF-B0B6-18400017F96C}"/>
              </a:ext>
            </a:extLst>
          </p:cNvPr>
          <p:cNvSpPr>
            <a:spLocks noGrp="1"/>
          </p:cNvSpPr>
          <p:nvPr>
            <p:ph type="sldNum" sz="quarter" idx="12"/>
          </p:nvPr>
        </p:nvSpPr>
        <p:spPr/>
        <p:txBody>
          <a:bodyPr/>
          <a:lstStyle/>
          <a:p>
            <a:fld id="{2F4B9451-E2DE-47D9-8A7E-DDB2D6BD179D}" type="slidenum">
              <a:rPr lang="en-IN" smtClean="0"/>
              <a:t>‹#›</a:t>
            </a:fld>
            <a:endParaRPr lang="en-IN"/>
          </a:p>
        </p:txBody>
      </p:sp>
    </p:spTree>
    <p:extLst>
      <p:ext uri="{BB962C8B-B14F-4D97-AF65-F5344CB8AC3E}">
        <p14:creationId xmlns:p14="http://schemas.microsoft.com/office/powerpoint/2010/main" val="2387197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7AC9E-07A9-4C53-BC11-0D1A7029CA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B128AC7-3577-4123-B9F9-B8D234A005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F6D336-7A4B-4D4C-8B1A-8EB7F5E599CD}"/>
              </a:ext>
            </a:extLst>
          </p:cNvPr>
          <p:cNvSpPr>
            <a:spLocks noGrp="1"/>
          </p:cNvSpPr>
          <p:nvPr>
            <p:ph type="dt" sz="half" idx="10"/>
          </p:nvPr>
        </p:nvSpPr>
        <p:spPr/>
        <p:txBody>
          <a:bodyPr/>
          <a:lstStyle/>
          <a:p>
            <a:fld id="{AD76DD21-85FE-4CD2-B71C-D685E77FC0D8}" type="datetimeFigureOut">
              <a:rPr lang="en-IN" smtClean="0"/>
              <a:t>04-10-2021</a:t>
            </a:fld>
            <a:endParaRPr lang="en-IN"/>
          </a:p>
        </p:txBody>
      </p:sp>
      <p:sp>
        <p:nvSpPr>
          <p:cNvPr id="5" name="Footer Placeholder 4">
            <a:extLst>
              <a:ext uri="{FF2B5EF4-FFF2-40B4-BE49-F238E27FC236}">
                <a16:creationId xmlns:a16="http://schemas.microsoft.com/office/drawing/2014/main" id="{238C27F6-AFFC-4922-9D9D-65978C5687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AEE4A7-88FB-4B26-A2D1-E5F2E7111642}"/>
              </a:ext>
            </a:extLst>
          </p:cNvPr>
          <p:cNvSpPr>
            <a:spLocks noGrp="1"/>
          </p:cNvSpPr>
          <p:nvPr>
            <p:ph type="sldNum" sz="quarter" idx="12"/>
          </p:nvPr>
        </p:nvSpPr>
        <p:spPr/>
        <p:txBody>
          <a:bodyPr/>
          <a:lstStyle/>
          <a:p>
            <a:fld id="{2F4B9451-E2DE-47D9-8A7E-DDB2D6BD179D}" type="slidenum">
              <a:rPr lang="en-IN" smtClean="0"/>
              <a:t>‹#›</a:t>
            </a:fld>
            <a:endParaRPr lang="en-IN"/>
          </a:p>
        </p:txBody>
      </p:sp>
    </p:spTree>
    <p:extLst>
      <p:ext uri="{BB962C8B-B14F-4D97-AF65-F5344CB8AC3E}">
        <p14:creationId xmlns:p14="http://schemas.microsoft.com/office/powerpoint/2010/main" val="3012351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942326-9776-4469-8524-E54D9EAFDEC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B88F27-B345-4D54-AECB-6A973684A5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01D356-33C8-4024-BC09-3B2D223AB8FB}"/>
              </a:ext>
            </a:extLst>
          </p:cNvPr>
          <p:cNvSpPr>
            <a:spLocks noGrp="1"/>
          </p:cNvSpPr>
          <p:nvPr>
            <p:ph type="dt" sz="half" idx="10"/>
          </p:nvPr>
        </p:nvSpPr>
        <p:spPr/>
        <p:txBody>
          <a:bodyPr/>
          <a:lstStyle/>
          <a:p>
            <a:fld id="{AD76DD21-85FE-4CD2-B71C-D685E77FC0D8}" type="datetimeFigureOut">
              <a:rPr lang="en-IN" smtClean="0"/>
              <a:t>04-10-2021</a:t>
            </a:fld>
            <a:endParaRPr lang="en-IN"/>
          </a:p>
        </p:txBody>
      </p:sp>
      <p:sp>
        <p:nvSpPr>
          <p:cNvPr id="5" name="Footer Placeholder 4">
            <a:extLst>
              <a:ext uri="{FF2B5EF4-FFF2-40B4-BE49-F238E27FC236}">
                <a16:creationId xmlns:a16="http://schemas.microsoft.com/office/drawing/2014/main" id="{0717E1F3-DDAD-45BF-8DEE-F59E431A3B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5AF848-1C82-4C24-A464-235B54B55FE9}"/>
              </a:ext>
            </a:extLst>
          </p:cNvPr>
          <p:cNvSpPr>
            <a:spLocks noGrp="1"/>
          </p:cNvSpPr>
          <p:nvPr>
            <p:ph type="sldNum" sz="quarter" idx="12"/>
          </p:nvPr>
        </p:nvSpPr>
        <p:spPr/>
        <p:txBody>
          <a:bodyPr/>
          <a:lstStyle/>
          <a:p>
            <a:fld id="{2F4B9451-E2DE-47D9-8A7E-DDB2D6BD179D}" type="slidenum">
              <a:rPr lang="en-IN" smtClean="0"/>
              <a:t>‹#›</a:t>
            </a:fld>
            <a:endParaRPr lang="en-IN"/>
          </a:p>
        </p:txBody>
      </p:sp>
    </p:spTree>
    <p:extLst>
      <p:ext uri="{BB962C8B-B14F-4D97-AF65-F5344CB8AC3E}">
        <p14:creationId xmlns:p14="http://schemas.microsoft.com/office/powerpoint/2010/main" val="236261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7738C6-BAB7-441B-91CF-041C05CDEA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5EF28A-A2B5-45A1-ADA7-02B203C391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7329D5-CC6A-4337-9EAB-214B0A142A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76DD21-85FE-4CD2-B71C-D685E77FC0D8}" type="datetimeFigureOut">
              <a:rPr lang="en-IN" smtClean="0"/>
              <a:t>04-10-2021</a:t>
            </a:fld>
            <a:endParaRPr lang="en-IN"/>
          </a:p>
        </p:txBody>
      </p:sp>
      <p:sp>
        <p:nvSpPr>
          <p:cNvPr id="5" name="Footer Placeholder 4">
            <a:extLst>
              <a:ext uri="{FF2B5EF4-FFF2-40B4-BE49-F238E27FC236}">
                <a16:creationId xmlns:a16="http://schemas.microsoft.com/office/drawing/2014/main" id="{5AE75AF2-F4F2-4666-ADF7-6920652185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4BEEB6A-7B2C-4951-B5CB-DEEC22961D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4B9451-E2DE-47D9-8A7E-DDB2D6BD179D}" type="slidenum">
              <a:rPr lang="en-IN" smtClean="0"/>
              <a:t>‹#›</a:t>
            </a:fld>
            <a:endParaRPr lang="en-IN"/>
          </a:p>
        </p:txBody>
      </p:sp>
    </p:spTree>
    <p:extLst>
      <p:ext uri="{BB962C8B-B14F-4D97-AF65-F5344CB8AC3E}">
        <p14:creationId xmlns:p14="http://schemas.microsoft.com/office/powerpoint/2010/main" val="17836586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tutorialspoint.com/git/index.htm"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09DFB-1610-4D1A-BFDA-0C0FB5B72783}"/>
              </a:ext>
            </a:extLst>
          </p:cNvPr>
          <p:cNvSpPr>
            <a:spLocks noGrp="1"/>
          </p:cNvSpPr>
          <p:nvPr>
            <p:ph type="ctrTitle"/>
          </p:nvPr>
        </p:nvSpPr>
        <p:spPr/>
        <p:txBody>
          <a:bodyPr/>
          <a:lstStyle/>
          <a:p>
            <a:r>
              <a:rPr lang="en-US" b="0" i="0" dirty="0">
                <a:solidFill>
                  <a:srgbClr val="FF0000"/>
                </a:solidFill>
                <a:effectLst/>
                <a:latin typeface="Arial" panose="020B0604020202020204" pitchFamily="34" charset="0"/>
              </a:rPr>
              <a:t>Gerrit</a:t>
            </a:r>
            <a:endParaRPr lang="en-IN" dirty="0">
              <a:solidFill>
                <a:srgbClr val="FF0000"/>
              </a:solidFill>
            </a:endParaRPr>
          </a:p>
        </p:txBody>
      </p:sp>
    </p:spTree>
    <p:extLst>
      <p:ext uri="{BB962C8B-B14F-4D97-AF65-F5344CB8AC3E}">
        <p14:creationId xmlns:p14="http://schemas.microsoft.com/office/powerpoint/2010/main" val="4231773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2C4117-5D67-4914-8C10-9D18A6BD7D93}"/>
              </a:ext>
            </a:extLst>
          </p:cNvPr>
          <p:cNvSpPr txBox="1"/>
          <p:nvPr/>
        </p:nvSpPr>
        <p:spPr>
          <a:xfrm>
            <a:off x="132523" y="159027"/>
            <a:ext cx="11953460" cy="6370975"/>
          </a:xfrm>
          <a:prstGeom prst="rect">
            <a:avLst/>
          </a:prstGeom>
          <a:noFill/>
        </p:spPr>
        <p:txBody>
          <a:bodyPr wrap="square">
            <a:spAutoFit/>
          </a:bodyPr>
          <a:lstStyle/>
          <a:p>
            <a:pPr marL="285750" indent="-285750" algn="just">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Gerrit is a web based code review tool which is integrated with </a:t>
            </a:r>
            <a:r>
              <a:rPr lang="en-US" sz="2400" b="0" i="0" u="none" strike="noStrike" dirty="0">
                <a:solidFill>
                  <a:srgbClr val="313131"/>
                </a:solidFill>
                <a:effectLst/>
                <a:latin typeface="Times New Roman" panose="02020603050405020304" pitchFamily="18" charset="0"/>
                <a:cs typeface="Times New Roman" panose="02020603050405020304" pitchFamily="18" charset="0"/>
                <a:hlinkClick r:id="rId2"/>
              </a:rPr>
              <a:t>Git</a:t>
            </a:r>
            <a:r>
              <a:rPr lang="en-US" sz="2400" b="0" i="0" dirty="0">
                <a:solidFill>
                  <a:srgbClr val="000000"/>
                </a:solidFill>
                <a:effectLst/>
                <a:latin typeface="Times New Roman" panose="02020603050405020304" pitchFamily="18" charset="0"/>
                <a:cs typeface="Times New Roman" panose="02020603050405020304" pitchFamily="18" charset="0"/>
              </a:rPr>
              <a:t> and built on top of Git version control system (helps developers to work together and maintain the history of their work). It allows to merge changes to Git repository when you are done with the code reviews.</a:t>
            </a:r>
          </a:p>
          <a:p>
            <a:pPr marL="285750" indent="-28575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Gerrit was developed by </a:t>
            </a:r>
            <a:r>
              <a:rPr lang="en-US" sz="2400" b="0" i="1" dirty="0">
                <a:solidFill>
                  <a:srgbClr val="000000"/>
                </a:solidFill>
                <a:effectLst/>
                <a:latin typeface="Times New Roman" panose="02020603050405020304" pitchFamily="18" charset="0"/>
                <a:cs typeface="Times New Roman" panose="02020603050405020304" pitchFamily="18" charset="0"/>
              </a:rPr>
              <a:t>Shawn Pearce</a:t>
            </a:r>
            <a:r>
              <a:rPr lang="en-US" sz="2400" b="0" i="0" dirty="0">
                <a:solidFill>
                  <a:srgbClr val="000000"/>
                </a:solidFill>
                <a:effectLst/>
                <a:latin typeface="Times New Roman" panose="02020603050405020304" pitchFamily="18" charset="0"/>
                <a:cs typeface="Times New Roman" panose="02020603050405020304" pitchFamily="18" charset="0"/>
              </a:rPr>
              <a:t> at Google which is written in Java, Servlet, GWT(Google Web Toolkit). The stable release of Gerrit is 2.12.2 and published on March 11, 2016 licensed under </a:t>
            </a:r>
            <a:r>
              <a:rPr lang="en-US" sz="2400" b="0" i="1" dirty="0">
                <a:solidFill>
                  <a:srgbClr val="000000"/>
                </a:solidFill>
                <a:effectLst/>
                <a:latin typeface="Times New Roman" panose="02020603050405020304" pitchFamily="18" charset="0"/>
                <a:cs typeface="Times New Roman" panose="02020603050405020304" pitchFamily="18" charset="0"/>
              </a:rPr>
              <a:t>Apache License v2</a:t>
            </a:r>
            <a:r>
              <a:rPr lang="en-US" sz="2400" b="0" i="0" dirty="0">
                <a:solidFill>
                  <a:srgbClr val="000000"/>
                </a:solidFill>
                <a:effectLst/>
                <a:latin typeface="Times New Roman" panose="02020603050405020304" pitchFamily="18" charset="0"/>
                <a:cs typeface="Times New Roman" panose="02020603050405020304" pitchFamily="18" charset="0"/>
              </a:rPr>
              <a:t>.</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l"/>
            <a:r>
              <a:rPr lang="en-US" sz="2400" b="1" i="0" dirty="0">
                <a:solidFill>
                  <a:srgbClr val="FF0000"/>
                </a:solidFill>
                <a:effectLst/>
                <a:latin typeface="Times New Roman" panose="02020603050405020304" pitchFamily="18" charset="0"/>
                <a:cs typeface="Times New Roman" panose="02020603050405020304" pitchFamily="18" charset="0"/>
              </a:rPr>
              <a:t>Why Use Gerrit?</a:t>
            </a:r>
          </a:p>
          <a:p>
            <a:pPr algn="l"/>
            <a:endParaRPr lang="en-US" sz="2400" b="0" i="0" dirty="0">
              <a:effectLst/>
              <a:latin typeface="Times New Roman" panose="02020603050405020304" pitchFamily="18" charset="0"/>
              <a:cs typeface="Times New Roman" panose="02020603050405020304" pitchFamily="18" charset="0"/>
            </a:endParaRPr>
          </a:p>
          <a:p>
            <a:pPr algn="just"/>
            <a:r>
              <a:rPr lang="en-US" sz="2400" b="0" i="0" dirty="0">
                <a:solidFill>
                  <a:srgbClr val="000000"/>
                </a:solidFill>
                <a:effectLst/>
                <a:latin typeface="Times New Roman" panose="02020603050405020304" pitchFamily="18" charset="0"/>
                <a:cs typeface="Times New Roman" panose="02020603050405020304" pitchFamily="18" charset="0"/>
              </a:rPr>
              <a:t>Following are certain reasons, why you should use Gerrit.</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You can easily find the error in the source code using Gerrit.</a:t>
            </a:r>
          </a:p>
          <a:p>
            <a:pPr marL="342900" indent="-342900" algn="just">
              <a:buFont typeface="Wingdings" panose="05000000000000000000" pitchFamily="2" charset="2"/>
              <a:buChar char="Ø"/>
            </a:pPr>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You can work with Gerrit, if you have regular Git client; no need to install any Gerrit client.</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Gerrit can be used as an intermediate between developers and git repositories.</a:t>
            </a:r>
          </a:p>
        </p:txBody>
      </p:sp>
    </p:spTree>
    <p:extLst>
      <p:ext uri="{BB962C8B-B14F-4D97-AF65-F5344CB8AC3E}">
        <p14:creationId xmlns:p14="http://schemas.microsoft.com/office/powerpoint/2010/main" val="1910209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8F29FD-C5D5-4936-8472-07D2C4F461FD}"/>
              </a:ext>
            </a:extLst>
          </p:cNvPr>
          <p:cNvSpPr txBox="1"/>
          <p:nvPr/>
        </p:nvSpPr>
        <p:spPr>
          <a:xfrm>
            <a:off x="251791" y="251791"/>
            <a:ext cx="11834192" cy="3534622"/>
          </a:xfrm>
          <a:prstGeom prst="rect">
            <a:avLst/>
          </a:prstGeom>
          <a:noFill/>
        </p:spPr>
        <p:txBody>
          <a:bodyPr wrap="square">
            <a:spAutoFit/>
          </a:bodyPr>
          <a:lstStyle/>
          <a:p>
            <a:pPr algn="l"/>
            <a:r>
              <a:rPr lang="en-US" sz="2400" b="1" i="0" dirty="0">
                <a:solidFill>
                  <a:srgbClr val="FF0000"/>
                </a:solidFill>
                <a:effectLst/>
                <a:latin typeface="Times New Roman" panose="02020603050405020304" pitchFamily="18" charset="0"/>
                <a:cs typeface="Times New Roman" panose="02020603050405020304" pitchFamily="18" charset="0"/>
              </a:rPr>
              <a:t>Features of Gerrit</a:t>
            </a:r>
          </a:p>
          <a:p>
            <a:pPr algn="l"/>
            <a:endParaRPr lang="en-US" sz="2400" b="0" i="0" dirty="0">
              <a:effectLst/>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Gerrit is a free and an open source Git version control system.</a:t>
            </a:r>
          </a:p>
          <a:p>
            <a:pPr marL="285750" indent="-285750" algn="just">
              <a:lnSpc>
                <a:spcPct val="150000"/>
              </a:lnSpc>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The user interface of Gerrit is formed on </a:t>
            </a:r>
            <a:r>
              <a:rPr lang="en-US" sz="2400" b="0" i="1" dirty="0">
                <a:solidFill>
                  <a:srgbClr val="000000"/>
                </a:solidFill>
                <a:effectLst/>
                <a:latin typeface="Times New Roman" panose="02020603050405020304" pitchFamily="18" charset="0"/>
                <a:cs typeface="Times New Roman" panose="02020603050405020304" pitchFamily="18" charset="0"/>
              </a:rPr>
              <a:t>Google Web Toolkit</a:t>
            </a:r>
            <a:r>
              <a:rPr lang="en-US" sz="2400" b="0" i="0" dirty="0">
                <a:solidFill>
                  <a:srgbClr val="000000"/>
                </a:solidFill>
                <a:effectLst/>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It is a lightweight framework for reviewing every commit.</a:t>
            </a:r>
          </a:p>
          <a:p>
            <a:pPr marL="285750" indent="-285750" algn="just">
              <a:lnSpc>
                <a:spcPct val="150000"/>
              </a:lnSpc>
              <a:buFont typeface="Wingdings" panose="05000000000000000000" pitchFamily="2" charset="2"/>
              <a:buChar char="Ø"/>
            </a:pPr>
            <a:r>
              <a:rPr lang="en-US" sz="2400" b="0" i="0" dirty="0">
                <a:solidFill>
                  <a:srgbClr val="000000"/>
                </a:solidFill>
                <a:effectLst/>
                <a:latin typeface="Times New Roman" panose="02020603050405020304" pitchFamily="18" charset="0"/>
                <a:cs typeface="Times New Roman" panose="02020603050405020304" pitchFamily="18" charset="0"/>
              </a:rPr>
              <a:t>Gerrit acts as a repository, which allows pushing the code and creates the review for your commit.</a:t>
            </a:r>
          </a:p>
        </p:txBody>
      </p:sp>
    </p:spTree>
    <p:extLst>
      <p:ext uri="{BB962C8B-B14F-4D97-AF65-F5344CB8AC3E}">
        <p14:creationId xmlns:p14="http://schemas.microsoft.com/office/powerpoint/2010/main" val="3850721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7FEF9B-A34B-4C1F-8E18-5C2C68A090A8}"/>
              </a:ext>
            </a:extLst>
          </p:cNvPr>
          <p:cNvSpPr txBox="1"/>
          <p:nvPr/>
        </p:nvSpPr>
        <p:spPr>
          <a:xfrm>
            <a:off x="92765" y="0"/>
            <a:ext cx="11979965" cy="6487160"/>
          </a:xfrm>
          <a:prstGeom prst="rect">
            <a:avLst/>
          </a:prstGeom>
          <a:noFill/>
        </p:spPr>
        <p:txBody>
          <a:bodyPr wrap="square">
            <a:spAutoFit/>
          </a:bodyPr>
          <a:lstStyle/>
          <a:p>
            <a:pPr algn="l"/>
            <a:r>
              <a:rPr lang="en-US" sz="2400" b="1" i="0" dirty="0">
                <a:solidFill>
                  <a:srgbClr val="FF0000"/>
                </a:solidFill>
                <a:effectLst/>
                <a:latin typeface="Arial" panose="020B0604020202020204" pitchFamily="34" charset="0"/>
              </a:rPr>
              <a:t>Advantages of Gerrit</a:t>
            </a:r>
          </a:p>
          <a:p>
            <a:pPr algn="just">
              <a:lnSpc>
                <a:spcPct val="150000"/>
              </a:lnSpc>
              <a:buFont typeface="Arial" panose="020B0604020202020204" pitchFamily="34" charset="0"/>
              <a:buChar char="•"/>
            </a:pPr>
            <a:r>
              <a:rPr lang="en-US" sz="2400" b="0" i="0" dirty="0">
                <a:solidFill>
                  <a:srgbClr val="000000"/>
                </a:solidFill>
                <a:effectLst/>
                <a:latin typeface="Arial" panose="020B0604020202020204" pitchFamily="34" charset="0"/>
              </a:rPr>
              <a:t>Gerrit provides access control for Git repositories and web frontend for code review.</a:t>
            </a:r>
          </a:p>
          <a:p>
            <a:pPr algn="just">
              <a:lnSpc>
                <a:spcPct val="150000"/>
              </a:lnSpc>
              <a:buFont typeface="Arial" panose="020B0604020202020204" pitchFamily="34" charset="0"/>
              <a:buChar char="•"/>
            </a:pPr>
            <a:r>
              <a:rPr lang="en-US" sz="2400" b="0" i="0" dirty="0">
                <a:solidFill>
                  <a:srgbClr val="000000"/>
                </a:solidFill>
                <a:effectLst/>
                <a:latin typeface="Arial" panose="020B0604020202020204" pitchFamily="34" charset="0"/>
              </a:rPr>
              <a:t>You can push the code without using additional command line tools.</a:t>
            </a:r>
          </a:p>
          <a:p>
            <a:pPr algn="just">
              <a:lnSpc>
                <a:spcPct val="150000"/>
              </a:lnSpc>
              <a:buFont typeface="Arial" panose="020B0604020202020204" pitchFamily="34" charset="0"/>
              <a:buChar char="•"/>
            </a:pPr>
            <a:r>
              <a:rPr lang="en-US" sz="2400" b="0" i="0" dirty="0">
                <a:solidFill>
                  <a:srgbClr val="000000"/>
                </a:solidFill>
                <a:effectLst/>
                <a:latin typeface="Arial" panose="020B0604020202020204" pitchFamily="34" charset="0"/>
              </a:rPr>
              <a:t>Gerrit can allow or decline the permission on the repository level and down to the branch level.</a:t>
            </a:r>
          </a:p>
          <a:p>
            <a:pPr algn="just">
              <a:lnSpc>
                <a:spcPct val="150000"/>
              </a:lnSpc>
              <a:buFont typeface="Arial" panose="020B0604020202020204" pitchFamily="34" charset="0"/>
              <a:buChar char="•"/>
            </a:pPr>
            <a:r>
              <a:rPr lang="en-US" sz="2400" b="0" i="0" dirty="0">
                <a:solidFill>
                  <a:srgbClr val="000000"/>
                </a:solidFill>
                <a:effectLst/>
                <a:latin typeface="Arial" panose="020B0604020202020204" pitchFamily="34" charset="0"/>
              </a:rPr>
              <a:t>Gerrit is supported by Eclipse.</a:t>
            </a:r>
          </a:p>
          <a:p>
            <a:pPr algn="l">
              <a:lnSpc>
                <a:spcPct val="150000"/>
              </a:lnSpc>
            </a:pPr>
            <a:r>
              <a:rPr lang="en-US" sz="2400" b="0" i="0" dirty="0">
                <a:effectLst/>
                <a:latin typeface="Arial" panose="020B0604020202020204" pitchFamily="34" charset="0"/>
              </a:rPr>
              <a:t>Disadvantages of Gerrit</a:t>
            </a:r>
          </a:p>
          <a:p>
            <a:pPr algn="just">
              <a:lnSpc>
                <a:spcPct val="150000"/>
              </a:lnSpc>
              <a:buFont typeface="Arial" panose="020B0604020202020204" pitchFamily="34" charset="0"/>
              <a:buChar char="•"/>
            </a:pPr>
            <a:r>
              <a:rPr lang="en-US" sz="2400" b="0" i="0" dirty="0">
                <a:solidFill>
                  <a:srgbClr val="000000"/>
                </a:solidFill>
                <a:effectLst/>
                <a:latin typeface="Arial" panose="020B0604020202020204" pitchFamily="34" charset="0"/>
              </a:rPr>
              <a:t>Reviewing, verifying and resubmitting the code commits slows down the time to market.</a:t>
            </a:r>
          </a:p>
          <a:p>
            <a:pPr algn="just">
              <a:lnSpc>
                <a:spcPct val="150000"/>
              </a:lnSpc>
              <a:buFont typeface="Arial" panose="020B0604020202020204" pitchFamily="34" charset="0"/>
              <a:buChar char="•"/>
            </a:pPr>
            <a:r>
              <a:rPr lang="en-US" sz="2400" b="0" i="0" dirty="0">
                <a:solidFill>
                  <a:srgbClr val="000000"/>
                </a:solidFill>
                <a:effectLst/>
                <a:latin typeface="Arial" panose="020B0604020202020204" pitchFamily="34" charset="0"/>
              </a:rPr>
              <a:t>Gerrit can work only with Git.</a:t>
            </a:r>
          </a:p>
          <a:p>
            <a:pPr algn="just">
              <a:lnSpc>
                <a:spcPct val="150000"/>
              </a:lnSpc>
              <a:buFont typeface="Arial" panose="020B0604020202020204" pitchFamily="34" charset="0"/>
              <a:buChar char="•"/>
            </a:pPr>
            <a:r>
              <a:rPr lang="en-US" sz="2400" b="0" i="0" dirty="0">
                <a:solidFill>
                  <a:srgbClr val="000000"/>
                </a:solidFill>
                <a:effectLst/>
                <a:latin typeface="Arial" panose="020B0604020202020204" pitchFamily="34" charset="0"/>
              </a:rPr>
              <a:t>Gerrit is slow and it's not possible to change the sort order in which changes are listed.</a:t>
            </a:r>
          </a:p>
          <a:p>
            <a:pPr algn="just">
              <a:lnSpc>
                <a:spcPct val="150000"/>
              </a:lnSpc>
              <a:buFont typeface="Arial" panose="020B0604020202020204" pitchFamily="34" charset="0"/>
              <a:buChar char="•"/>
            </a:pPr>
            <a:r>
              <a:rPr lang="en-US" sz="2400" b="0" i="0" dirty="0">
                <a:solidFill>
                  <a:srgbClr val="000000"/>
                </a:solidFill>
                <a:effectLst/>
                <a:latin typeface="Arial" panose="020B0604020202020204" pitchFamily="34" charset="0"/>
              </a:rPr>
              <a:t>You need administrator rights to add repository on Gerrit.</a:t>
            </a:r>
          </a:p>
        </p:txBody>
      </p:sp>
    </p:spTree>
    <p:extLst>
      <p:ext uri="{BB962C8B-B14F-4D97-AF65-F5344CB8AC3E}">
        <p14:creationId xmlns:p14="http://schemas.microsoft.com/office/powerpoint/2010/main" val="2794941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321</Words>
  <Application>Microsoft Office PowerPoint</Application>
  <PresentationFormat>Widescreen</PresentationFormat>
  <Paragraphs>30</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Calibri Light</vt:lpstr>
      <vt:lpstr>Times New Roman</vt:lpstr>
      <vt:lpstr>Wingdings</vt:lpstr>
      <vt:lpstr>Office Theme</vt:lpstr>
      <vt:lpstr>Gerrit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CHARAN THOTA</dc:creator>
  <cp:lastModifiedBy>SAI CHARAN THOTA</cp:lastModifiedBy>
  <cp:revision>3</cp:revision>
  <dcterms:created xsi:type="dcterms:W3CDTF">2021-10-04T09:32:10Z</dcterms:created>
  <dcterms:modified xsi:type="dcterms:W3CDTF">2021-10-04T10:34:25Z</dcterms:modified>
</cp:coreProperties>
</file>