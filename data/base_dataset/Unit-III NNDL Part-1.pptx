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92" r:id="rId2"/>
    <p:sldMasterId id="2147483904" r:id="rId3"/>
    <p:sldMasterId id="2147483919" r:id="rId4"/>
    <p:sldMasterId id="2147483934" r:id="rId5"/>
  </p:sldMasterIdLst>
  <p:notesMasterIdLst>
    <p:notesMasterId r:id="rId48"/>
  </p:notesMasterIdLst>
  <p:sldIdLst>
    <p:sldId id="259" r:id="rId6"/>
    <p:sldId id="262" r:id="rId7"/>
    <p:sldId id="265" r:id="rId8"/>
    <p:sldId id="268" r:id="rId9"/>
    <p:sldId id="271" r:id="rId10"/>
    <p:sldId id="274" r:id="rId11"/>
    <p:sldId id="277" r:id="rId12"/>
    <p:sldId id="280" r:id="rId13"/>
    <p:sldId id="283" r:id="rId14"/>
    <p:sldId id="286" r:id="rId15"/>
    <p:sldId id="289" r:id="rId16"/>
    <p:sldId id="292" r:id="rId17"/>
    <p:sldId id="295" r:id="rId18"/>
    <p:sldId id="298" r:id="rId19"/>
    <p:sldId id="301" r:id="rId20"/>
    <p:sldId id="304" r:id="rId21"/>
    <p:sldId id="307" r:id="rId22"/>
    <p:sldId id="310" r:id="rId23"/>
    <p:sldId id="313" r:id="rId24"/>
    <p:sldId id="316" r:id="rId25"/>
    <p:sldId id="319" r:id="rId26"/>
    <p:sldId id="322" r:id="rId27"/>
    <p:sldId id="325" r:id="rId28"/>
    <p:sldId id="334" r:id="rId29"/>
    <p:sldId id="337" r:id="rId30"/>
    <p:sldId id="340" r:id="rId31"/>
    <p:sldId id="343" r:id="rId32"/>
    <p:sldId id="346" r:id="rId33"/>
    <p:sldId id="349" r:id="rId34"/>
    <p:sldId id="352" r:id="rId35"/>
    <p:sldId id="355" r:id="rId36"/>
    <p:sldId id="358" r:id="rId37"/>
    <p:sldId id="361" r:id="rId38"/>
    <p:sldId id="364" r:id="rId39"/>
    <p:sldId id="367" r:id="rId40"/>
    <p:sldId id="370" r:id="rId41"/>
    <p:sldId id="373" r:id="rId42"/>
    <p:sldId id="376" r:id="rId43"/>
    <p:sldId id="379" r:id="rId44"/>
    <p:sldId id="382" r:id="rId45"/>
    <p:sldId id="385" r:id="rId46"/>
    <p:sldId id="388" r:id="rId47"/>
  </p:sldIdLst>
  <p:sldSz cx="9144000" cy="6858000" type="screen4x3"/>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0"/>
    <p:restoredTop sz="0"/>
  </p:normalViewPr>
  <p:slideViewPr>
    <p:cSldViewPr>
      <p:cViewPr varScale="1">
        <p:scale>
          <a:sx n="86" d="100"/>
          <a:sy n="86" d="100"/>
        </p:scale>
        <p:origin x="1339" y="67"/>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AutoShape 1"/>
          <p:cNvSpPr/>
          <p:nvPr/>
        </p:nvSpPr>
        <p:spPr>
          <a:xfrm>
            <a:off x="0" y="0"/>
            <a:ext cx="6858000" cy="9144000"/>
          </a:xfrm>
          <a:prstGeom prst="roundRect">
            <a:avLst>
              <a:gd name="adj" fmla="val 23"/>
            </a:avLst>
          </a:prstGeom>
          <a:solidFill>
            <a:srgbClr val="FFFFFF"/>
          </a:solidFill>
          <a:ln w="9360">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lvl="0">
              <a:buClr>
                <a:srgbClr val="000000"/>
              </a:buClr>
              <a:buFont typeface="Times New Roman" pitchFamily="18" charset="0"/>
            </a:pPr>
            <a:endParaRPr lang="en-IN" altLang="en-US"/>
          </a:p>
        </p:txBody>
      </p:sp>
      <p:sp>
        <p:nvSpPr>
          <p:cNvPr id="13315" name="AutoShape 2"/>
          <p:cNvSpPr/>
          <p:nvPr/>
        </p:nvSpPr>
        <p:spPr>
          <a:xfrm>
            <a:off x="0" y="0"/>
            <a:ext cx="6858000" cy="9144000"/>
          </a:xfrm>
          <a:prstGeom prst="roundRect">
            <a:avLst>
              <a:gd name="adj" fmla="val 23"/>
            </a:avLst>
          </a:prstGeom>
          <a:solidFill>
            <a:srgbClr val="FFFFFF"/>
          </a:solidFill>
          <a:ln>
            <a:noFill/>
            <a:miter lim="800000"/>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lvl="0">
              <a:buClr>
                <a:srgbClr val="000000"/>
              </a:buClr>
              <a:buFont typeface="Times New Roman" pitchFamily="18" charset="0"/>
            </a:pPr>
            <a:endParaRPr lang="en-IN" altLang="en-US"/>
          </a:p>
        </p:txBody>
      </p:sp>
      <p:sp>
        <p:nvSpPr>
          <p:cNvPr id="13316" name="Text Box 3"/>
          <p:cNvSpPr/>
          <p:nvPr/>
        </p:nvSpPr>
        <p:spPr>
          <a:xfrm>
            <a:off x="0" y="0"/>
            <a:ext cx="2971800" cy="457200"/>
          </a:xfrm>
          <a:prstGeom prst="rect">
            <a:avLst/>
          </a:prstGeom>
          <a:noFill/>
          <a:ln>
            <a:noFill/>
            <a:round/>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lvl="0">
              <a:buClr>
                <a:srgbClr val="000000"/>
              </a:buClr>
              <a:buFont typeface="Times New Roman" pitchFamily="18" charset="0"/>
            </a:pPr>
            <a:endParaRPr lang="en-IN" altLang="en-US"/>
          </a:p>
        </p:txBody>
      </p:sp>
      <p:sp>
        <p:nvSpPr>
          <p:cNvPr id="13317" name="Text Box 4"/>
          <p:cNvSpPr/>
          <p:nvPr/>
        </p:nvSpPr>
        <p:spPr>
          <a:xfrm>
            <a:off x="3884613" y="0"/>
            <a:ext cx="2971800" cy="457200"/>
          </a:xfrm>
          <a:prstGeom prst="rect">
            <a:avLst/>
          </a:prstGeom>
          <a:noFill/>
          <a:ln>
            <a:noFill/>
            <a:round/>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lvl="0">
              <a:buClr>
                <a:srgbClr val="000000"/>
              </a:buClr>
              <a:buFont typeface="Times New Roman" pitchFamily="18" charset="0"/>
            </a:pPr>
            <a:endParaRPr lang="en-IN" altLang="en-US"/>
          </a:p>
        </p:txBody>
      </p:sp>
      <p:sp>
        <p:nvSpPr>
          <p:cNvPr id="13318" name="Rectangle 5"/>
          <p:cNvSpPr>
            <a:spLocks noGrp="1" noRot="1" noChangeAspect="1"/>
          </p:cNvSpPr>
          <p:nvPr>
            <p:ph type="sldImg"/>
          </p:nvPr>
        </p:nvSpPr>
        <p:spPr>
          <a:xfrm>
            <a:off x="1143000" y="685800"/>
            <a:ext cx="4568825" cy="3425825"/>
          </a:xfrm>
          <a:prstGeom prst="rect">
            <a:avLst/>
          </a:prstGeom>
          <a:noFill/>
          <a:ln w="9360">
            <a:solidFill>
              <a:prstClr val="black"/>
            </a:solidFill>
            <a:miter lim="800000"/>
          </a:ln>
          <a:effectLst/>
        </p:spPr>
      </p:sp>
      <p:sp>
        <p:nvSpPr>
          <p:cNvPr id="13319" name="Rectangle 6"/>
          <p:cNvSpPr>
            <a:spLocks noGrp="1" noChangeArrowheads="1"/>
          </p:cNvSpPr>
          <p:nvPr>
            <p:ph type="body" idx="1"/>
          </p:nvPr>
        </p:nvSpPr>
        <p:spPr bwMode="auto">
          <a:xfrm>
            <a:off x="685800" y="4343400"/>
            <a:ext cx="5483225" cy="4111625"/>
          </a:xfrm>
          <a:prstGeom prst="rect">
            <a:avLst/>
          </a:prstGeom>
          <a:noFill/>
          <a:ln>
            <a:noFill/>
          </a:ln>
          <a:effectLst/>
        </p:spPr>
        <p:txBody>
          <a:bodyPr vert="horz" wrap="square" lIns="90000" tIns="46800" rIns="90000" bIns="46800" numCol="1" anchor="t" anchorCtr="0" compatLnSpc="1">
            <a:prstTxWarp prst="textNoShape">
              <a:avLst/>
            </a:prstTxWarp>
          </a:bodyPr>
          <a:lstStyle>
            <a:defPPr/>
          </a:lstStyle>
          <a:p>
            <a:pPr marL="0" marR="0" lvl="0" indent="0" algn="l" defTabSz="449263" rtl="0" eaLnBrk="0" fontAlgn="base" latinLnBrk="0" hangingPunct="0">
              <a:lnSpc>
                <a:spcPct val="100000"/>
              </a:lnSpc>
              <a:spcBef>
                <a:spcPct val="30000"/>
              </a:spcBef>
              <a:spcAft>
                <a:spcPct val="0"/>
              </a:spcAft>
              <a:buClr>
                <a:srgbClr val="000000"/>
              </a:buClr>
              <a:buSzTx/>
              <a:buFont typeface="Times New Roman" pitchFamily="18" charset="0"/>
              <a:buNone/>
              <a:defRPr/>
            </a:pPr>
            <a:endParaRPr kumimoji="0" lang="en-US" alt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3320" name="Text Box 7"/>
          <p:cNvSpPr/>
          <p:nvPr/>
        </p:nvSpPr>
        <p:spPr>
          <a:xfrm>
            <a:off x="0" y="8685213"/>
            <a:ext cx="2971800" cy="457200"/>
          </a:xfrm>
          <a:prstGeom prst="rect">
            <a:avLst/>
          </a:prstGeom>
          <a:noFill/>
          <a:ln>
            <a:noFill/>
            <a:round/>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lvl="0">
              <a:buClr>
                <a:srgbClr val="000000"/>
              </a:buClr>
              <a:buFont typeface="Times New Roman" pitchFamily="18" charset="0"/>
            </a:pPr>
            <a:endParaRPr lang="en-IN" altLang="en-US"/>
          </a:p>
        </p:txBody>
      </p:sp>
      <p:sp>
        <p:nvSpPr>
          <p:cNvPr id="13321" name="Rectangle 8"/>
          <p:cNvSpPr>
            <a:spLocks noGrp="1" noChangeArrowheads="1"/>
          </p:cNvSpPr>
          <p:nvPr>
            <p:ph type="sldNum" idx="2"/>
          </p:nvPr>
        </p:nvSpPr>
        <p:spPr bwMode="auto">
          <a:xfrm>
            <a:off x="3884613" y="8685213"/>
            <a:ext cx="2968625" cy="454025"/>
          </a:xfrm>
          <a:prstGeom prst="rect">
            <a:avLst/>
          </a:prstGeom>
          <a:noFill/>
          <a:ln>
            <a:noFill/>
          </a:ln>
          <a:effectLst/>
        </p:spPr>
        <p:txBody>
          <a:bodyPr lIns="90000" tIns="46800" rIns="90000" bIns="46800" numCol="1" anchor="b" anchorCtr="0" compatLnSpc="1">
            <a:prstTxWarp prst="textNoShape">
              <a:avLst/>
            </a:prstTxWarp>
            <a:noAutofit/>
          </a:bodyPr>
          <a:lstStyle>
            <a:defPPr>
              <a:defRPr lang="en-GB"/>
            </a:defPPr>
            <a:lvl1pPr marL="0" indent="0" algn="r" defTabSz="449262" rtl="0" eaLnBrk="1" fontAlgn="base" hangingPunct="1">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200" b="0" i="0" u="none" baseline="0">
                <a:solidFill>
                  <a:srgbClr val="000000"/>
                </a:solidFill>
                <a:effectLst/>
                <a:latin typeface="Times New Roman" pitchFamily="18"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3ACE347D-05C8-4670-A7B2-D35308C1D48B}" type="slidenum">
              <a:rPr lang="en-US" altLang="en-US" sz="1200">
                <a:solidFill>
                  <a:srgbClr val="000000"/>
                </a:solidFill>
                <a:latin typeface="Times New Roman" pitchFamily="18" charset="0"/>
                <a:ea typeface="DejaVu Sans"/>
              </a:rPr>
              <a:pPr marL="0" lvl="0" indent="0" algn="r" eaLnBrk="1" hangingPunct="1">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000000"/>
              </a:solidFill>
              <a:latin typeface="Times New Roman" pitchFamily="18" charset="0"/>
              <a:ea typeface="DejaVu Sans"/>
            </a:endParaRPr>
          </a:p>
        </p:txBody>
      </p:sp>
    </p:spTree>
  </p:cSld>
  <p:clrMap bg1="lt1" tx1="dk1" bg2="lt2" tx2="dk2" accent1="accent1" accent2="accent2" accent3="accent3" accent4="accent4" accent5="accent5" accent6="accent6" hlink="hlink" folHlink="folHlink"/>
  <p:notesStyle>
    <a:def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74C118D-37DE-40C0-96F7-8E4ED2F2519B}" type="slidenum">
              <a:rPr lang="en-US" altLang="en-US">
                <a:ea typeface="DejaVu Sans"/>
              </a:rPr>
              <a:pPr/>
              <a:t>2</a:t>
            </a:fld>
            <a:endParaRPr lang="en-US" altLang="en-US">
              <a:ea typeface="DejaVu Sans"/>
            </a:endParaRPr>
          </a:p>
        </p:txBody>
      </p:sp>
      <p:sp>
        <p:nvSpPr>
          <p:cNvPr id="16387"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16388"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7A39191-606E-4D50-910E-30C0E9254D09}" type="slidenum">
              <a:rPr lang="en-US" altLang="en-US">
                <a:ea typeface="DejaVu Sans"/>
              </a:rPr>
              <a:pPr/>
              <a:t>3</a:t>
            </a:fld>
            <a:endParaRPr lang="en-US" altLang="en-US">
              <a:ea typeface="DejaVu Sans"/>
            </a:endParaRPr>
          </a:p>
        </p:txBody>
      </p:sp>
      <p:sp>
        <p:nvSpPr>
          <p:cNvPr id="18435"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18436"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6AFB4C4-333D-4B10-9F02-2B485BA355C3}" type="slidenum">
              <a:rPr lang="en-US" altLang="en-US">
                <a:ea typeface="DejaVu Sans"/>
              </a:rPr>
              <a:pPr/>
              <a:t>4</a:t>
            </a:fld>
            <a:endParaRPr lang="en-US" altLang="en-US">
              <a:ea typeface="DejaVu Sans"/>
            </a:endParaRPr>
          </a:p>
        </p:txBody>
      </p:sp>
      <p:sp>
        <p:nvSpPr>
          <p:cNvPr id="20483"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20484"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530"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E571E26B-5620-42A1-ACD0-0CD3BFA9E62D}" type="slidenum">
              <a:rPr lang="en-US" altLang="en-US">
                <a:ea typeface="DejaVu Sans"/>
              </a:rPr>
              <a:pPr/>
              <a:t>5</a:t>
            </a:fld>
            <a:endParaRPr lang="en-US" altLang="en-US">
              <a:ea typeface="DejaVu Sans"/>
            </a:endParaRPr>
          </a:p>
        </p:txBody>
      </p:sp>
      <p:sp>
        <p:nvSpPr>
          <p:cNvPr id="22531"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22532"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0A8E26DD-FBD2-43AD-83E4-1E283D4B2BD5}" type="slidenum">
              <a:rPr lang="en-US" altLang="en-US">
                <a:ea typeface="DejaVu Sans"/>
              </a:rPr>
              <a:pPr/>
              <a:t>6</a:t>
            </a:fld>
            <a:endParaRPr lang="en-US" altLang="en-US">
              <a:ea typeface="DejaVu Sans"/>
            </a:endParaRPr>
          </a:p>
        </p:txBody>
      </p:sp>
      <p:sp>
        <p:nvSpPr>
          <p:cNvPr id="24579"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24580"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35FA2B1C-8AB0-4B44-83B3-F7265DB97254}" type="slidenum">
              <a:rPr lang="en-US" altLang="en-US">
                <a:ea typeface="DejaVu Sans"/>
              </a:rPr>
              <a:pPr/>
              <a:t>7</a:t>
            </a:fld>
            <a:endParaRPr lang="en-US" altLang="en-US">
              <a:ea typeface="DejaVu Sans"/>
            </a:endParaRPr>
          </a:p>
        </p:txBody>
      </p:sp>
      <p:sp>
        <p:nvSpPr>
          <p:cNvPr id="26627"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26628"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674"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3878B56E-8CA8-4CF1-92FE-39B1CC80E095}" type="slidenum">
              <a:rPr lang="en-US" altLang="en-US">
                <a:ea typeface="DejaVu Sans"/>
              </a:rPr>
              <a:pPr/>
              <a:t>8</a:t>
            </a:fld>
            <a:endParaRPr lang="en-US" altLang="en-US">
              <a:ea typeface="DejaVu Sans"/>
            </a:endParaRPr>
          </a:p>
        </p:txBody>
      </p:sp>
      <p:sp>
        <p:nvSpPr>
          <p:cNvPr id="28675"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28676"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22"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199F17BB-2399-42D7-AD78-724EAB34251A}" type="slidenum">
              <a:rPr lang="en-US" altLang="en-US">
                <a:ea typeface="DejaVu Sans"/>
              </a:rPr>
              <a:pPr/>
              <a:t>9</a:t>
            </a:fld>
            <a:endParaRPr lang="en-US" altLang="en-US">
              <a:ea typeface="DejaVu Sans"/>
            </a:endParaRPr>
          </a:p>
        </p:txBody>
      </p:sp>
      <p:sp>
        <p:nvSpPr>
          <p:cNvPr id="30723"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0724"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770"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FDFF619-25F4-438F-8C12-645355DE498C}" type="slidenum">
              <a:rPr lang="en-US" altLang="en-US">
                <a:ea typeface="DejaVu Sans"/>
              </a:rPr>
              <a:pPr/>
              <a:t>10</a:t>
            </a:fld>
            <a:endParaRPr lang="en-US" altLang="en-US">
              <a:ea typeface="DejaVu Sans"/>
            </a:endParaRPr>
          </a:p>
        </p:txBody>
      </p:sp>
      <p:sp>
        <p:nvSpPr>
          <p:cNvPr id="32771"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2772"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818"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F3BC399-C0DB-4406-9836-ABB049ECB7A5}" type="slidenum">
              <a:rPr lang="en-US" altLang="en-US">
                <a:ea typeface="DejaVu Sans"/>
              </a:rPr>
              <a:pPr/>
              <a:t>11</a:t>
            </a:fld>
            <a:endParaRPr lang="en-US" altLang="en-US">
              <a:ea typeface="DejaVu Sans"/>
            </a:endParaRPr>
          </a:p>
        </p:txBody>
      </p:sp>
      <p:sp>
        <p:nvSpPr>
          <p:cNvPr id="34819"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4820"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866"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DFDDA32-11A5-4194-9939-CC8EA0820804}" type="slidenum">
              <a:rPr lang="en-US" altLang="en-US">
                <a:ea typeface="DejaVu Sans"/>
              </a:rPr>
              <a:pPr/>
              <a:t>12</a:t>
            </a:fld>
            <a:endParaRPr lang="en-US" altLang="en-US">
              <a:ea typeface="DejaVu Sans"/>
            </a:endParaRPr>
          </a:p>
        </p:txBody>
      </p:sp>
      <p:sp>
        <p:nvSpPr>
          <p:cNvPr id="36867"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6868"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914"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CCF22F3-CD21-4693-AED0-A7957B710A0B}" type="slidenum">
              <a:rPr lang="en-US" altLang="en-US">
                <a:ea typeface="DejaVu Sans"/>
              </a:rPr>
              <a:pPr/>
              <a:t>13</a:t>
            </a:fld>
            <a:endParaRPr lang="en-US" altLang="en-US">
              <a:ea typeface="DejaVu Sans"/>
            </a:endParaRPr>
          </a:p>
        </p:txBody>
      </p:sp>
      <p:sp>
        <p:nvSpPr>
          <p:cNvPr id="38915"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38916"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62"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D534EB7-90F9-47FA-86D1-9D31E8A093F4}" type="slidenum">
              <a:rPr lang="en-US" altLang="en-US">
                <a:ea typeface="DejaVu Sans"/>
              </a:rPr>
              <a:pPr/>
              <a:t>14</a:t>
            </a:fld>
            <a:endParaRPr lang="en-US" altLang="en-US">
              <a:ea typeface="DejaVu Sans"/>
            </a:endParaRPr>
          </a:p>
        </p:txBody>
      </p:sp>
      <p:sp>
        <p:nvSpPr>
          <p:cNvPr id="40963"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40964"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010"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D5A23F1-5586-4BCC-9C27-E077D591751A}" type="slidenum">
              <a:rPr lang="en-US" altLang="en-US">
                <a:ea typeface="DejaVu Sans"/>
              </a:rPr>
              <a:pPr/>
              <a:t>15</a:t>
            </a:fld>
            <a:endParaRPr lang="en-US" altLang="en-US">
              <a:ea typeface="DejaVu Sans"/>
            </a:endParaRPr>
          </a:p>
        </p:txBody>
      </p:sp>
      <p:sp>
        <p:nvSpPr>
          <p:cNvPr id="43011"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43012"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058"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A2A83EB7-B174-417D-A733-C1FB4C94967F}" type="slidenum">
              <a:rPr lang="en-US" altLang="en-US">
                <a:ea typeface="DejaVu Sans"/>
              </a:rPr>
              <a:pPr/>
              <a:t>16</a:t>
            </a:fld>
            <a:endParaRPr lang="en-US" altLang="en-US">
              <a:ea typeface="DejaVu Sans"/>
            </a:endParaRPr>
          </a:p>
        </p:txBody>
      </p:sp>
      <p:sp>
        <p:nvSpPr>
          <p:cNvPr id="45059"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45060"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106"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3B81431-CFF2-4907-910B-46E3FE119960}" type="slidenum">
              <a:rPr lang="en-US" altLang="en-US">
                <a:ea typeface="DejaVu Sans"/>
              </a:rPr>
              <a:pPr/>
              <a:t>17</a:t>
            </a:fld>
            <a:endParaRPr lang="en-US" altLang="en-US">
              <a:ea typeface="DejaVu Sans"/>
            </a:endParaRPr>
          </a:p>
        </p:txBody>
      </p:sp>
      <p:sp>
        <p:nvSpPr>
          <p:cNvPr id="47107"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47108"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154"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D9C3C4C-7A01-469C-9922-FAF8D9E0378E}" type="slidenum">
              <a:rPr lang="en-US" altLang="en-US">
                <a:ea typeface="DejaVu Sans"/>
              </a:rPr>
              <a:pPr/>
              <a:t>18</a:t>
            </a:fld>
            <a:endParaRPr lang="en-US" altLang="en-US">
              <a:ea typeface="DejaVu Sans"/>
            </a:endParaRPr>
          </a:p>
        </p:txBody>
      </p:sp>
      <p:sp>
        <p:nvSpPr>
          <p:cNvPr id="49155"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49156"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02"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1E07F5A-689B-42F7-892E-AD0B8F8D25EE}" type="slidenum">
              <a:rPr lang="en-US" altLang="en-US">
                <a:ea typeface="DejaVu Sans"/>
              </a:rPr>
              <a:pPr/>
              <a:t>19</a:t>
            </a:fld>
            <a:endParaRPr lang="en-US" altLang="en-US">
              <a:ea typeface="DejaVu Sans"/>
            </a:endParaRPr>
          </a:p>
        </p:txBody>
      </p:sp>
      <p:sp>
        <p:nvSpPr>
          <p:cNvPr id="51203"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51204"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250"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12056DFD-E243-494C-AB42-51E99F471C72}" type="slidenum">
              <a:rPr lang="en-US" altLang="en-US">
                <a:ea typeface="DejaVu Sans"/>
              </a:rPr>
              <a:pPr/>
              <a:t>20</a:t>
            </a:fld>
            <a:endParaRPr lang="en-US" altLang="en-US">
              <a:ea typeface="DejaVu Sans"/>
            </a:endParaRPr>
          </a:p>
        </p:txBody>
      </p:sp>
      <p:sp>
        <p:nvSpPr>
          <p:cNvPr id="53251"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53252"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5C2431A-CC45-4C73-8420-A5BEA4168BA6}" type="slidenum">
              <a:rPr lang="en-US" altLang="en-US">
                <a:ea typeface="DejaVu Sans"/>
              </a:rPr>
              <a:pPr/>
              <a:t>21</a:t>
            </a:fld>
            <a:endParaRPr lang="en-US" altLang="en-US">
              <a:ea typeface="DejaVu Sans"/>
            </a:endParaRPr>
          </a:p>
        </p:txBody>
      </p:sp>
      <p:sp>
        <p:nvSpPr>
          <p:cNvPr id="55299"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55300"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CC85CB33-2F10-438E-8BE3-CACBD1492807}" type="slidenum">
              <a:rPr lang="en-US" altLang="en-US">
                <a:ea typeface="DejaVu Sans"/>
              </a:rPr>
              <a:pPr/>
              <a:t>22</a:t>
            </a:fld>
            <a:endParaRPr lang="en-US" altLang="en-US">
              <a:ea typeface="DejaVu Sans"/>
            </a:endParaRPr>
          </a:p>
        </p:txBody>
      </p:sp>
      <p:sp>
        <p:nvSpPr>
          <p:cNvPr id="57347"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57348"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8"/>
          <p:cNvSpPr>
            <a:spLocks noGrp="1"/>
          </p:cNvSpPr>
          <p:nvPr>
            <p:ph type="sldNum"/>
          </p:nvPr>
        </p:nvSpPr>
        <p:spPr>
          <a:xfrm>
            <a:off x="3884613" y="8685213"/>
            <a:ext cx="2968625" cy="454025"/>
          </a:xfrm>
          <a:prstGeom prst="rect">
            <a:avLst/>
          </a:prstGeom>
          <a:noFill/>
          <a:ln>
            <a:noFill/>
            <a:round/>
          </a:ln>
          <a:effectLst/>
        </p:spPr>
        <p:txBody>
          <a:bodyPr lIns="90000" tIns="46800" rIns="90000" bIns="46800" anchor="b"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pPr marL="0" lvl="0" indent="0" algn="r" eaLnBrk="1" hangingPunct="1">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9B9D6F57-B0A3-4FC7-877B-F9635A7D5539}" type="slidenum">
              <a:rPr lang="en-US" altLang="en-US">
                <a:ea typeface="DejaVu Sans"/>
              </a:rPr>
              <a:pPr/>
              <a:t>23</a:t>
            </a:fld>
            <a:endParaRPr lang="en-US" altLang="en-US">
              <a:ea typeface="DejaVu Sans"/>
            </a:endParaRPr>
          </a:p>
        </p:txBody>
      </p:sp>
      <p:sp>
        <p:nvSpPr>
          <p:cNvPr id="59395" name="Rectangle 1"/>
          <p:cNvSpPr>
            <a:spLocks noGrp="1" noRot="1" noChangeAspect="1" noTextEdit="1"/>
          </p:cNvSpPr>
          <p:nvPr>
            <p:ph type="sldImg" idx="1"/>
          </p:nvPr>
        </p:nvSpPr>
        <p:spPr>
          <a:xfrm>
            <a:off x="1143000" y="685800"/>
            <a:ext cx="4572000" cy="3429000"/>
          </a:xfrm>
          <a:solidFill>
            <a:srgbClr val="FFFFFF"/>
          </a:solidFill>
          <a:ln w="9360">
            <a:miter lim="800000"/>
          </a:ln>
          <a:effectLst/>
        </p:spPr>
      </p:sp>
      <p:sp>
        <p:nvSpPr>
          <p:cNvPr id="59396" name="Rectangle 2"/>
          <p:cNvSpPr>
            <a:spLocks noGrp="1"/>
          </p:cNvSpPr>
          <p:nvPr>
            <p:ph type="body" idx="2"/>
          </p:nvPr>
        </p:nvSpPr>
        <p:spPr>
          <a:xfrm>
            <a:off x="685800" y="4343400"/>
            <a:ext cx="5486400" cy="4114800"/>
          </a:xfrm>
          <a:noFill/>
          <a:ln w="9525" cap="flat">
            <a:noFill/>
            <a:round/>
          </a:ln>
          <a:effectLst/>
        </p:spPr>
        <p:txBody>
          <a:bodyPr wrap="none" lIns="90000" tIns="46800" rIns="90000" bIns="46800" anchor="ctr" anchorCtr="0">
            <a:noAutofit/>
          </a:bodyPr>
          <a:lstStyle>
            <a:defPPr/>
            <a:lvl1pPr marL="0" indent="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1pPr>
            <a:lvl2pPr marL="742950" indent="-28575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2pPr>
            <a:lvl3pPr marL="11430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3pPr>
            <a:lvl4pPr marL="16002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4pPr>
            <a:lvl5pPr marL="2057400" indent="-228600" algn="l" defTabSz="449262" rtl="0" eaLnBrk="0" fontAlgn="base" hangingPunct="0">
              <a:lnSpc>
                <a:spcPct val="100000"/>
              </a:lnSpc>
              <a:spcBef>
                <a:spcPct val="30000"/>
              </a:spcBef>
              <a:spcAft>
                <a:spcPct val="0"/>
              </a:spcAft>
              <a:buClr>
                <a:srgbClr val="000000"/>
              </a:buClr>
              <a:buSzTx/>
              <a:buFont typeface="Times New Roman" pitchFamily="18" charset="0"/>
              <a:buNone/>
              <a:defRPr kumimoji="0" lang="en-GB" altLang="en-US" sz="1200" b="0" i="0" u="none" baseline="0">
                <a:solidFill>
                  <a:srgbClr val="000000"/>
                </a:solidFill>
                <a:effectLst/>
                <a:latin typeface="Times New Roman" pitchFamily="18" charset="0"/>
              </a:defRPr>
            </a:lvl5p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defPPr/>
          </a:lstStyle>
          <a:p>
            <a:r>
              <a:rPr lang="en-US"/>
              <a:t>Click to edit Master title style</a:t>
            </a:r>
          </a:p>
        </p:txBody>
      </p:sp>
      <p:sp>
        <p:nvSpPr>
          <p:cNvPr id="3" name="Subtitle 2"/>
          <p:cNvSpPr>
            <a:spLocks noGrp="1"/>
          </p:cNvSpPr>
          <p:nvPr>
            <p:ph type="subTitle" idx="1"/>
          </p:nvPr>
        </p:nvSpPr>
        <p:spPr/>
        <p:txBody>
          <a:bodyPr/>
          <a:lstStyle>
            <a:defPPr/>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defPPr/>
          </a:lstStyle>
          <a:p>
            <a:fld id="{E3BC23B9-1288-46C3-84A8-9C336727D8BB}" type="datetimeFigureOut">
              <a:rPr lang="en-US" smtClean="0"/>
              <a:pPr/>
              <a:t>8/28/2021</a:t>
            </a:fld>
            <a:endParaRPr lang="en-US"/>
          </a:p>
        </p:txBody>
      </p:sp>
      <p:sp>
        <p:nvSpPr>
          <p:cNvPr id="5" name="Footer Placeholder 4"/>
          <p:cNvSpPr>
            <a:spLocks noGrp="1"/>
          </p:cNvSpPr>
          <p:nvPr>
            <p:ph type="ftr" sz="quarter" idx="3"/>
          </p:nvPr>
        </p:nvSpPr>
        <p:spPr/>
        <p:txBody>
          <a:bodyPr/>
          <a:lstStyle>
            <a:defPPr/>
          </a:lstStyle>
          <a:p>
            <a:endParaRPr lang="en-US"/>
          </a:p>
        </p:txBody>
      </p:sp>
      <p:sp>
        <p:nvSpPr>
          <p:cNvPr id="6" name="Slide Number Placeholder 5"/>
          <p:cNvSpPr>
            <a:spLocks noGrp="1"/>
          </p:cNvSpPr>
          <p:nvPr>
            <p:ph type="sldNum" sz="quarter" idx="4"/>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Content Placeholder 2"/>
          <p:cNvSpPr>
            <a:spLocks noGrp="1"/>
          </p:cNvSpPr>
          <p:nvPr>
            <p:ph idx="1"/>
          </p:nvPr>
        </p:nvSpPr>
        <p:spPr/>
        <p:txBody>
          <a:bodyPr/>
          <a:lstStyle>
            <a:def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defPPr/>
          </a:lstStyle>
          <a:p>
            <a:fld id="{96D5D1A2-508F-4223-A7A4-3FB0D7FA932A}" type="datetimeFigureOut">
              <a:rPr lang="en-US" smtClean="0"/>
              <a:pPr/>
              <a:t>8/28/2021</a:t>
            </a:fld>
            <a:endParaRPr lang="en-US"/>
          </a:p>
        </p:txBody>
      </p:sp>
      <p:sp>
        <p:nvSpPr>
          <p:cNvPr id="5" name="Footer Placeholder 4"/>
          <p:cNvSpPr>
            <a:spLocks noGrp="1"/>
          </p:cNvSpPr>
          <p:nvPr>
            <p:ph type="ftr" sz="quarter" idx="3"/>
          </p:nvPr>
        </p:nvSpPr>
        <p:spPr/>
        <p:txBody>
          <a:bodyPr/>
          <a:lstStyle>
            <a:defPPr/>
          </a:lstStyle>
          <a:p>
            <a:endParaRPr lang="en-US"/>
          </a:p>
        </p:txBody>
      </p:sp>
      <p:sp>
        <p:nvSpPr>
          <p:cNvPr id="6" name="Slide Number Placeholder 5"/>
          <p:cNvSpPr>
            <a:spLocks noGrp="1"/>
          </p:cNvSpPr>
          <p:nvPr>
            <p:ph type="sldNum" sz="quarter" idx="4"/>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defPPr/>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defPPr/>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defPPr/>
          </a:lstStyle>
          <a:p>
            <a:fld id="{833441A8-958B-4A83-BD99-3891A21FD138}" type="datetimeFigureOut">
              <a:rPr lang="en-US" smtClean="0"/>
              <a:pPr/>
              <a:t>8/28/2021</a:t>
            </a:fld>
            <a:endParaRPr lang="en-US"/>
          </a:p>
        </p:txBody>
      </p:sp>
      <p:sp>
        <p:nvSpPr>
          <p:cNvPr id="5" name="Footer Placeholder 4"/>
          <p:cNvSpPr>
            <a:spLocks noGrp="1"/>
          </p:cNvSpPr>
          <p:nvPr>
            <p:ph type="ftr" sz="quarter" idx="3"/>
          </p:nvPr>
        </p:nvSpPr>
        <p:spPr/>
        <p:txBody>
          <a:bodyPr/>
          <a:lstStyle>
            <a:defPPr/>
          </a:lstStyle>
          <a:p>
            <a:endParaRPr lang="en-US"/>
          </a:p>
        </p:txBody>
      </p:sp>
      <p:sp>
        <p:nvSpPr>
          <p:cNvPr id="6" name="Slide Number Placeholder 5"/>
          <p:cNvSpPr>
            <a:spLocks noGrp="1"/>
          </p:cNvSpPr>
          <p:nvPr>
            <p:ph type="sldNum" sz="quarter" idx="4"/>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Content Placeholder 2"/>
          <p:cNvSpPr>
            <a:spLocks noGrp="1"/>
          </p:cNvSpPr>
          <p:nvPr>
            <p:ph sz="half" idx="1"/>
          </p:nvPr>
        </p:nvSpPr>
        <p:spPr/>
        <p:txBody>
          <a:bodyPr/>
          <a:lstStyle>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defPPr/>
          </a:lstStyle>
          <a:p>
            <a:fld id="{E0D869D7-CAF2-40AA-8AA5-62CD5CC64980}" type="datetimeFigureOut">
              <a:rPr lang="en-US" smtClean="0"/>
              <a:pPr/>
              <a:t>8/28/2021</a:t>
            </a:fld>
            <a:endParaRPr lang="en-US"/>
          </a:p>
        </p:txBody>
      </p:sp>
      <p:sp>
        <p:nvSpPr>
          <p:cNvPr id="6" name="Footer Placeholder 5"/>
          <p:cNvSpPr>
            <a:spLocks noGrp="1"/>
          </p:cNvSpPr>
          <p:nvPr>
            <p:ph type="ftr" sz="quarter" idx="4"/>
          </p:nvPr>
        </p:nvSpPr>
        <p:spPr/>
        <p:txBody>
          <a:bodyPr/>
          <a:lstStyle>
            <a:defPPr/>
          </a:lstStyle>
          <a:p>
            <a:endParaRPr lang="en-US"/>
          </a:p>
        </p:txBody>
      </p:sp>
      <p:sp>
        <p:nvSpPr>
          <p:cNvPr id="7" name="Slide Number Placeholder 6"/>
          <p:cNvSpPr>
            <a:spLocks noGrp="1"/>
          </p:cNvSpPr>
          <p:nvPr>
            <p:ph type="sldNum" sz="quarter" idx="5"/>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vl1pPr/>
          </a:lstStyle>
          <a:p>
            <a:r>
              <a:rPr lang="en-US"/>
              <a:t>Click to edit Master title style</a:t>
            </a:r>
          </a:p>
        </p:txBody>
      </p:sp>
      <p:sp>
        <p:nvSpPr>
          <p:cNvPr id="3" name="Text Placeholder 2"/>
          <p:cNvSpPr>
            <a:spLocks noGrp="1"/>
          </p:cNvSpPr>
          <p:nvPr>
            <p:ph type="body" idx="1"/>
          </p:nvPr>
        </p:nvSpPr>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defPPr/>
          </a:lstStyle>
          <a:p>
            <a:fld id="{C3ADBF9C-D6E2-4BB5-96E7-C1B8114CD613}" type="datetimeFigureOut">
              <a:rPr lang="en-US" smtClean="0"/>
              <a:pPr/>
              <a:t>8/28/2021</a:t>
            </a:fld>
            <a:endParaRPr lang="en-US"/>
          </a:p>
        </p:txBody>
      </p:sp>
      <p:sp>
        <p:nvSpPr>
          <p:cNvPr id="8" name="Footer Placeholder 7"/>
          <p:cNvSpPr>
            <a:spLocks noGrp="1"/>
          </p:cNvSpPr>
          <p:nvPr>
            <p:ph type="ftr" sz="quarter" idx="6"/>
          </p:nvPr>
        </p:nvSpPr>
        <p:spPr/>
        <p:txBody>
          <a:bodyPr/>
          <a:lstStyle>
            <a:defPPr/>
          </a:lstStyle>
          <a:p>
            <a:endParaRPr lang="en-US"/>
          </a:p>
        </p:txBody>
      </p:sp>
      <p:sp>
        <p:nvSpPr>
          <p:cNvPr id="9" name="Slide Number Placeholder 8"/>
          <p:cNvSpPr>
            <a:spLocks noGrp="1"/>
          </p:cNvSpPr>
          <p:nvPr>
            <p:ph type="sldNum" sz="quarter" idx="7"/>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Date Placeholder 2"/>
          <p:cNvSpPr>
            <a:spLocks noGrp="1"/>
          </p:cNvSpPr>
          <p:nvPr>
            <p:ph type="dt" sz="half" idx="1"/>
          </p:nvPr>
        </p:nvSpPr>
        <p:spPr/>
        <p:txBody>
          <a:bodyPr/>
          <a:lstStyle>
            <a:defPPr/>
          </a:lstStyle>
          <a:p>
            <a:fld id="{2C5C6FEA-A539-4D40-B264-8B70EB4E75B2}" type="datetimeFigureOut">
              <a:rPr lang="en-US" smtClean="0"/>
              <a:pPr/>
              <a:t>8/28/2021</a:t>
            </a:fld>
            <a:endParaRPr lang="en-US"/>
          </a:p>
        </p:txBody>
      </p:sp>
      <p:sp>
        <p:nvSpPr>
          <p:cNvPr id="4" name="Footer Placeholder 3"/>
          <p:cNvSpPr>
            <a:spLocks noGrp="1"/>
          </p:cNvSpPr>
          <p:nvPr>
            <p:ph type="ftr" sz="quarter" idx="2"/>
          </p:nvPr>
        </p:nvSpPr>
        <p:spPr/>
        <p:txBody>
          <a:bodyPr/>
          <a:lstStyle>
            <a:defPPr/>
          </a:lstStyle>
          <a:p>
            <a:endParaRPr lang="en-US"/>
          </a:p>
        </p:txBody>
      </p:sp>
      <p:sp>
        <p:nvSpPr>
          <p:cNvPr id="5" name="Slide Number Placeholder 4"/>
          <p:cNvSpPr>
            <a:spLocks noGrp="1"/>
          </p:cNvSpPr>
          <p:nvPr>
            <p:ph type="sldNum" sz="quarter" idx="3"/>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defPPr/>
          </a:lstStyle>
          <a:p>
            <a:fld id="{D09CA5BB-2E05-4B53-8A28-38D0B40B003F}" type="datetimeFigureOut">
              <a:rPr lang="en-US" smtClean="0"/>
              <a:pPr/>
              <a:t>8/28/2021</a:t>
            </a:fld>
            <a:endParaRPr lang="en-US"/>
          </a:p>
        </p:txBody>
      </p:sp>
      <p:sp>
        <p:nvSpPr>
          <p:cNvPr id="3" name="Footer Placeholder 2"/>
          <p:cNvSpPr>
            <a:spLocks noGrp="1"/>
          </p:cNvSpPr>
          <p:nvPr>
            <p:ph type="ftr" sz="quarter" idx="1"/>
          </p:nvPr>
        </p:nvSpPr>
        <p:spPr/>
        <p:txBody>
          <a:bodyPr/>
          <a:lstStyle>
            <a:defPPr/>
          </a:lstStyle>
          <a:p>
            <a:endParaRPr lang="en-US"/>
          </a:p>
        </p:txBody>
      </p:sp>
      <p:sp>
        <p:nvSpPr>
          <p:cNvPr id="4" name="Slide Number Placeholder 3"/>
          <p:cNvSpPr>
            <a:spLocks noGrp="1"/>
          </p:cNvSpPr>
          <p:nvPr>
            <p:ph type="sldNum" sz="quarter" idx="2"/>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defPPr/>
            <a:lvl1pPr algn="l">
              <a:defRPr sz="2000" b="1"/>
            </a:lvl1pPr>
          </a:lstStyle>
          <a:p>
            <a:r>
              <a:rPr lang="en-US"/>
              <a:t>Click to edit Master title style</a:t>
            </a:r>
          </a:p>
        </p:txBody>
      </p:sp>
      <p:sp>
        <p:nvSpPr>
          <p:cNvPr id="3" name="Content Placeholder 2"/>
          <p:cNvSpPr>
            <a:spLocks noGrp="1"/>
          </p:cNvSpPr>
          <p:nvPr>
            <p:ph idx="1"/>
          </p:nvPr>
        </p:nvSpPr>
        <p:spPr/>
        <p:txBody>
          <a:bodyPr/>
          <a:lstStyle>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defPPr/>
          </a:lstStyle>
          <a:p>
            <a:fld id="{E9B58123-4E1F-441F-A691-328926801EF1}" type="datetimeFigureOut">
              <a:rPr lang="en-US" smtClean="0"/>
              <a:pPr/>
              <a:t>8/28/2021</a:t>
            </a:fld>
            <a:endParaRPr lang="en-US"/>
          </a:p>
        </p:txBody>
      </p:sp>
      <p:sp>
        <p:nvSpPr>
          <p:cNvPr id="6" name="Footer Placeholder 5"/>
          <p:cNvSpPr>
            <a:spLocks noGrp="1"/>
          </p:cNvSpPr>
          <p:nvPr>
            <p:ph type="ftr" sz="quarter" idx="4"/>
          </p:nvPr>
        </p:nvSpPr>
        <p:spPr/>
        <p:txBody>
          <a:bodyPr/>
          <a:lstStyle>
            <a:defPPr/>
          </a:lstStyle>
          <a:p>
            <a:endParaRPr lang="en-US"/>
          </a:p>
        </p:txBody>
      </p:sp>
      <p:sp>
        <p:nvSpPr>
          <p:cNvPr id="7" name="Slide Number Placeholder 6"/>
          <p:cNvSpPr>
            <a:spLocks noGrp="1"/>
          </p:cNvSpPr>
          <p:nvPr>
            <p:ph type="sldNum" sz="quarter" idx="5"/>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defPPr/>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defPPr/>
          </a:lstStyle>
          <a:p>
            <a:fld id="{EFCC54D6-A0D6-4467-B0E3-E3B64049415C}" type="datetimeFigureOut">
              <a:rPr lang="en-US" smtClean="0"/>
              <a:pPr/>
              <a:t>8/28/2021</a:t>
            </a:fld>
            <a:endParaRPr lang="en-US"/>
          </a:p>
        </p:txBody>
      </p:sp>
      <p:sp>
        <p:nvSpPr>
          <p:cNvPr id="6" name="Footer Placeholder 5"/>
          <p:cNvSpPr>
            <a:spLocks noGrp="1"/>
          </p:cNvSpPr>
          <p:nvPr>
            <p:ph type="ftr" sz="quarter" idx="4"/>
          </p:nvPr>
        </p:nvSpPr>
        <p:spPr/>
        <p:txBody>
          <a:bodyPr/>
          <a:lstStyle>
            <a:defPPr/>
          </a:lstStyle>
          <a:p>
            <a:endParaRPr lang="en-US"/>
          </a:p>
        </p:txBody>
      </p:sp>
      <p:sp>
        <p:nvSpPr>
          <p:cNvPr id="7" name="Slide Number Placeholder 6"/>
          <p:cNvSpPr>
            <a:spLocks noGrp="1"/>
          </p:cNvSpPr>
          <p:nvPr>
            <p:ph type="sldNum" sz="quarter" idx="5"/>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defPPr/>
          </a:lstStyle>
          <a:p>
            <a:fld id="{A9BFC490-9CEE-433D-9842-09A8BED599D0}" type="datetimeFigureOut">
              <a:rPr lang="en-US" smtClean="0"/>
              <a:pPr/>
              <a:t>8/28/2021</a:t>
            </a:fld>
            <a:endParaRPr lang="en-US"/>
          </a:p>
        </p:txBody>
      </p:sp>
      <p:sp>
        <p:nvSpPr>
          <p:cNvPr id="5" name="Footer Placeholder 4"/>
          <p:cNvSpPr>
            <a:spLocks noGrp="1"/>
          </p:cNvSpPr>
          <p:nvPr>
            <p:ph type="ftr" sz="quarter" idx="3"/>
          </p:nvPr>
        </p:nvSpPr>
        <p:spPr/>
        <p:txBody>
          <a:bodyPr/>
          <a:lstStyle>
            <a:defPPr/>
          </a:lstStyle>
          <a:p>
            <a:endParaRPr lang="en-US"/>
          </a:p>
        </p:txBody>
      </p:sp>
      <p:sp>
        <p:nvSpPr>
          <p:cNvPr id="6" name="Slide Number Placeholder 5"/>
          <p:cNvSpPr>
            <a:spLocks noGrp="1"/>
          </p:cNvSpPr>
          <p:nvPr>
            <p:ph type="sldNum" sz="quarter" idx="4"/>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defPPr/>
          </a:lstStyle>
          <a:p>
            <a:fld id="{551616DA-F1CC-43F7-BF9A-6649C4EADDE3}" type="datetimeFigureOut">
              <a:rPr lang="en-US" smtClean="0"/>
              <a:pPr/>
              <a:t>8/28/2021</a:t>
            </a:fld>
            <a:endParaRPr lang="en-US"/>
          </a:p>
        </p:txBody>
      </p:sp>
      <p:sp>
        <p:nvSpPr>
          <p:cNvPr id="5" name="Footer Placeholder 4"/>
          <p:cNvSpPr>
            <a:spLocks noGrp="1"/>
          </p:cNvSpPr>
          <p:nvPr>
            <p:ph type="ftr" sz="quarter" idx="3"/>
          </p:nvPr>
        </p:nvSpPr>
        <p:spPr/>
        <p:txBody>
          <a:bodyPr/>
          <a:lstStyle>
            <a:defPPr/>
          </a:lstStyle>
          <a:p>
            <a:endParaRPr lang="en-US"/>
          </a:p>
        </p:txBody>
      </p:sp>
      <p:sp>
        <p:nvSpPr>
          <p:cNvPr id="6" name="Slide Number Placeholder 5"/>
          <p:cNvSpPr>
            <a:spLocks noGrp="1"/>
          </p:cNvSpPr>
          <p:nvPr>
            <p:ph type="sldNum" sz="quarter" idx="4"/>
          </p:nvPr>
        </p:nvSpPr>
        <p:spPr/>
        <p:txBody>
          <a:bodyPr/>
          <a:lstStyle>
            <a:defPPr/>
          </a:lstStyle>
          <a:p>
            <a:fld id="{93AE1883-0942-4AA3-9DB2-9C7C3A0314B1}" type="slidenum">
              <a:rPr lang="en-US" smtClean="0"/>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defPPr/>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defPPr/>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2052"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2053"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F249A58-E546-422C-BED6-121E2A9D7FE4}"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Title and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endParaRPr lang="en-IN"/>
          </a:p>
        </p:txBody>
      </p:sp>
      <p:sp>
        <p:nvSpPr>
          <p:cNvPr id="3" name="Content Placeholder 2"/>
          <p:cNvSpPr>
            <a:spLocks noGrp="1"/>
          </p:cNvSpPr>
          <p:nvPr>
            <p:ph idx="1"/>
          </p:nvPr>
        </p:nvSpPr>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076"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3077"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3F00145-834A-4773-9737-1F123CD9E42B}"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defPPr/>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defPPr/>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100"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4101"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593B0FF-1960-48A9-ABA9-DED443AF5BA5}"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cSld name="Two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endParaRPr lang="en-IN"/>
          </a:p>
        </p:txBody>
      </p:sp>
      <p:sp>
        <p:nvSpPr>
          <p:cNvPr id="3" name="Content Placeholder 2"/>
          <p:cNvSpPr>
            <a:spLocks noGrp="1"/>
          </p:cNvSpPr>
          <p:nvPr>
            <p:ph sz="half" idx="1"/>
          </p:nvPr>
        </p:nvSpPr>
        <p:spPr>
          <a:xfrm>
            <a:off x="457200" y="1600200"/>
            <a:ext cx="4037013" cy="4522788"/>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6613" y="1600200"/>
            <a:ext cx="4037012" cy="4522788"/>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124" name="Date Placeholder 4"/>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5125" name="Slide Number Placeholder 5"/>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8328852-EC61-4803-9CAF-3C0997BD1E4F}"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cSld name="Comparis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defP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148" name="Date Placeholder 6"/>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6149" name="Slide Number Placeholder 7"/>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7313AF0-94D5-4E00-9D8F-094A03408006}"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cSld name="Title Only">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endParaRPr lang="en-IN"/>
          </a:p>
        </p:txBody>
      </p:sp>
      <p:sp>
        <p:nvSpPr>
          <p:cNvPr id="7172" name="Date Placeholder 2"/>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7173" name="Slide Number Placeholder 3"/>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3012848-7C75-4B0B-97E2-A4FBDFAE3E18}"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cSld name="Blank">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8196" name="Date Placeholder 1"/>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8197" name="Slide Number Placeholder 2"/>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6D92782-CD19-44CC-9E3D-BBD3C19B378C}"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cSld name="Content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defPPr/>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defPPr/>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220" name="Date Placeholder 4"/>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9221" name="Slide Number Placeholder 5"/>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C219A9B-CF0C-42B6-A44C-E9492627D2AE}"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cSld name="Picture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defPPr/>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90000" tIns="46800" rIns="90000" bIns="46800" numCol="1" anchor="t" anchorCtr="0" compatLnSpc="1">
            <a:prstTxWarp prst="textNoShape">
              <a:avLst/>
            </a:prstTxWarp>
          </a:bodyPr>
          <a:lstStyle>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49263" rtl="0" eaLnBrk="0" fontAlgn="base" latinLnBrk="0" hangingPunct="0">
              <a:lnSpc>
                <a:spcPct val="100000"/>
              </a:lnSpc>
              <a:spcBef>
                <a:spcPts val="800"/>
              </a:spcBef>
              <a:spcAft>
                <a:spcPct val="0"/>
              </a:spcAft>
              <a:buClr>
                <a:srgbClr val="000000"/>
              </a:buClr>
              <a:buSzTx/>
              <a:buFont typeface="Times New Roman" pitchFamily="18" charset="0"/>
              <a:buNone/>
              <a:defRPr/>
            </a:pPr>
            <a:endParaRPr kumimoji="0" lang="en-IN" sz="32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defPPr/>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244" name="Date Placeholder 4"/>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0245" name="Slide Number Placeholder 5"/>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A3A452B0-2988-4213-9F95-71972567BFCF}"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cSld name="Title and Vertical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268"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1269"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68391D7D-93F8-4DF3-B8D5-CE9C4E1A6CC1}"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274638"/>
            <a:ext cx="2055812" cy="5848350"/>
          </a:xfrm>
        </p:spPr>
        <p:txBody>
          <a:bodyPr vert="eaVert"/>
          <a:lstStyle>
            <a:defPPr/>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8213" cy="5848350"/>
          </a:xfrm>
        </p:spPr>
        <p:txBody>
          <a:bodyPr vert="eaVert"/>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292"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2293"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5D88B0F-54A7-4BFB-BB65-B6711DD65E35}"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cSld name="Title Slide">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defPPr/>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defPPr/>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2052"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2053"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F249A58-E546-422C-BED6-121E2A9D7FE4}"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Title and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endParaRPr lang="en-IN"/>
          </a:p>
        </p:txBody>
      </p:sp>
      <p:sp>
        <p:nvSpPr>
          <p:cNvPr id="3" name="Content Placeholder 2"/>
          <p:cNvSpPr>
            <a:spLocks noGrp="1"/>
          </p:cNvSpPr>
          <p:nvPr>
            <p:ph idx="1"/>
          </p:nvPr>
        </p:nvSpPr>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076"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3077"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53F00145-834A-4773-9737-1F123CD9E42B}"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cSld name="Section Header">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defPPr/>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defPPr/>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100"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4101"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D593B0FF-1960-48A9-ABA9-DED443AF5BA5}"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cSld name="Two Conten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endParaRPr lang="en-IN"/>
          </a:p>
        </p:txBody>
      </p:sp>
      <p:sp>
        <p:nvSpPr>
          <p:cNvPr id="3" name="Content Placeholder 2"/>
          <p:cNvSpPr>
            <a:spLocks noGrp="1"/>
          </p:cNvSpPr>
          <p:nvPr>
            <p:ph sz="half" idx="1"/>
          </p:nvPr>
        </p:nvSpPr>
        <p:spPr>
          <a:xfrm>
            <a:off x="457200" y="1600200"/>
            <a:ext cx="4037013" cy="4522788"/>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6613" y="1600200"/>
            <a:ext cx="4037012" cy="4522788"/>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124" name="Date Placeholder 4"/>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5125" name="Slide Number Placeholder 5"/>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48328852-EC61-4803-9CAF-3C0997BD1E4F}"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cSld name="Comparis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defP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148" name="Date Placeholder 6"/>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6149" name="Slide Number Placeholder 7"/>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77313AF0-94D5-4E00-9D8F-094A03408006}"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cSld name="Title Only">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endParaRPr lang="en-IN"/>
          </a:p>
        </p:txBody>
      </p:sp>
      <p:sp>
        <p:nvSpPr>
          <p:cNvPr id="7172" name="Date Placeholder 2"/>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7173" name="Slide Number Placeholder 3"/>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83012848-7C75-4B0B-97E2-A4FBDFAE3E18}"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cSld name="Blank">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8196" name="Date Placeholder 1"/>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8197" name="Slide Number Placeholder 2"/>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B6D92782-CD19-44CC-9E3D-BBD3C19B378C}"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cSld name="Content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defPPr/>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defPPr/>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220" name="Date Placeholder 4"/>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9221" name="Slide Number Placeholder 5"/>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FC219A9B-CF0C-42B6-A44C-E9492627D2AE}"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cSld name="Picture with Caption">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defPPr/>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vert="horz" wrap="square" lIns="90000" tIns="46800" rIns="90000" bIns="46800" numCol="1" anchor="t" anchorCtr="0" compatLnSpc="1">
            <a:prstTxWarp prst="textNoShape">
              <a:avLst/>
            </a:prstTxWarp>
          </a:bodyPr>
          <a:lstStyle>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449263" rtl="0" eaLnBrk="0" fontAlgn="base" latinLnBrk="0" hangingPunct="0">
              <a:lnSpc>
                <a:spcPct val="100000"/>
              </a:lnSpc>
              <a:spcBef>
                <a:spcPts val="800"/>
              </a:spcBef>
              <a:spcAft>
                <a:spcPct val="0"/>
              </a:spcAft>
              <a:buClr>
                <a:srgbClr val="000000"/>
              </a:buClr>
              <a:buSzTx/>
              <a:buFont typeface="Times New Roman" pitchFamily="18" charset="0"/>
              <a:buNone/>
              <a:defRPr/>
            </a:pPr>
            <a:endParaRPr kumimoji="0" lang="en-IN" sz="3200" b="0" i="0" u="none" strike="noStrike" kern="1200" cap="none" spc="0" normalizeH="0" baseline="0" noProof="0">
              <a:ln>
                <a:noFill/>
              </a:ln>
              <a:solidFill>
                <a:srgbClr val="000000"/>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defPPr/>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244" name="Date Placeholder 4"/>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0245" name="Slide Number Placeholder 5"/>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A3A452B0-2988-4213-9F95-71972567BFCF}"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cSld name="Title and Vertical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1268"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1269"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68391D7D-93F8-4DF3-B8D5-CE9C4E1A6CC1}"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cSld name="Vertical Title and Text">
    <p:bg>
      <p:bgPr>
        <a:blipFill rotWithShape="0">
          <a:blip r:embed="rId2"/>
          <a:tile tx="0" ty="0" sx="100000" sy="100000" flip="none" algn="tl"/>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7813" y="274638"/>
            <a:ext cx="2055812" cy="5848350"/>
          </a:xfrm>
        </p:spPr>
        <p:txBody>
          <a:bodyPr vert="eaVert"/>
          <a:lstStyle>
            <a:defPPr/>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8213" cy="5848350"/>
          </a:xfrm>
        </p:spPr>
        <p:txBody>
          <a:bodyPr vert="eaVert"/>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292" name="Date Placeholder 3"/>
          <p:cNvSpPr>
            <a:spLocks noGrp="1"/>
          </p:cNvSpPr>
          <p:nvPr>
            <p:ph type="dt" idx="10"/>
          </p:nvPr>
        </p:nvSpPr>
        <p:spPr bwMode="auto">
          <a:xfrm>
            <a:off x="457200" y="6356350"/>
            <a:ext cx="2130425" cy="361950"/>
          </a:xfrm>
          <a:prstGeom prst="rect">
            <a:avLst/>
          </a:prstGeom>
        </p:spPr>
        <p:txBody>
          <a:bodyPr vert="horz" wrap="square" lIns="90000" tIns="46800" rIns="90000" bIns="46800" numCol="1" anchor="ctr" anchorCtr="0" compatLnSpc="1">
            <a:prstTxWarp prst="textNoShape">
              <a:avLst/>
            </a:prstTxWarp>
          </a:bodyPr>
          <a:lstStyle>
            <a:defPPr/>
            <a:lvl1pPr>
              <a:defRPr/>
            </a:lvl1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2293" name="Slide Number Placeholder 4"/>
          <p:cNvSpPr>
            <a:spLocks noGrp="1"/>
          </p:cNvSpPr>
          <p:nvPr>
            <p:ph type="sldNum" idx="11"/>
          </p:nvPr>
        </p:nvSpPr>
        <p:spPr bwMode="auto">
          <a:xfrm>
            <a:off x="6553200" y="6356350"/>
            <a:ext cx="2130425" cy="361950"/>
          </a:xfrm>
          <a:prstGeom prst="rect">
            <a:avLst/>
          </a:prstGeom>
        </p:spPr>
        <p:txBody>
          <a:bodyPr lIns="90000" tIns="46800" rIns="90000" bIns="46800" numCol="1" anchor="ctr" anchorCtr="0" compatLnSpc="1">
            <a:prstTxWarp prst="textNoShape">
              <a:avLst/>
            </a:prstTxWarp>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25D88B0F-54A7-4BFB-BB65-B6711DD65E35}"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def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defPPr/>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Content Placeholder 2"/>
          <p:cNvSpPr>
            <a:spLocks noGrp="1"/>
          </p:cNvSpPr>
          <p:nvPr>
            <p:ph idx="1"/>
          </p:nvPr>
        </p:nvSpPr>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defPPr/>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defPPr/>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6"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7"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8"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9"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4"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5"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3"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4"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defPPr/>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6"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7"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defPPr/>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prstTxWarp prst="textNoShape">
              <a:avLst/>
            </a:prstTxWarp>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6"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7"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defPPr/>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42913" y="103188"/>
            <a:ext cx="8243887" cy="1314450"/>
          </a:xfrm>
        </p:spPr>
        <p:txBody>
          <a:bodyPr/>
          <a:lstStyle>
            <a:defPPr/>
          </a:lstStyle>
          <a:p>
            <a:r>
              <a:rPr lang="en-US"/>
              <a:t>Click to edit Master title style</a:t>
            </a:r>
            <a:endParaRPr lang="en-IN"/>
          </a:p>
        </p:txBody>
      </p:sp>
      <p:sp>
        <p:nvSpPr>
          <p:cNvPr id="3" name="Text Placeholder 2"/>
          <p:cNvSpPr>
            <a:spLocks noGrp="1"/>
          </p:cNvSpPr>
          <p:nvPr>
            <p:ph type="body" sz="half" idx="1"/>
          </p:nvPr>
        </p:nvSpPr>
        <p:spPr>
          <a:xfrm>
            <a:off x="457200" y="1600200"/>
            <a:ext cx="4038600" cy="4456113"/>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600200"/>
            <a:ext cx="4038600" cy="2151063"/>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903663"/>
            <a:ext cx="4038600" cy="2152650"/>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7"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8"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42913" y="103188"/>
            <a:ext cx="8243887" cy="1314450"/>
          </a:xfrm>
        </p:spPr>
        <p:txBody>
          <a:bodyPr/>
          <a:lstStyle>
            <a:defP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456113"/>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600200"/>
            <a:ext cx="4038600" cy="2151063"/>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903663"/>
            <a:ext cx="4038600" cy="2152650"/>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7"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8"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42913" y="103188"/>
            <a:ext cx="8243887" cy="5953125"/>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4"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5"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defP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defPPr/>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Content Placeholder 2"/>
          <p:cNvSpPr>
            <a:spLocks noGrp="1"/>
          </p:cNvSpPr>
          <p:nvPr>
            <p:ph idx="1"/>
          </p:nvPr>
        </p:nvSpPr>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defPPr/>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defPPr/>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6"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7"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8"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9"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4"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5"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3"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4"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defPPr/>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6"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7"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defPPr/>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prstTxWarp prst="textNoShape">
              <a:avLst/>
            </a:prstTxWarp>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itchFamily="34" charset="0"/>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6"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7"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defPPr/>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5"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6"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42913" y="103188"/>
            <a:ext cx="8243887" cy="1314450"/>
          </a:xfrm>
        </p:spPr>
        <p:txBody>
          <a:bodyPr/>
          <a:lstStyle>
            <a:defPPr/>
          </a:lstStyle>
          <a:p>
            <a:r>
              <a:rPr lang="en-US"/>
              <a:t>Click to edit Master title style</a:t>
            </a:r>
            <a:endParaRPr lang="en-IN"/>
          </a:p>
        </p:txBody>
      </p:sp>
      <p:sp>
        <p:nvSpPr>
          <p:cNvPr id="3" name="Text Placeholder 2"/>
          <p:cNvSpPr>
            <a:spLocks noGrp="1"/>
          </p:cNvSpPr>
          <p:nvPr>
            <p:ph type="body" sz="half" idx="1"/>
          </p:nvPr>
        </p:nvSpPr>
        <p:spPr>
          <a:xfrm>
            <a:off x="457200" y="1600200"/>
            <a:ext cx="4038600" cy="4456113"/>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600200"/>
            <a:ext cx="4038600" cy="2151063"/>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903663"/>
            <a:ext cx="4038600" cy="2152650"/>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7"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8"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42913" y="103188"/>
            <a:ext cx="8243887" cy="1314450"/>
          </a:xfrm>
        </p:spPr>
        <p:txBody>
          <a:bodyPr/>
          <a:lstStyle>
            <a:defP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456113"/>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quarter" idx="2"/>
          </p:nvPr>
        </p:nvSpPr>
        <p:spPr>
          <a:xfrm>
            <a:off x="4648200" y="1600200"/>
            <a:ext cx="4038600" cy="2151063"/>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p:cNvSpPr>
            <a:spLocks noGrp="1"/>
          </p:cNvSpPr>
          <p:nvPr>
            <p:ph sz="quarter" idx="3"/>
          </p:nvPr>
        </p:nvSpPr>
        <p:spPr>
          <a:xfrm>
            <a:off x="4648200" y="3903663"/>
            <a:ext cx="4038600" cy="2152650"/>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7"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8"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42913" y="103188"/>
            <a:ext cx="8243887" cy="5953125"/>
          </a:xfrm>
        </p:spPr>
        <p:txBody>
          <a:bodyPr/>
          <a:lstStyle>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3" name="Date Placeholder 3"/>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4" name="Footer Placeholder 4"/>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5" name="Slide Number Placeholder 5"/>
          <p:cNvSpPr>
            <a:spLocks noGrp="1"/>
          </p:cNvSpPr>
          <p:nvPr>
            <p:ph type="sldNum" sz="quarter" idx="12"/>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6" Type="http://schemas.openxmlformats.org/officeDocument/2006/relationships/image" Target="../media/image1.png"/><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theme" Target="../theme/theme4.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slideLayout" Target="../slideLayouts/slideLayout60.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6" Type="http://schemas.openxmlformats.org/officeDocument/2006/relationships/image" Target="../media/image1.png"/><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5" Type="http://schemas.openxmlformats.org/officeDocument/2006/relationships/theme" Target="../theme/theme5.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slideLayout" Target="../slideLayouts/slideLayout6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defP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def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lvl1pPr algn="l">
              <a:defRPr sz="1200">
                <a:solidFill>
                  <a:schemeClr val="tx1">
                    <a:tint val="75000"/>
                  </a:schemeClr>
                </a:solidFill>
              </a:defRPr>
            </a:lvl1pPr>
          </a:lstStyle>
          <a:p>
            <a:fld id="{E8FD0B7A-F5DD-4F40-B4CB-3B2C354B893A}" type="datetimeFigureOut">
              <a:rPr lang="en-US" smtClean="0"/>
              <a:pPr/>
              <a:t>8/28/2021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defPPr/>
            <a:lvl1pPr algn="r">
              <a:defRPr sz="1200">
                <a:solidFill>
                  <a:schemeClr val="tx1">
                    <a:tint val="75000"/>
                  </a:schemeClr>
                </a:solidFill>
              </a:defRPr>
            </a:lvl1pPr>
          </a:lstStyle>
          <a:p>
            <a:fld id="{93AE1883-0942-4AA3-9DB2-9C7C3A0314B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tile tx="0" ty="0" sx="100000" sy="100000" flip="none" algn="tl"/>
        </a:blipFill>
        <a:effectLst/>
      </p:bgPr>
    </p:bg>
    <p:spTree>
      <p:nvGrpSpPr>
        <p:cNvPr id="1" name=""/>
        <p:cNvGrpSpPr/>
        <p:nvPr/>
      </p:nvGrpSpPr>
      <p:grpSpPr>
        <a:xfrm>
          <a:off x="0" y="0"/>
          <a:ext cx="0" cy="0"/>
          <a:chOff x="0" y="0"/>
          <a:chExt cx="0" cy="0"/>
        </a:xfrm>
      </p:grpSpPr>
      <p:sp>
        <p:nvSpPr>
          <p:cNvPr id="1026" name="Rectangle 1"/>
          <p:cNvSpPr>
            <a:spLocks noGrp="1"/>
          </p:cNvSpPr>
          <p:nvPr>
            <p:ph type="title"/>
          </p:nvPr>
        </p:nvSpPr>
        <p:spPr>
          <a:xfrm>
            <a:off x="457200" y="274638"/>
            <a:ext cx="8226425" cy="1139825"/>
          </a:xfrm>
          <a:prstGeom prst="rect">
            <a:avLst/>
          </a:prstGeom>
          <a:noFill/>
          <a:ln>
            <a:noFill/>
            <a:round/>
          </a:ln>
          <a:effectLst/>
        </p:spPr>
        <p:txBody>
          <a:bodyPr lIns="90000" tIns="46800" rIns="90000" bIns="46800" anchor="ctr" anchorCtr="0">
            <a:noAutofit/>
          </a:bodyPr>
          <a:lstStyle>
            <a:defPPr/>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lang="en-GB" altLang="en-US" sz="4400" b="0" i="0" u="none" kern="1200" baseline="0">
                <a:solidFill>
                  <a:srgbClr val="000000"/>
                </a:solidFill>
                <a:latin typeface="Calibri" pitchFamily="34" charset="0"/>
                <a:ea typeface="Noto Sans CJK SC" charset="0"/>
                <a:cs typeface="+mj-cs"/>
              </a:defRPr>
            </a:lvl1pPr>
          </a:lstStyle>
          <a:p>
            <a:pPr lvl="0"/>
            <a:r>
              <a:t>Click to edit the title text format</a:t>
            </a:r>
          </a:p>
        </p:txBody>
      </p:sp>
      <p:sp>
        <p:nvSpPr>
          <p:cNvPr id="1027" name="Rectangle 2"/>
          <p:cNvSpPr>
            <a:spLocks noGrp="1"/>
          </p:cNvSpPr>
          <p:nvPr>
            <p:ph type="body" idx="1"/>
          </p:nvPr>
        </p:nvSpPr>
        <p:spPr>
          <a:xfrm>
            <a:off x="457200" y="1600200"/>
            <a:ext cx="8226425" cy="4522788"/>
          </a:xfrm>
          <a:prstGeom prst="rect">
            <a:avLst/>
          </a:prstGeom>
          <a:noFill/>
          <a:ln>
            <a:noFill/>
            <a:round/>
          </a:ln>
          <a:effectLst/>
        </p:spPr>
        <p:txBody>
          <a:bodyPr lIns="90000" tIns="46800" rIns="90000" bIns="46800">
            <a:noAutofit/>
          </a:bodyPr>
          <a:lstStyle>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lvl="0"/>
            <a:r>
              <a:t>Click to edit the outline text format</a:t>
            </a:r>
          </a:p>
          <a:p>
            <a:pPr lvl="1"/>
            <a:r>
              <a:t>Second Outline Level</a:t>
            </a:r>
          </a:p>
          <a:p>
            <a:pPr lvl="2"/>
            <a:r>
              <a:t>Third Outline Level</a:t>
            </a:r>
          </a:p>
          <a:p>
            <a:pPr lvl="3"/>
            <a:r>
              <a:t>Fourth Outline Level</a:t>
            </a:r>
          </a:p>
          <a:p>
            <a:pPr lvl="4"/>
            <a:r>
              <a:t>Fifth Outline Level</a:t>
            </a:r>
          </a:p>
          <a:p>
            <a:pPr lvl="4"/>
            <a:r>
              <a:t>Sixth Outline Level</a:t>
            </a:r>
          </a:p>
          <a:p>
            <a:pPr lvl="4"/>
            <a:r>
              <a:t>Seventh Outline Level</a:t>
            </a:r>
          </a:p>
        </p:txBody>
      </p:sp>
      <p:sp>
        <p:nvSpPr>
          <p:cNvPr id="1028" name="Rectangle 3"/>
          <p:cNvSpPr>
            <a:spLocks noGrp="1" noChangeArrowheads="1"/>
          </p:cNvSpPr>
          <p:nvPr>
            <p:ph type="dt" idx="2"/>
          </p:nvPr>
        </p:nvSpPr>
        <p:spPr bwMode="auto">
          <a:xfrm>
            <a:off x="457200" y="6356350"/>
            <a:ext cx="2130425" cy="361950"/>
          </a:xfrm>
          <a:prstGeom prst="rect">
            <a:avLst/>
          </a:prstGeom>
          <a:noFill/>
          <a:ln>
            <a:noFill/>
          </a:ln>
          <a:effectLst/>
        </p:spPr>
        <p:txBody>
          <a:bodyPr vert="horz" wrap="square" lIns="90000" tIns="46800" rIns="90000" bIns="46800" numCol="1" anchor="ctr" anchorCtr="0" compatLnSpc="1">
            <a:prstTxWarp prst="textNoShape">
              <a:avLst/>
            </a:prstTxWarp>
          </a:bodyPr>
          <a:lstStyle>
            <a:defPPr>
              <a:defRPr lang="en-GB"/>
            </a:defPPr>
            <a:lvl1pPr marL="0" indent="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200" b="0" i="0" u="none" baseline="0">
                <a:solidFill>
                  <a:srgbClr val="898989"/>
                </a:solidFill>
                <a:effectLst/>
                <a:latin typeface="Verdana" pitchFamily="34"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4" charset="0"/>
                <a:ea typeface="Noto Sans CJK SC" charset="0"/>
              </a:defRPr>
            </a:lvl5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029" name="Text Box 4"/>
          <p:cNvSpPr/>
          <p:nvPr/>
        </p:nvSpPr>
        <p:spPr>
          <a:xfrm>
            <a:off x="3124200" y="6356350"/>
            <a:ext cx="2895600" cy="365125"/>
          </a:xfrm>
          <a:prstGeom prst="rect">
            <a:avLst/>
          </a:prstGeom>
          <a:noFill/>
          <a:ln>
            <a:noFill/>
            <a:round/>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lvl="0">
              <a:buClr>
                <a:srgbClr val="000000"/>
              </a:buClr>
              <a:buFont typeface="Times New Roman" pitchFamily="18" charset="0"/>
            </a:pPr>
            <a:endParaRPr lang="en-IN" altLang="en-US"/>
          </a:p>
        </p:txBody>
      </p:sp>
      <p:sp>
        <p:nvSpPr>
          <p:cNvPr id="1030" name="Rectangle 5"/>
          <p:cNvSpPr>
            <a:spLocks noGrp="1" noChangeArrowheads="1"/>
          </p:cNvSpPr>
          <p:nvPr>
            <p:ph type="sldNum" idx="3"/>
          </p:nvPr>
        </p:nvSpPr>
        <p:spPr bwMode="auto">
          <a:xfrm>
            <a:off x="6553200" y="6356350"/>
            <a:ext cx="2130425" cy="361950"/>
          </a:xfrm>
          <a:prstGeom prst="rect">
            <a:avLst/>
          </a:prstGeom>
          <a:noFill/>
          <a:ln>
            <a:noFill/>
          </a:ln>
          <a:effectLst/>
        </p:spPr>
        <p:txBody>
          <a:bodyPr lIns="90000" tIns="46800" rIns="90000" bIns="46800" numCol="1" anchor="ctr" anchorCtr="0" compatLnSpc="1">
            <a:prstTxWarp prst="textNoShape">
              <a:avLst/>
            </a:prstTxWarp>
            <a:noAutofit/>
          </a:bodyPr>
          <a:lstStyle>
            <a:defPPr>
              <a:defRPr lang="en-GB"/>
            </a:defPPr>
            <a:lvl1pPr marL="0" indent="0" algn="r"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200" b="0" i="0" u="none" baseline="0">
                <a:solidFill>
                  <a:srgbClr val="898989"/>
                </a:solidFill>
                <a:effectLst/>
                <a:latin typeface="Verdana" pitchFamily="34"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37F9ECB2-5C89-4377-BC26-446493DC9293}"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 bg1="lt1" tx1="dk1" bg2="lt2" tx2="dk2" accent1="accent1" accent2="accent2" accent3="accent3" accent4="accent4" accent5="accent5" accent6="accent6" hlink="hlink" folHlink="folHlink"/>
  <p:sldLayoutIdLst>
    <p:sldLayoutId id="2147483660" r:id="rId1"/>
    <p:sldLayoutId id="2147483872" r:id="rId2"/>
    <p:sldLayoutId id="2147483874" r:id="rId3"/>
    <p:sldLayoutId id="2147483876" r:id="rId4"/>
    <p:sldLayoutId id="2147483878" r:id="rId5"/>
    <p:sldLayoutId id="2147483880" r:id="rId6"/>
    <p:sldLayoutId id="2147483882" r:id="rId7"/>
    <p:sldLayoutId id="2147483884" r:id="rId8"/>
    <p:sldLayoutId id="2147483886" r:id="rId9"/>
    <p:sldLayoutId id="2147483888" r:id="rId10"/>
    <p:sldLayoutId id="2147483890" r:id="rId11"/>
  </p:sldLayoutIdLst>
  <p:transition/>
  <p:txStyles>
    <p:titleStyle>
      <a:defPPr/>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sz="4400" b="0" i="0" u="none" kern="1200" baseline="0">
          <a:solidFill>
            <a:srgbClr val="000000"/>
          </a:solidFill>
          <a:effectLst/>
          <a:latin typeface="Calibri" pitchFamily="34" charset="0"/>
          <a:ea typeface="Noto Sans CJK SC" charset="0"/>
          <a:cs typeface="+mj-cs"/>
        </a:defRPr>
      </a:lvl1pPr>
    </p:titleStyle>
    <p:bodyStyle>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3"/>
          <a:tile tx="0" ty="0" sx="100000" sy="100000" flip="none" algn="tl"/>
        </a:blipFill>
        <a:effectLst/>
      </p:bgPr>
    </p:bg>
    <p:spTree>
      <p:nvGrpSpPr>
        <p:cNvPr id="1" name=""/>
        <p:cNvGrpSpPr/>
        <p:nvPr/>
      </p:nvGrpSpPr>
      <p:grpSpPr>
        <a:xfrm>
          <a:off x="0" y="0"/>
          <a:ext cx="0" cy="0"/>
          <a:chOff x="0" y="0"/>
          <a:chExt cx="0" cy="0"/>
        </a:xfrm>
      </p:grpSpPr>
      <p:sp>
        <p:nvSpPr>
          <p:cNvPr id="1026" name="Rectangle 1"/>
          <p:cNvSpPr>
            <a:spLocks noGrp="1"/>
          </p:cNvSpPr>
          <p:nvPr>
            <p:ph type="title"/>
          </p:nvPr>
        </p:nvSpPr>
        <p:spPr>
          <a:xfrm>
            <a:off x="457200" y="274638"/>
            <a:ext cx="8226425" cy="1139825"/>
          </a:xfrm>
          <a:prstGeom prst="rect">
            <a:avLst/>
          </a:prstGeom>
          <a:noFill/>
          <a:ln>
            <a:noFill/>
            <a:round/>
          </a:ln>
          <a:effectLst/>
        </p:spPr>
        <p:txBody>
          <a:bodyPr lIns="90000" tIns="46800" rIns="90000" bIns="46800" anchor="ctr" anchorCtr="0">
            <a:noAutofit/>
          </a:bodyPr>
          <a:lstStyle>
            <a:defPPr/>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lang="en-GB" altLang="en-US" sz="4400" b="0" i="0" u="none" kern="1200" baseline="0">
                <a:solidFill>
                  <a:srgbClr val="000000"/>
                </a:solidFill>
                <a:latin typeface="Calibri" pitchFamily="34" charset="0"/>
                <a:ea typeface="Noto Sans CJK SC" charset="0"/>
                <a:cs typeface="+mj-cs"/>
              </a:defRPr>
            </a:lvl1pPr>
          </a:lstStyle>
          <a:p>
            <a:pPr lvl="0"/>
            <a:r>
              <a:t>Click to edit the title text format</a:t>
            </a:r>
          </a:p>
        </p:txBody>
      </p:sp>
      <p:sp>
        <p:nvSpPr>
          <p:cNvPr id="1027" name="Rectangle 2"/>
          <p:cNvSpPr>
            <a:spLocks noGrp="1"/>
          </p:cNvSpPr>
          <p:nvPr>
            <p:ph type="body" idx="1"/>
          </p:nvPr>
        </p:nvSpPr>
        <p:spPr>
          <a:xfrm>
            <a:off x="457200" y="1600200"/>
            <a:ext cx="8226425" cy="4522788"/>
          </a:xfrm>
          <a:prstGeom prst="rect">
            <a:avLst/>
          </a:prstGeom>
          <a:noFill/>
          <a:ln>
            <a:noFill/>
            <a:round/>
          </a:ln>
          <a:effectLst/>
        </p:spPr>
        <p:txBody>
          <a:bodyPr lIns="90000" tIns="46800" rIns="90000" bIns="46800">
            <a:noAutofit/>
          </a:bodyPr>
          <a:lstStyle>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lvl="0"/>
            <a:r>
              <a:t>Click to edit the outline text format</a:t>
            </a:r>
          </a:p>
          <a:p>
            <a:pPr lvl="1"/>
            <a:r>
              <a:t>Second Outline Level</a:t>
            </a:r>
          </a:p>
          <a:p>
            <a:pPr lvl="2"/>
            <a:r>
              <a:t>Third Outline Level</a:t>
            </a:r>
          </a:p>
          <a:p>
            <a:pPr lvl="3"/>
            <a:r>
              <a:t>Fourth Outline Level</a:t>
            </a:r>
          </a:p>
          <a:p>
            <a:pPr lvl="4"/>
            <a:r>
              <a:t>Fifth Outline Level</a:t>
            </a:r>
          </a:p>
          <a:p>
            <a:pPr lvl="4"/>
            <a:r>
              <a:t>Sixth Outline Level</a:t>
            </a:r>
          </a:p>
          <a:p>
            <a:pPr lvl="4"/>
            <a:r>
              <a:t>Seventh Outline Level</a:t>
            </a:r>
          </a:p>
        </p:txBody>
      </p:sp>
      <p:sp>
        <p:nvSpPr>
          <p:cNvPr id="1028" name="Rectangle 3"/>
          <p:cNvSpPr>
            <a:spLocks noGrp="1" noChangeArrowheads="1"/>
          </p:cNvSpPr>
          <p:nvPr>
            <p:ph type="dt" idx="2"/>
          </p:nvPr>
        </p:nvSpPr>
        <p:spPr bwMode="auto">
          <a:xfrm>
            <a:off x="457200" y="6356350"/>
            <a:ext cx="2130425" cy="361950"/>
          </a:xfrm>
          <a:prstGeom prst="rect">
            <a:avLst/>
          </a:prstGeom>
          <a:noFill/>
          <a:ln>
            <a:noFill/>
          </a:ln>
          <a:effectLst/>
        </p:spPr>
        <p:txBody>
          <a:bodyPr vert="horz" wrap="square" lIns="90000" tIns="46800" rIns="90000" bIns="46800" numCol="1" anchor="ctr" anchorCtr="0" compatLnSpc="1">
            <a:prstTxWarp prst="textNoShape">
              <a:avLst/>
            </a:prstTxWarp>
          </a:bodyPr>
          <a:lstStyle>
            <a:defPPr>
              <a:defRPr lang="en-GB"/>
            </a:defPPr>
            <a:lvl1pPr marL="0" indent="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200" b="0" i="0" u="none" baseline="0">
                <a:solidFill>
                  <a:srgbClr val="898989"/>
                </a:solidFill>
                <a:effectLst/>
                <a:latin typeface="Verdana" pitchFamily="34"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sz="1800" b="0" i="0" u="none" baseline="0">
                <a:solidFill>
                  <a:schemeClr val="bg1"/>
                </a:solidFill>
                <a:effectLst/>
                <a:latin typeface="Verdana" pitchFamily="34" charset="0"/>
                <a:ea typeface="Noto Sans CJK SC" charset="0"/>
              </a:defRPr>
            </a:lvl5pPr>
          </a:lstStyle>
          <a:p>
            <a:pPr marL="0" marR="0" lvl="0" indent="0" algn="l" defTabSz="449263" rtl="0" eaLnBrk="0" fontAlgn="base" latinLnBrk="0"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1200" b="0" i="0" u="none" strike="noStrike" kern="1200" cap="none" spc="0" normalizeH="0" baseline="0" noProof="0">
                <a:ln>
                  <a:noFill/>
                </a:ln>
                <a:solidFill>
                  <a:srgbClr val="898989"/>
                </a:solidFill>
                <a:effectLst/>
                <a:uLnTx/>
                <a:uFillTx/>
                <a:latin typeface="Verdana" pitchFamily="34" charset="0"/>
                <a:ea typeface="+mn-ea"/>
                <a:cs typeface="DejaVu Sans" charset="0"/>
              </a:rPr>
              <a:t>April 2007</a:t>
            </a:r>
          </a:p>
        </p:txBody>
      </p:sp>
      <p:sp>
        <p:nvSpPr>
          <p:cNvPr id="1029" name="Text Box 4"/>
          <p:cNvSpPr/>
          <p:nvPr/>
        </p:nvSpPr>
        <p:spPr>
          <a:xfrm>
            <a:off x="3124200" y="6356350"/>
            <a:ext cx="2895600" cy="365125"/>
          </a:xfrm>
          <a:prstGeom prst="rect">
            <a:avLst/>
          </a:prstGeom>
          <a:noFill/>
          <a:ln>
            <a:noFill/>
            <a:round/>
          </a:ln>
          <a:effectLst/>
        </p:spPr>
        <p:txBody>
          <a:bodyPr wrap="none" anchor="ctr" anchorCtr="0">
            <a:no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lvl="0">
              <a:buClr>
                <a:srgbClr val="000000"/>
              </a:buClr>
              <a:buFont typeface="Times New Roman" pitchFamily="18" charset="0"/>
            </a:pPr>
            <a:endParaRPr lang="en-IN" altLang="en-US"/>
          </a:p>
        </p:txBody>
      </p:sp>
      <p:sp>
        <p:nvSpPr>
          <p:cNvPr id="1030" name="Rectangle 5"/>
          <p:cNvSpPr>
            <a:spLocks noGrp="1" noChangeArrowheads="1"/>
          </p:cNvSpPr>
          <p:nvPr>
            <p:ph type="sldNum" idx="3"/>
          </p:nvPr>
        </p:nvSpPr>
        <p:spPr bwMode="auto">
          <a:xfrm>
            <a:off x="6553200" y="6356350"/>
            <a:ext cx="2130425" cy="361950"/>
          </a:xfrm>
          <a:prstGeom prst="rect">
            <a:avLst/>
          </a:prstGeom>
          <a:noFill/>
          <a:ln>
            <a:noFill/>
          </a:ln>
          <a:effectLst/>
        </p:spPr>
        <p:txBody>
          <a:bodyPr lIns="90000" tIns="46800" rIns="90000" bIns="46800" numCol="1" anchor="ctr" anchorCtr="0" compatLnSpc="1">
            <a:prstTxWarp prst="textNoShape">
              <a:avLst/>
            </a:prstTxWarp>
            <a:noAutofit/>
          </a:bodyPr>
          <a:lstStyle>
            <a:defPPr>
              <a:defRPr lang="en-GB"/>
            </a:defPPr>
            <a:lvl1pPr marL="0" indent="0" algn="r"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200" b="0" i="0" u="none" baseline="0">
                <a:solidFill>
                  <a:srgbClr val="898989"/>
                </a:solidFill>
                <a:effectLst/>
                <a:latin typeface="Verdana" pitchFamily="34" charset="0"/>
                <a:ea typeface="Noto Sans CJK SC" charset="0"/>
                <a:cs typeface="DejaVu Sans"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fld id="{37F9ECB2-5C89-4377-BC26-446493DC9293}" type="slidenum">
              <a:rPr lang="en-US" altLang="en-US" sz="1200">
                <a:solidFill>
                  <a:srgbClr val="898989"/>
                </a:solidFill>
                <a:ea typeface="DejaVu Sans"/>
              </a:rPr>
              <a:pPr marL="0" lvl="0" indent="0" algn="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t>‹#›</a:t>
            </a:fld>
            <a:endParaRPr lang="en-US" altLang="en-US" sz="1200">
              <a:solidFill>
                <a:srgbClr val="898989"/>
              </a:solidFill>
              <a:ea typeface="DejaVu Sans"/>
            </a:endParaRPr>
          </a:p>
        </p:txBody>
      </p:sp>
    </p:spTree>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p:transition/>
  <p:txStyles>
    <p:titleStyle>
      <a:defPPr/>
      <a:lvl1pPr marL="0" indent="0" algn="ctr" defTabSz="449262" rtl="0" eaLnBrk="0" fontAlgn="base" hangingPunct="0">
        <a:lnSpc>
          <a:spcPct val="100000"/>
        </a:lnSpc>
        <a:spcBef>
          <a:spcPct val="0"/>
        </a:spcBef>
        <a:spcAft>
          <a:spcPct val="0"/>
        </a:spcAft>
        <a:buClr>
          <a:srgbClr val="000000"/>
        </a:buClr>
        <a:buSzTx/>
        <a:buFont typeface="Times New Roman" pitchFamily="18" charset="0"/>
        <a:buNone/>
        <a:defRPr kumimoji="0" sz="4400" b="0" i="0" u="none" kern="1200" baseline="0">
          <a:solidFill>
            <a:srgbClr val="000000"/>
          </a:solidFill>
          <a:effectLst/>
          <a:latin typeface="Calibri" pitchFamily="34" charset="0"/>
          <a:ea typeface="Noto Sans CJK SC" charset="0"/>
          <a:cs typeface="+mj-cs"/>
        </a:defRPr>
      </a:lvl1pPr>
    </p:titleStyle>
    <p:bodyStyle>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6"/>
          <a:tile tx="0" ty="0" sx="100000" sy="100000" flip="none" algn="tl"/>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defPPr/>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a:r>
              <a:t>Click to edit Master title style</a:t>
            </a:r>
          </a:p>
        </p:txBody>
      </p:sp>
      <p:sp>
        <p:nvSpPr>
          <p:cNvPr id="1027" name="Text Placeholder 2"/>
          <p:cNvSpPr>
            <a:spLocks noGrp="1"/>
          </p:cNvSpPr>
          <p:nvPr>
            <p:ph type="body" idx="1"/>
          </p:nvPr>
        </p:nvSpPr>
        <p:spPr>
          <a:xfrm>
            <a:off x="457200" y="1600200"/>
            <a:ext cx="8229600" cy="4525963"/>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indent="0" algn="l" defTabSz="914400" rtl="0" eaLnBrk="0" fontAlgn="base" hangingPunct="0">
              <a:lnSpc>
                <a:spcPct val="100000"/>
              </a:lnSpc>
              <a:spcBef>
                <a:spcPct val="0"/>
              </a:spcBef>
              <a:spcAft>
                <a:spcPct val="0"/>
              </a:spcAft>
              <a:buClrTx/>
              <a:buSzTx/>
              <a:buFontTx/>
              <a:buNone/>
              <a:defRPr kumimoji="0" sz="1200" b="0" i="0" u="none" baseline="0">
                <a:solidFill>
                  <a:schemeClr val="tx1">
                    <a:tint val="75000"/>
                  </a:schemeClr>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102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indent="0" algn="ctr" defTabSz="914400" rtl="0" eaLnBrk="0" fontAlgn="base" hangingPunct="0">
              <a:lnSpc>
                <a:spcPct val="100000"/>
              </a:lnSpc>
              <a:spcBef>
                <a:spcPct val="0"/>
              </a:spcBef>
              <a:spcAft>
                <a:spcPct val="0"/>
              </a:spcAft>
              <a:buClrTx/>
              <a:buSzTx/>
              <a:buFontTx/>
              <a:buNone/>
              <a:defRPr kumimoji="0" sz="1200" b="0" i="0" u="none" baseline="0">
                <a:solidFill>
                  <a:schemeClr val="tx1">
                    <a:tint val="75000"/>
                  </a:schemeClr>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1030" name="Slide Number Placeholder 5"/>
          <p:cNvSpPr>
            <a:spLocks noGrp="1"/>
          </p:cNvSpPr>
          <p:nvPr>
            <p:ph type="sldNum" sz="quarter" idx="4"/>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 id="2147483916" r:id="rId12"/>
    <p:sldLayoutId id="2147483917" r:id="rId13"/>
    <p:sldLayoutId id="2147483918" r:id="rId14"/>
  </p:sldLayoutIdLst>
  <p:transition/>
  <p:txStyles>
    <p:titleStyle>
      <a:defPPr/>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Calibri" pitchFamily="34" charset="0"/>
          <a:ea typeface="+mj-ea"/>
          <a:cs typeface="+mj-cs"/>
        </a:defRPr>
      </a:lvl1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6"/>
          <a:tile tx="0" ty="0" sx="100000" sy="100000" flip="none" algn="tl"/>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457200" y="274638"/>
            <a:ext cx="8229600" cy="1143000"/>
          </a:xfrm>
          <a:prstGeom prst="rect">
            <a:avLst/>
          </a:prstGeom>
          <a:noFill/>
          <a:ln>
            <a:noFill/>
            <a:miter lim="800000"/>
          </a:ln>
        </p:spPr>
        <p:txBody>
          <a:bodyPr anchor="ctr" anchorCtr="0">
            <a:noAutofit/>
          </a:bodyPr>
          <a:lstStyle>
            <a:defPPr/>
            <a:lvl1pPr marL="0" indent="0" algn="ctr" defTabSz="914400" rtl="0" eaLnBrk="0" fontAlgn="base" hangingPunct="0">
              <a:lnSpc>
                <a:spcPct val="100000"/>
              </a:lnSpc>
              <a:spcBef>
                <a:spcPct val="0"/>
              </a:spcBef>
              <a:spcAft>
                <a:spcPct val="0"/>
              </a:spcAft>
              <a:buClrTx/>
              <a:buSzTx/>
              <a:buFontTx/>
              <a:buNone/>
              <a:defRPr kumimoji="0" lang="en-US" altLang="en-US" sz="4400" b="0" i="0" u="none" kern="1200" baseline="0">
                <a:solidFill>
                  <a:schemeClr val="tx1"/>
                </a:solidFill>
                <a:latin typeface="Calibri" pitchFamily="34" charset="0"/>
                <a:ea typeface="+mj-ea"/>
                <a:cs typeface="+mj-cs"/>
              </a:defRPr>
            </a:lvl1pPr>
          </a:lstStyle>
          <a:p>
            <a:pPr lvl="0"/>
            <a:r>
              <a:t>Click to edit Master title style</a:t>
            </a:r>
          </a:p>
        </p:txBody>
      </p:sp>
      <p:sp>
        <p:nvSpPr>
          <p:cNvPr id="1027" name="Text Placeholder 2"/>
          <p:cNvSpPr>
            <a:spLocks noGrp="1"/>
          </p:cNvSpPr>
          <p:nvPr>
            <p:ph type="body" idx="1"/>
          </p:nvPr>
        </p:nvSpPr>
        <p:spPr>
          <a:xfrm>
            <a:off x="457200" y="1600200"/>
            <a:ext cx="8229600" cy="4525963"/>
          </a:xfrm>
          <a:prstGeom prst="rect">
            <a:avLst/>
          </a:prstGeom>
          <a:noFill/>
          <a:ln>
            <a:noFill/>
            <a:miter lim="800000"/>
          </a:ln>
        </p:spPr>
        <p:txBody>
          <a:bodyPr>
            <a:noAutofit/>
          </a:bodyPr>
          <a:lst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lvl="0"/>
            <a:r>
              <a:t>Click to edit Master text styles</a:t>
            </a:r>
          </a:p>
          <a:p>
            <a:pPr lvl="1"/>
            <a:r>
              <a:t>Second level</a:t>
            </a:r>
          </a:p>
          <a:p>
            <a:pPr lvl="2"/>
            <a:r>
              <a:t>Third level</a:t>
            </a:r>
          </a:p>
          <a:p>
            <a:pPr lvl="3"/>
            <a:r>
              <a:t>Fourth level</a:t>
            </a:r>
          </a:p>
          <a:p>
            <a:pPr lvl="4"/>
            <a:r>
              <a:t>Fifth level</a:t>
            </a:r>
          </a:p>
        </p:txBody>
      </p:sp>
      <p:sp>
        <p:nvSpPr>
          <p:cNvPr id="102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defPPr>
              <a:defRPr lang="en-US"/>
            </a:defPPr>
            <a:lvl1pPr marL="0" indent="0" algn="l" defTabSz="914400" rtl="0" eaLnBrk="0" fontAlgn="base" hangingPunct="0">
              <a:lnSpc>
                <a:spcPct val="100000"/>
              </a:lnSpc>
              <a:spcBef>
                <a:spcPct val="0"/>
              </a:spcBef>
              <a:spcAft>
                <a:spcPct val="0"/>
              </a:spcAft>
              <a:buClrTx/>
              <a:buSzTx/>
              <a:buFontTx/>
              <a:buNone/>
              <a:defRPr kumimoji="0" sz="1200" b="0" i="0" u="none" baseline="0">
                <a:solidFill>
                  <a:schemeClr val="tx1">
                    <a:tint val="75000"/>
                  </a:schemeClr>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rPr>
              <a:t>April 2007</a:t>
            </a:r>
          </a:p>
        </p:txBody>
      </p:sp>
      <p:sp>
        <p:nvSpPr>
          <p:cNvPr id="102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defPPr>
              <a:defRPr lang="en-US"/>
            </a:defPPr>
            <a:lvl1pPr marL="0" indent="0" algn="ctr" defTabSz="914400" rtl="0" eaLnBrk="0" fontAlgn="base" hangingPunct="0">
              <a:lnSpc>
                <a:spcPct val="100000"/>
              </a:lnSpc>
              <a:spcBef>
                <a:spcPct val="0"/>
              </a:spcBef>
              <a:spcAft>
                <a:spcPct val="0"/>
              </a:spcAft>
              <a:buClrTx/>
              <a:buSzTx/>
              <a:buFontTx/>
              <a:buNone/>
              <a:defRPr kumimoji="0" sz="1200" b="0" i="0" u="none" baseline="0">
                <a:solidFill>
                  <a:schemeClr val="tx1">
                    <a:tint val="75000"/>
                  </a:schemeClr>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Verdana" pitchFamily="34" charset="0"/>
              <a:ea typeface="+mn-ea"/>
              <a:cs typeface="+mn-cs"/>
            </a:endParaRPr>
          </a:p>
        </p:txBody>
      </p:sp>
      <p:sp>
        <p:nvSpPr>
          <p:cNvPr id="1030" name="Slide Number Placeholder 5"/>
          <p:cNvSpPr>
            <a:spLocks noGrp="1"/>
          </p:cNvSpPr>
          <p:nvPr>
            <p:ph type="sldNum" sz="quarter" idx="4"/>
          </p:nvPr>
        </p:nvSpPr>
        <p:spPr>
          <a:xfrm>
            <a:off x="6553200" y="6356350"/>
            <a:ext cx="2133600" cy="365125"/>
          </a:xfrm>
          <a:prstGeom prst="rect">
            <a:avLst/>
          </a:prstGeom>
        </p:spPr>
        <p:txBody>
          <a:bodyPr numCol="1" anchor="ctr" anchorCtr="0" compatLnSpc="1">
            <a:prstTxWarp prst="textNoShape">
              <a:avLst/>
            </a:prstTxWarp>
            <a:noAutofit/>
          </a:bodyPr>
          <a:lstStyle>
            <a:defPPr>
              <a:defRPr lang="en-US"/>
            </a:defPPr>
            <a:lvl1pPr marL="0" indent="0" algn="r" defTabSz="914400" rtl="0" eaLnBrk="0" fontAlgn="base" hangingPunct="0">
              <a:lnSpc>
                <a:spcPct val="100000"/>
              </a:lnSpc>
              <a:spcBef>
                <a:spcPct val="0"/>
              </a:spcBef>
              <a:spcAft>
                <a:spcPct val="0"/>
              </a:spcAft>
              <a:buClrTx/>
              <a:buSzTx/>
              <a:buFontTx/>
              <a:buNone/>
              <a:defRPr kumimoji="0" lang="en-US" altLang="en-US" sz="1200" b="0" i="0" u="none" baseline="0">
                <a:solidFill>
                  <a:srgbClr val="898989"/>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r"/>
            <a:fld id="{C3278468-68E5-4FCB-9937-437E6ACF8628}" type="slidenum">
              <a:rPr lang="en-US" altLang="en-US" sz="1200">
                <a:solidFill>
                  <a:srgbClr val="898989"/>
                </a:solidFill>
              </a:rPr>
              <a:pPr marL="0" lvl="0" indent="0" algn="r"/>
              <a:t>‹#›</a:t>
            </a:fld>
            <a:endParaRPr lang="en-US" altLang="en-US" sz="1200">
              <a:solidFill>
                <a:srgbClr val="898989"/>
              </a:solidFill>
            </a:endParaRPr>
          </a:p>
        </p:txBody>
      </p:sp>
    </p:spTree>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932" r:id="rId13"/>
    <p:sldLayoutId id="2147483933" r:id="rId14"/>
  </p:sldLayoutIdLst>
  <p:transition/>
  <p:txStyles>
    <p:titleStyle>
      <a:defPPr/>
      <a:lvl1pPr marL="0" indent="0" algn="ctr" defTabSz="914400" rtl="0" eaLnBrk="0" fontAlgn="base" hangingPunct="0">
        <a:lnSpc>
          <a:spcPct val="100000"/>
        </a:lnSpc>
        <a:spcBef>
          <a:spcPct val="0"/>
        </a:spcBef>
        <a:spcAft>
          <a:spcPct val="0"/>
        </a:spcAft>
        <a:buClrTx/>
        <a:buSzTx/>
        <a:buFontTx/>
        <a:buNone/>
        <a:defRPr kumimoji="0" sz="4400" b="0" i="0" u="none" kern="1200" baseline="0">
          <a:solidFill>
            <a:schemeClr val="tx1"/>
          </a:solidFill>
          <a:effectLst/>
          <a:latin typeface="Calibri" pitchFamily="34" charset="0"/>
          <a:ea typeface="+mj-ea"/>
          <a:cs typeface="+mj-cs"/>
        </a:defRPr>
      </a:lvl1pPr>
    </p:titleStyle>
    <p:bodyStyle>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1pPr>
      <a:lvl2pPr marL="4572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2pPr>
      <a:lvl3pPr marL="9144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3pPr>
      <a:lvl4pPr marL="13716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4pPr>
      <a:lvl5pPr marL="1828800" indent="0" algn="l" defTabSz="914400" rtl="0" eaLnBrk="1" fontAlgn="base" latinLnBrk="0" hangingPunct="1">
        <a:lnSpc>
          <a:spcPct val="100000"/>
        </a:lnSpc>
        <a:spcBef>
          <a:spcPct val="0"/>
        </a:spcBef>
        <a:spcAft>
          <a:spcPct val="0"/>
        </a:spcAft>
        <a:buClrTx/>
        <a:buSzTx/>
        <a:buFontTx/>
        <a:buNone/>
        <a:defRPr kumimoji="0" sz="1800" b="0" i="0" u="none" kern="1200" baseline="0">
          <a:solidFill>
            <a:schemeClr val="tx1"/>
          </a:solidFill>
          <a:effectLst/>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9.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9.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9.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9.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bin"/><Relationship Id="rId1" Type="http://schemas.openxmlformats.org/officeDocument/2006/relationships/slideLayout" Target="../slideLayouts/slideLayout59.xml"/><Relationship Id="rId6" Type="http://schemas.openxmlformats.org/officeDocument/2006/relationships/oleObject" Target="../embeddings/oleObject3.bin"/><Relationship Id="rId5" Type="http://schemas.openxmlformats.org/officeDocument/2006/relationships/image" Target="../media/image19.wmf"/><Relationship Id="rId4" Type="http://schemas.openxmlformats.org/officeDocument/2006/relationships/oleObject" Target="../embeddings/oleObject2.bin"/><Relationship Id="rId9" Type="http://schemas.openxmlformats.org/officeDocument/2006/relationships/image" Target="../media/image21.wmf"/></Relationships>
</file>

<file path=ppt/slides/_rels/slide2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5.bin"/><Relationship Id="rId1" Type="http://schemas.openxmlformats.org/officeDocument/2006/relationships/slideLayout" Target="../slideLayouts/slideLayout51.xml"/><Relationship Id="rId5" Type="http://schemas.openxmlformats.org/officeDocument/2006/relationships/image" Target="../media/image23.wmf"/><Relationship Id="rId4"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7.bin"/><Relationship Id="rId1" Type="http://schemas.openxmlformats.org/officeDocument/2006/relationships/slideLayout" Target="../slideLayouts/slideLayout60.xml"/><Relationship Id="rId6" Type="http://schemas.openxmlformats.org/officeDocument/2006/relationships/oleObject" Target="../embeddings/oleObject9.bin"/><Relationship Id="rId5" Type="http://schemas.openxmlformats.org/officeDocument/2006/relationships/image" Target="../media/image25.wmf"/><Relationship Id="rId4" Type="http://schemas.openxmlformats.org/officeDocument/2006/relationships/oleObject" Target="../embeddings/oleObject8.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32.wmf"/><Relationship Id="rId3" Type="http://schemas.openxmlformats.org/officeDocument/2006/relationships/image" Target="../media/image27.wmf"/><Relationship Id="rId7" Type="http://schemas.openxmlformats.org/officeDocument/2006/relationships/image" Target="../media/image29.wmf"/><Relationship Id="rId12" Type="http://schemas.openxmlformats.org/officeDocument/2006/relationships/oleObject" Target="../embeddings/oleObject15.bin"/><Relationship Id="rId2" Type="http://schemas.openxmlformats.org/officeDocument/2006/relationships/oleObject" Target="../embeddings/oleObject10.bin"/><Relationship Id="rId1" Type="http://schemas.openxmlformats.org/officeDocument/2006/relationships/slideLayout" Target="../slideLayouts/slideLayout49.xml"/><Relationship Id="rId6" Type="http://schemas.openxmlformats.org/officeDocument/2006/relationships/oleObject" Target="../embeddings/oleObject12.bin"/><Relationship Id="rId11" Type="http://schemas.openxmlformats.org/officeDocument/2006/relationships/image" Target="../media/image31.wmf"/><Relationship Id="rId5" Type="http://schemas.openxmlformats.org/officeDocument/2006/relationships/image" Target="../media/image28.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30.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image" Target="../media/image33.png"/><Relationship Id="rId1" Type="http://schemas.openxmlformats.org/officeDocument/2006/relationships/slideLayout" Target="../slideLayouts/slideLayout49.xml"/><Relationship Id="rId6" Type="http://schemas.openxmlformats.org/officeDocument/2006/relationships/image" Target="../media/image35.wmf"/><Relationship Id="rId5" Type="http://schemas.openxmlformats.org/officeDocument/2006/relationships/oleObject" Target="../embeddings/oleObject17.bin"/><Relationship Id="rId4" Type="http://schemas.openxmlformats.org/officeDocument/2006/relationships/image" Target="../media/image34.wmf"/></Relationships>
</file>

<file path=ppt/slides/_rels/slide3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18.bin"/><Relationship Id="rId1" Type="http://schemas.openxmlformats.org/officeDocument/2006/relationships/slideLayout" Target="../slideLayouts/slideLayout61.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61.xml"/><Relationship Id="rId5" Type="http://schemas.openxmlformats.org/officeDocument/2006/relationships/image" Target="../media/image40.png"/><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oleObject" Target="../embeddings/oleObject19.bin"/><Relationship Id="rId1" Type="http://schemas.openxmlformats.org/officeDocument/2006/relationships/slideLayout" Target="../slideLayouts/slideLayout51.xml"/><Relationship Id="rId4" Type="http://schemas.openxmlformats.org/officeDocument/2006/relationships/image" Target="../media/image42.jpeg"/></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9.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20.bin"/><Relationship Id="rId1" Type="http://schemas.openxmlformats.org/officeDocument/2006/relationships/slideLayout" Target="../slideLayouts/slideLayout49.xml"/><Relationship Id="rId5" Type="http://schemas.openxmlformats.org/officeDocument/2006/relationships/image" Target="../media/image46.wmf"/><Relationship Id="rId4" Type="http://schemas.openxmlformats.org/officeDocument/2006/relationships/oleObject" Target="../embeddings/oleObject21.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22.bin"/><Relationship Id="rId1" Type="http://schemas.openxmlformats.org/officeDocument/2006/relationships/slideLayout" Target="../slideLayouts/slideLayout49.xml"/><Relationship Id="rId6" Type="http://schemas.openxmlformats.org/officeDocument/2006/relationships/oleObject" Target="../embeddings/oleObject24.bin"/><Relationship Id="rId5" Type="http://schemas.openxmlformats.org/officeDocument/2006/relationships/image" Target="../media/image48.wmf"/><Relationship Id="rId4" Type="http://schemas.openxmlformats.org/officeDocument/2006/relationships/oleObject" Target="../embeddings/oleObject23.bin"/><Relationship Id="rId9" Type="http://schemas.openxmlformats.org/officeDocument/2006/relationships/image" Target="../media/image50.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51.wmf"/><Relationship Id="rId7" Type="http://schemas.openxmlformats.org/officeDocument/2006/relationships/image" Target="../media/image49.wmf"/><Relationship Id="rId2" Type="http://schemas.openxmlformats.org/officeDocument/2006/relationships/oleObject" Target="../embeddings/oleObject26.bin"/><Relationship Id="rId1" Type="http://schemas.openxmlformats.org/officeDocument/2006/relationships/slideLayout" Target="../slideLayouts/slideLayout49.xml"/><Relationship Id="rId6" Type="http://schemas.openxmlformats.org/officeDocument/2006/relationships/oleObject" Target="../embeddings/oleObject28.bin"/><Relationship Id="rId5" Type="http://schemas.openxmlformats.org/officeDocument/2006/relationships/image" Target="../media/image52.wmf"/><Relationship Id="rId4" Type="http://schemas.openxmlformats.org/officeDocument/2006/relationships/oleObject" Target="../embeddings/oleObject27.bin"/><Relationship Id="rId9" Type="http://schemas.openxmlformats.org/officeDocument/2006/relationships/image" Target="../media/image53.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p:cNvSpPr txBox="1"/>
          <p:nvPr/>
        </p:nvSpPr>
        <p:spPr>
          <a:xfrm>
            <a:off x="323850" y="336550"/>
            <a:ext cx="8569325" cy="6370975"/>
          </a:xfrm>
          <a:prstGeom prst="rect">
            <a:avLst/>
          </a:prstGeom>
          <a:noFill/>
        </p:spPr>
        <p:txBody>
          <a:bodyPr>
            <a:spAutoFit/>
          </a:bodyPr>
          <a:lstStyle>
            <a:defPPr>
              <a:defRPr lang="en-GB"/>
            </a:defPPr>
            <a:lvl1pPr marL="0" indent="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1pPr>
            <a:lvl2pPr marL="742950" indent="-28575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2pPr>
            <a:lvl3pPr marL="11430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3pPr>
            <a:lvl4pPr marL="16002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4pPr>
            <a:lvl5pPr marL="2057400" indent="-228600" algn="l" defTabSz="449262" rtl="0" eaLnBrk="0" fontAlgn="base" hangingPunct="0">
              <a:lnSpc>
                <a:spcPct val="100000"/>
              </a:lnSpc>
              <a:spcBef>
                <a:spcPct val="0"/>
              </a:spcBef>
              <a:spcAft>
                <a:spcPct val="0"/>
              </a:spcAft>
              <a:buClrTx/>
              <a:buSzTx/>
              <a:buFontTx/>
              <a:buNone/>
              <a:defRPr kumimoji="0" lang="en-GB" altLang="en-US" sz="1800" b="0" i="0" u="none" baseline="0">
                <a:solidFill>
                  <a:schemeClr val="bg1"/>
                </a:solidFill>
                <a:effectLst/>
                <a:latin typeface="Verdana" pitchFamily="34" charset="0"/>
                <a:ea typeface="Noto Sans CJK SC" charset="0"/>
              </a:defRPr>
            </a:lvl5pPr>
          </a:lstStyle>
          <a:p>
            <a:pPr marL="0" marR="0" lvl="0" indent="0" algn="ctr" eaLnBrk="1" hangingPunct="1"/>
            <a:r>
              <a:rPr lang="en-IN" altLang="en-US" sz="2000" b="1" i="1" spc="0" dirty="0">
                <a:solidFill>
                  <a:srgbClr val="00B050"/>
                </a:solidFill>
                <a:effectLst>
                  <a:outerShdw blurRad="38100" dist="38100" dir="2700000" algn="tl">
                    <a:srgbClr val="000000">
                      <a:alpha val="43137"/>
                    </a:srgbClr>
                  </a:outerShdw>
                </a:effectLst>
                <a:latin typeface="Times New Roman" pitchFamily="18" charset="0"/>
              </a:rPr>
              <a:t>Neural Networks and Deep Learning (18CSE23)</a:t>
            </a:r>
            <a:endParaRPr lang="en-IN" altLang="en-US" sz="2000" b="1" i="1" dirty="0">
              <a:solidFill>
                <a:srgbClr val="00B050"/>
              </a:solidFill>
              <a:effectLst>
                <a:outerShdw blurRad="38100" dist="38100" dir="2700000" algn="tl">
                  <a:srgbClr val="000000">
                    <a:alpha val="43137"/>
                  </a:srgbClr>
                </a:outerShdw>
              </a:effectLst>
              <a:latin typeface="Times New Roman" pitchFamily="18" charset="0"/>
            </a:endParaRPr>
          </a:p>
          <a:p>
            <a:pPr marL="0" marR="0" lvl="0" indent="0" algn="ctr" eaLnBrk="1" hangingPunct="1"/>
            <a:r>
              <a:rPr lang="en-IN" altLang="en-US" sz="2000" b="1" i="1" dirty="0">
                <a:solidFill>
                  <a:srgbClr val="00B050"/>
                </a:solidFill>
                <a:effectLst>
                  <a:outerShdw blurRad="38100" dist="38100" dir="2700000" algn="tl">
                    <a:srgbClr val="000000">
                      <a:alpha val="43137"/>
                    </a:srgbClr>
                  </a:outerShdw>
                </a:effectLst>
                <a:latin typeface="Times New Roman" pitchFamily="18" charset="0"/>
              </a:rPr>
              <a:t>(B.E (CSE) VII-Sem PE-V)</a:t>
            </a:r>
            <a:endParaRPr lang="en-US" altLang="en-US" sz="2000" b="1" i="1" dirty="0">
              <a:effectLst>
                <a:outerShdw blurRad="38100" dist="38100" dir="2700000" algn="tl">
                  <a:schemeClr val="bg2"/>
                </a:outerShdw>
              </a:effectLst>
              <a:latin typeface="Times New Roman" pitchFamily="18" charset="0"/>
            </a:endParaRPr>
          </a:p>
          <a:p>
            <a:pPr marL="0" marR="0" lvl="0" indent="0" algn="ctr" eaLnBrk="1" hangingPunct="1"/>
            <a:endParaRPr lang="en-US" altLang="en-US" sz="2000" b="1" i="1" dirty="0">
              <a:solidFill>
                <a:srgbClr val="000000"/>
              </a:solidFill>
              <a:effectLst>
                <a:outerShdw blurRad="38100" dist="38100" dir="2700000" algn="tl">
                  <a:srgbClr val="000000">
                    <a:alpha val="43137"/>
                  </a:srgbClr>
                </a:outerShdw>
              </a:effectLst>
              <a:latin typeface="Times New Roman" pitchFamily="18" charset="0"/>
            </a:endParaRPr>
          </a:p>
          <a:p>
            <a:pPr marL="0" marR="0" lvl="0" indent="0" algn="ctr" eaLnBrk="1" hangingPunct="1"/>
            <a:endParaRPr lang="en-US" altLang="en-US" sz="2000" b="1" i="1" dirty="0">
              <a:solidFill>
                <a:srgbClr val="000000"/>
              </a:solidFill>
              <a:effectLst>
                <a:outerShdw blurRad="38100" dist="38100" dir="2700000" algn="tl">
                  <a:srgbClr val="000000">
                    <a:alpha val="43137"/>
                  </a:srgbClr>
                </a:outerShdw>
              </a:effectLst>
              <a:latin typeface="Times New Roman" pitchFamily="18" charset="0"/>
            </a:endParaRPr>
          </a:p>
          <a:p>
            <a:pPr marL="0" marR="0" lvl="0" indent="0" algn="ctr" eaLnBrk="1" hangingPunct="1"/>
            <a:endParaRPr lang="en-US" altLang="en-US" sz="2000" b="1" i="1" dirty="0">
              <a:solidFill>
                <a:srgbClr val="000000"/>
              </a:solidFill>
              <a:effectLst>
                <a:outerShdw blurRad="38100" dist="38100" dir="2700000" algn="tl">
                  <a:srgbClr val="000000">
                    <a:alpha val="43137"/>
                  </a:srgbClr>
                </a:outerShdw>
              </a:effectLst>
              <a:latin typeface="Times New Roman" pitchFamily="18" charset="0"/>
            </a:endParaRPr>
          </a:p>
          <a:p>
            <a:pPr marL="0" marR="0" lvl="0" indent="0" algn="ctr" eaLnBrk="1" hangingPunct="1"/>
            <a:endParaRPr lang="en-US" altLang="en-US" sz="2000" b="1" i="1" dirty="0">
              <a:solidFill>
                <a:srgbClr val="000000"/>
              </a:solidFill>
              <a:effectLst>
                <a:outerShdw blurRad="38100" dist="38100" dir="2700000" algn="tl">
                  <a:srgbClr val="000000">
                    <a:alpha val="43137"/>
                  </a:srgbClr>
                </a:outerShdw>
              </a:effectLst>
              <a:latin typeface="Times New Roman" pitchFamily="18" charset="0"/>
            </a:endParaRPr>
          </a:p>
          <a:p>
            <a:pPr marL="0" marR="0" lvl="0" indent="0" algn="ctr" eaLnBrk="1" hangingPunct="1"/>
            <a:r>
              <a:rPr lang="en-US" altLang="en-US" sz="2000" b="1" i="1" spc="0" dirty="0">
                <a:solidFill>
                  <a:srgbClr val="000000"/>
                </a:solidFill>
                <a:effectLst>
                  <a:outerShdw blurRad="38100" dist="38100" dir="2700000" algn="tl">
                    <a:srgbClr val="000000">
                      <a:alpha val="43137"/>
                    </a:srgbClr>
                  </a:outerShdw>
                </a:effectLst>
                <a:latin typeface="Times New Roman" pitchFamily="18" charset="0"/>
              </a:rPr>
              <a:t> </a:t>
            </a:r>
            <a:endParaRPr lang="en-US" altLang="en-US" sz="2000" b="1" i="1" dirty="0">
              <a:solidFill>
                <a:srgbClr val="000000"/>
              </a:solidFill>
              <a:effectLst>
                <a:outerShdw blurRad="38100" dist="38100" dir="2700000" algn="tl">
                  <a:srgbClr val="000000">
                    <a:alpha val="43137"/>
                  </a:srgbClr>
                </a:outerShdw>
              </a:effectLst>
              <a:latin typeface="Times New Roman" pitchFamily="18" charset="0"/>
            </a:endParaRPr>
          </a:p>
          <a:p>
            <a:pPr marL="0" marR="0" lvl="0" indent="0" algn="ctr" eaLnBrk="1" hangingPunct="1"/>
            <a:r>
              <a:rPr lang="en-US" altLang="en-US" sz="2000" b="1" i="1" spc="0" dirty="0">
                <a:solidFill>
                  <a:srgbClr val="000000"/>
                </a:solidFill>
                <a:effectLst>
                  <a:outerShdw blurRad="38100" dist="38100" dir="2700000" algn="tl">
                    <a:srgbClr val="000000">
                      <a:alpha val="43137"/>
                    </a:srgbClr>
                  </a:outerShdw>
                </a:effectLst>
                <a:latin typeface="Times New Roman" pitchFamily="18" charset="0"/>
              </a:rPr>
              <a:t>Unit-III Part-1 Presentation on</a:t>
            </a:r>
            <a:endParaRPr lang="en-US" altLang="en-US" sz="2000" b="1" i="1" dirty="0">
              <a:solidFill>
                <a:srgbClr val="000000"/>
              </a:solidFill>
              <a:effectLst>
                <a:outerShdw blurRad="38100" dist="38100" dir="2700000" algn="tl">
                  <a:srgbClr val="000000">
                    <a:alpha val="43137"/>
                  </a:srgbClr>
                </a:outerShdw>
              </a:effectLst>
              <a:latin typeface="Times New Roman" pitchFamily="18" charset="0"/>
            </a:endParaRPr>
          </a:p>
          <a:p>
            <a:pPr algn="ctr" eaLnBrk="1" hangingPunct="1"/>
            <a:r>
              <a:rPr lang="en-US" altLang="en-US" sz="2800" b="1" i="1" spc="0" dirty="0">
                <a:solidFill>
                  <a:srgbClr val="FF0000"/>
                </a:solidFill>
                <a:latin typeface="Times New Roman" pitchFamily="18" charset="0"/>
              </a:rPr>
              <a:t>Unsupervised Learning Networks</a:t>
            </a:r>
            <a:r>
              <a:rPr lang="en-US" altLang="en-US" sz="2800" b="1" i="1" dirty="0">
                <a:solidFill>
                  <a:srgbClr val="FF0000"/>
                </a:solidFill>
                <a:effectLst>
                  <a:outerShdw blurRad="38100" dist="38100" dir="2700000" algn="tl">
                    <a:srgbClr val="000000"/>
                  </a:outerShdw>
                </a:effectLst>
                <a:latin typeface="Times New Roman" pitchFamily="18" charset="0"/>
              </a:rPr>
              <a:t>, </a:t>
            </a:r>
            <a:r>
              <a:rPr kumimoji="0" lang="en-US" sz="2800" b="1" i="1"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mn-ea" pitchFamily="34" charset="0"/>
                <a:cs typeface="+mn-cs" pitchFamily="34" charset="0"/>
              </a:rPr>
              <a:t>Associative Memory Networks</a:t>
            </a:r>
            <a:r>
              <a:rPr kumimoji="0" lang="en-US" sz="2400" b="1" i="1" u="none" strike="noStrike" kern="1200" cap="none" spc="0" normalizeH="0" baseline="0" noProof="0" dirty="0">
                <a:ln>
                  <a:noFill/>
                </a:ln>
                <a:solidFill>
                  <a:srgbClr val="FF0000"/>
                </a:solidFill>
                <a:effectLst/>
                <a:uLnTx/>
                <a:uFillTx/>
                <a:latin typeface="Times New Roman" pitchFamily="18" charset="0"/>
                <a:ea typeface="+mn-ea" pitchFamily="34" charset="0"/>
                <a:cs typeface="+mn-cs" pitchFamily="34" charset="0"/>
              </a:rPr>
              <a:t>          </a:t>
            </a:r>
          </a:p>
          <a:p>
            <a:pPr marL="0" marR="0" lvl="0" indent="0" algn="ctr" eaLnBrk="1" hangingPunct="1"/>
            <a:endParaRPr lang="en-US" altLang="en-US" sz="2800" b="1" i="1" dirty="0">
              <a:solidFill>
                <a:srgbClr val="FF0000"/>
              </a:solidFill>
              <a:effectLst>
                <a:outerShdw blurRad="38100" dist="38100" dir="2700000" algn="tl">
                  <a:srgbClr val="000000"/>
                </a:outerShdw>
              </a:effectLst>
              <a:latin typeface="Times New Roman" pitchFamily="18" charset="0"/>
            </a:endParaRPr>
          </a:p>
          <a:p>
            <a:pPr marL="0" marR="0" lvl="0" indent="0" eaLnBrk="1" hangingPunct="1"/>
            <a:endParaRPr lang="en-US" altLang="en-US" sz="2800" i="1" dirty="0">
              <a:solidFill>
                <a:srgbClr val="FF0000"/>
              </a:solidFill>
              <a:latin typeface="Times New Roman" pitchFamily="18" charset="0"/>
            </a:endParaRPr>
          </a:p>
          <a:p>
            <a:pPr marL="0" marR="0" lvl="0" indent="0" algn="r" eaLnBrk="1" hangingPunct="1"/>
            <a:endParaRPr lang="en-US" altLang="en-US" sz="2800" i="1" dirty="0">
              <a:solidFill>
                <a:srgbClr val="FF0000"/>
              </a:solidFill>
              <a:latin typeface="Times New Roman" pitchFamily="18" charset="0"/>
            </a:endParaRPr>
          </a:p>
          <a:p>
            <a:pPr marL="0" marR="0" lvl="0" indent="0" algn="r" eaLnBrk="1" hangingPunct="1"/>
            <a:endParaRPr lang="en-US" altLang="en-US" sz="2800" i="1" dirty="0">
              <a:solidFill>
                <a:srgbClr val="FF0000"/>
              </a:solidFill>
              <a:latin typeface="Times New Roman" pitchFamily="18" charset="0"/>
              <a:ea typeface="Verdana" pitchFamily="34" charset="0"/>
            </a:endParaRPr>
          </a:p>
          <a:p>
            <a:pPr marL="0" marR="0" lvl="0" indent="0" algn="r" eaLnBrk="1" hangingPunct="1"/>
            <a:r>
              <a:rPr lang="en-US" altLang="en-US" sz="2000" i="1" dirty="0">
                <a:solidFill>
                  <a:srgbClr val="000000"/>
                </a:solidFill>
                <a:latin typeface="Times New Roman" pitchFamily="18" charset="0"/>
                <a:ea typeface="Verdana" pitchFamily="34" charset="0"/>
              </a:rPr>
              <a:t>By</a:t>
            </a:r>
            <a:br>
              <a:rPr lang="en-US" altLang="en-US" sz="2000" i="1" dirty="0">
                <a:solidFill>
                  <a:srgbClr val="000000"/>
                </a:solidFill>
                <a:latin typeface="Times New Roman" pitchFamily="18" charset="0"/>
                <a:ea typeface="Verdana" pitchFamily="34" charset="0"/>
              </a:rPr>
            </a:br>
            <a:r>
              <a:rPr lang="en-US" altLang="en-US" sz="2000" b="1" dirty="0">
                <a:solidFill>
                  <a:srgbClr val="002060"/>
                </a:solidFill>
                <a:latin typeface="Times New Roman" pitchFamily="18" charset="0"/>
                <a:ea typeface="Verdana" pitchFamily="34" charset="0"/>
              </a:rPr>
              <a:t>                                                    Dr. Kolla Morarjee</a:t>
            </a:r>
            <a:br>
              <a:rPr lang="en-US" altLang="en-US" sz="2000" b="1" dirty="0">
                <a:solidFill>
                  <a:srgbClr val="002060"/>
                </a:solidFill>
                <a:latin typeface="Times New Roman" pitchFamily="18" charset="0"/>
                <a:ea typeface="Verdana" pitchFamily="34" charset="0"/>
              </a:rPr>
            </a:br>
            <a:r>
              <a:rPr lang="en-US" altLang="en-US" sz="2000" b="1" dirty="0">
                <a:solidFill>
                  <a:srgbClr val="002060"/>
                </a:solidFill>
                <a:latin typeface="Times New Roman" pitchFamily="18" charset="0"/>
                <a:ea typeface="Verdana" pitchFamily="34" charset="0"/>
              </a:rPr>
              <a:t>                                             </a:t>
            </a:r>
            <a:r>
              <a:rPr lang="en-US" altLang="en-US" sz="2000" dirty="0">
                <a:solidFill>
                  <a:srgbClr val="002060"/>
                </a:solidFill>
                <a:latin typeface="Times New Roman" pitchFamily="18" charset="0"/>
                <a:ea typeface="Verdana" pitchFamily="34" charset="0"/>
              </a:rPr>
              <a:t>Associate Professor, Department of CSE</a:t>
            </a:r>
          </a:p>
          <a:p>
            <a:pPr marL="0" marR="0" lvl="0" indent="0" algn="r" eaLnBrk="1" hangingPunct="1"/>
            <a:r>
              <a:rPr lang="en-US" altLang="en-US" sz="2000" spc="0" dirty="0">
                <a:solidFill>
                  <a:srgbClr val="002060"/>
                </a:solidFill>
                <a:latin typeface="Times New Roman" pitchFamily="18" charset="0"/>
                <a:ea typeface="Verdana" pitchFamily="34" charset="0"/>
              </a:rPr>
              <a:t>                       Chaitanya Bharathi Institute of Technology, Hyderabad</a:t>
            </a:r>
            <a:endParaRPr lang="en-US" altLang="en-US" sz="2000" dirty="0">
              <a:solidFill>
                <a:srgbClr val="002060"/>
              </a:solidFill>
              <a:latin typeface="Times New Roman" pitchFamily="18" charset="0"/>
              <a:ea typeface="Verdana"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Text Box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UNSUPERVISED LEARNING</a:t>
            </a:r>
          </a:p>
        </p:txBody>
      </p:sp>
      <p:sp>
        <p:nvSpPr>
          <p:cNvPr id="15363" name="Rectangle 2"/>
          <p:cNvSpPr>
            <a:spLocks noChangeArrowheads="1"/>
          </p:cNvSpPr>
          <p:nvPr/>
        </p:nvSpPr>
        <p:spPr bwMode="auto">
          <a:xfrm>
            <a:off x="457200" y="1143000"/>
            <a:ext cx="8229600" cy="4640263"/>
          </a:xfrm>
          <a:prstGeom prst="rect">
            <a:avLst/>
          </a:prstGeom>
          <a:noFill/>
          <a:ln>
            <a:noFill/>
          </a:ln>
          <a:effectLst/>
        </p:spPr>
        <p:txBody>
          <a:bodyPr lIns="90000" tIns="46800" rIns="90000" bIns="46800">
            <a:no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2pPr>
            <a:lvl3pPr marL="13716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lang="en-GB" altLang="en-US"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GB" altLang="en-US">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GB" altLang="en-US">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GB" altLang="en-US">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lang="en-GB" altLang="en-US">
                <a:solidFill>
                  <a:srgbClr val="000000"/>
                </a:solidFill>
                <a:latin typeface="Verdana" pitchFamily="34" charset="0"/>
                <a:cs typeface="Noto Sans CJK SC"/>
              </a:defRPr>
            </a:lvl9pPr>
          </a:lstStyle>
          <a:p>
            <a:pPr marL="457200" marR="0" lvl="0" indent="-457200"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Tahoma" pitchFamily="34" charset="0"/>
              </a:rPr>
              <a:t>No help from the outside.</a:t>
            </a:r>
            <a:endParaRPr lang="en-US" altLang="en-US" sz="2000">
              <a:solidFill>
                <a:srgbClr val="984807"/>
              </a:solidFill>
              <a:latin typeface="Tahoma" pitchFamily="34" charset="0"/>
              <a:ea typeface="Tahoma" pitchFamily="34" charset="0"/>
            </a:endParaRPr>
          </a:p>
          <a:p>
            <a:pPr marL="457200" marR="0" lvl="0" indent="-455613"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457200" marR="0" lvl="0" indent="-457200"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Tahoma" pitchFamily="34" charset="0"/>
              </a:rPr>
              <a:t>No training data, no information available on the desired output.</a:t>
            </a:r>
            <a:endParaRPr lang="en-US" altLang="en-US" sz="2000">
              <a:solidFill>
                <a:srgbClr val="984807"/>
              </a:solidFill>
              <a:latin typeface="Tahoma" pitchFamily="34" charset="0"/>
              <a:ea typeface="Tahoma" pitchFamily="34" charset="0"/>
            </a:endParaRPr>
          </a:p>
          <a:p>
            <a:pPr marL="457200" marR="0" lvl="0" indent="-455613"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457200" marR="0" lvl="0" indent="-457200"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Tahoma" pitchFamily="34" charset="0"/>
              </a:rPr>
              <a:t>Learning by doing.</a:t>
            </a:r>
            <a:endParaRPr lang="en-US" altLang="en-US" sz="2000">
              <a:solidFill>
                <a:srgbClr val="984807"/>
              </a:solidFill>
              <a:latin typeface="Tahoma" pitchFamily="34" charset="0"/>
              <a:ea typeface="Tahoma" pitchFamily="34" charset="0"/>
            </a:endParaRPr>
          </a:p>
          <a:p>
            <a:pPr marL="457200" marR="0" lvl="0" indent="-455613"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457200" marR="0" lvl="0" indent="-457200"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Tahoma" pitchFamily="34" charset="0"/>
              </a:rPr>
              <a:t>Used to pick out structure in the input:</a:t>
            </a:r>
            <a:endParaRPr lang="en-US" altLang="en-US" sz="2000">
              <a:solidFill>
                <a:srgbClr val="984807"/>
              </a:solidFill>
              <a:latin typeface="Tahoma" pitchFamily="34" charset="0"/>
              <a:ea typeface="Tahoma" pitchFamily="34" charset="0"/>
            </a:endParaRPr>
          </a:p>
          <a:p>
            <a:pPr marL="1371600" marR="0" lvl="2" indent="-457200" eaLnBrk="1" hangingPunct="1">
              <a:lnSpc>
                <a:spcPct val="110000"/>
              </a:lnSpc>
              <a:buClr>
                <a:srgbClr val="984807"/>
              </a:buClr>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Tahoma" pitchFamily="34" charset="0"/>
              </a:rPr>
              <a:t>Clustering,</a:t>
            </a:r>
            <a:endParaRPr lang="en-US" altLang="en-US" sz="2000">
              <a:solidFill>
                <a:srgbClr val="984807"/>
              </a:solidFill>
              <a:latin typeface="Tahoma" pitchFamily="34" charset="0"/>
              <a:ea typeface="Tahoma" pitchFamily="34" charset="0"/>
            </a:endParaRPr>
          </a:p>
          <a:p>
            <a:pPr marL="1371600" marR="0" lvl="2" indent="-457200" eaLnBrk="1" hangingPunct="1">
              <a:lnSpc>
                <a:spcPct val="110000"/>
              </a:lnSpc>
              <a:buClr>
                <a:srgbClr val="984807"/>
              </a:buClr>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Tahoma" pitchFamily="34" charset="0"/>
              </a:rPr>
              <a:t>Reduction of dimensionality </a:t>
            </a:r>
            <a:r>
              <a:rPr lang="en-US" altLang="en-US" sz="2000" spc="0">
                <a:solidFill>
                  <a:srgbClr val="984807"/>
                </a:solidFill>
                <a:latin typeface="Wingdings" pitchFamily="2" charset="2"/>
              </a:rPr>
              <a:t></a:t>
            </a:r>
            <a:r>
              <a:rPr lang="en-US" altLang="en-US" sz="2000" spc="0">
                <a:solidFill>
                  <a:srgbClr val="984807"/>
                </a:solidFill>
                <a:latin typeface="Tahoma" pitchFamily="34" charset="0"/>
                <a:ea typeface="Tahoma" pitchFamily="34" charset="0"/>
              </a:rPr>
              <a:t> compression.</a:t>
            </a:r>
            <a:endParaRPr lang="en-US" altLang="en-US" sz="2000">
              <a:solidFill>
                <a:srgbClr val="984807"/>
              </a:solidFill>
              <a:latin typeface="Tahoma" pitchFamily="34" charset="0"/>
              <a:ea typeface="Tahoma" pitchFamily="34" charset="0"/>
            </a:endParaRPr>
          </a:p>
          <a:p>
            <a:pPr marL="1371600" marR="0" lvl="2" indent="-454025" eaLnBrk="1" hangingPunct="1">
              <a:lnSpc>
                <a:spcPct val="110000"/>
              </a:lnSpc>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457200" marR="0" lvl="0" indent="-457200" eaLnBrk="1" hangingPunct="1">
              <a:lnSpc>
                <a:spcPct val="110000"/>
              </a:lnSpc>
              <a:buClr>
                <a:srgbClr val="984807"/>
              </a:buClr>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spc="0">
                <a:solidFill>
                  <a:srgbClr val="984807"/>
                </a:solidFill>
                <a:latin typeface="Tahoma" pitchFamily="34" charset="0"/>
                <a:ea typeface="Tahoma" pitchFamily="34" charset="0"/>
              </a:rPr>
              <a:t>Example: Kohonen’s Learning Law.</a:t>
            </a:r>
            <a:endParaRPr lang="en-US" altLang="en-US" sz="2000">
              <a:solidFill>
                <a:srgbClr val="984807"/>
              </a:solidFill>
              <a:latin typeface="Tahoma" pitchFamily="34" charset="0"/>
              <a:ea typeface="Tahoma"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Text Box 1"/>
          <p:cNvSpPr/>
          <p:nvPr/>
        </p:nvSpPr>
        <p:spPr>
          <a:xfrm>
            <a:off x="457200" y="457200"/>
            <a:ext cx="8229600" cy="885825"/>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FEW UNSUPERVISED LEARNING NETWORKS</a:t>
            </a:r>
          </a:p>
        </p:txBody>
      </p:sp>
      <p:sp>
        <p:nvSpPr>
          <p:cNvPr id="17411" name="Text Box 2"/>
          <p:cNvSpPr txBox="1">
            <a:spLocks noChangeArrowheads="1"/>
          </p:cNvSpPr>
          <p:nvPr/>
        </p:nvSpPr>
        <p:spPr bwMode="auto">
          <a:xfrm>
            <a:off x="457200" y="1143000"/>
            <a:ext cx="8229600" cy="2093913"/>
          </a:xfrm>
          <a:prstGeom prst="rect">
            <a:avLst/>
          </a:prstGeom>
          <a:noFill/>
          <a:ln>
            <a:noFill/>
          </a:ln>
          <a:effectLst/>
        </p:spPr>
        <p:txBody>
          <a:bodyPr lIns="90000" tIns="46800" rIns="90000" bIns="46800">
            <a:spAutoFit/>
          </a:bodyPr>
          <a:lstStyle>
            <a:defPPr>
              <a:defRPr lang="en-GB"/>
            </a:defPPr>
            <a:lvl1pPr marL="457200" indent="-454025"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4025" algn="l" defTabSz="449263" rtl="0" eaLnBrk="1" fontAlgn="base" latinLnBrk="0" hangingPunct="1">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There exists several networks under this category, such as</a:t>
            </a:r>
          </a:p>
          <a:p>
            <a:pPr marL="457200" marR="0" lvl="0" indent="-454025" algn="l" defTabSz="449263" rtl="0" eaLnBrk="1" fontAlgn="base" latinLnBrk="0" hangingPunct="1">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5613" algn="l" defTabSz="449263" rtl="0" eaLnBrk="1" fontAlgn="base" latinLnBrk="0" hangingPunct="1">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4025" algn="l" defTabSz="449263" rtl="0" eaLnBrk="1" fontAlgn="base" latinLnBrk="0" hangingPunct="1">
              <a:lnSpc>
                <a:spcPct val="11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err="1">
                <a:ln>
                  <a:noFill/>
                </a:ln>
                <a:solidFill>
                  <a:srgbClr val="984807"/>
                </a:solidFill>
                <a:effectLst/>
                <a:uLnTx/>
                <a:uFillTx/>
                <a:latin typeface="Tahoma" pitchFamily="34" charset="0"/>
                <a:ea typeface="+mn-ea" pitchFamily="34" charset="0"/>
                <a:cs typeface="Tahoma" panose="020B0604030504040204" pitchFamily="34" charset="0"/>
              </a:rPr>
              <a:t>Kohonen Self-organizing Feature Maps,</a:t>
            </a:r>
          </a:p>
          <a:p>
            <a:pPr marL="457200" marR="0" lvl="0" indent="-455613" algn="l" defTabSz="449263" rtl="0" eaLnBrk="1" fontAlgn="base" latinLnBrk="0" hangingPunct="1">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4025" algn="l" defTabSz="449263" rtl="0" eaLnBrk="1" fontAlgn="base" latinLnBrk="0" hangingPunct="1">
              <a:lnSpc>
                <a:spcPct val="11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Adaptive Resonance Theory.</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Text Box 1"/>
          <p:cNvSpPr txBox="1">
            <a:spLocks noChangeArrowheads="1"/>
          </p:cNvSpPr>
          <p:nvPr/>
        </p:nvSpPr>
        <p:spPr bwMode="auto">
          <a:xfrm>
            <a:off x="457200" y="1143000"/>
            <a:ext cx="8229600" cy="4724400"/>
          </a:xfrm>
          <a:prstGeom prst="rect">
            <a:avLst/>
          </a:prstGeom>
          <a:noFill/>
          <a:ln>
            <a:noFill/>
          </a:ln>
          <a:effectLst/>
        </p:spPr>
        <p:txBody>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1363" indent="-282575"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9144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Network Organization is fundamental to the brain </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914400" marR="0" lvl="2" indent="-457200" algn="just"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Functional structure.</a:t>
            </a:r>
          </a:p>
          <a:p>
            <a:pPr marL="914400" marR="0" lvl="2" indent="-457200" algn="just"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Layered structure.</a:t>
            </a:r>
          </a:p>
          <a:p>
            <a:pPr marL="914400" marR="0" lvl="2" indent="-457200" algn="just" defTabSz="449263" rtl="0" eaLnBrk="1" fontAlgn="base" latinLnBrk="0" hangingPunct="1">
              <a:lnSpc>
                <a:spcPct val="110000"/>
              </a:lnSpc>
              <a:spcBef>
                <a:spcPct val="0"/>
              </a:spcBef>
              <a:spcAft>
                <a:spcPct val="0"/>
              </a:spcAft>
              <a:buClr>
                <a:srgbClr val="984807"/>
              </a:buClr>
              <a:buSzTx/>
              <a:buFont typeface="Tahoma"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Both parallel processing and serial processing require organization of the brain.</a:t>
            </a:r>
          </a:p>
          <a:p>
            <a:pPr marL="914400" marR="0" lvl="2" indent="-455613" algn="l" defTabSz="449263" rtl="0" eaLnBrk="1" fontAlgn="base" latinLnBrk="0" hangingPunct="1">
              <a:lnSpc>
                <a:spcPct val="100000"/>
              </a:lnSpc>
              <a:spcBef>
                <a:spcPts val="60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400" b="0" i="0" u="none" strike="noStrike" kern="1200" cap="none" spc="0" normalizeH="0" baseline="0" noProof="0">
              <a:ln>
                <a:noFill/>
              </a:ln>
              <a:solidFill>
                <a:srgbClr val="000000"/>
              </a:solidFill>
              <a:effectLst/>
              <a:uLnTx/>
              <a:uFillTx/>
              <a:latin typeface="Calibri" pitchFamily="34" charset="0"/>
              <a:ea typeface="+mn-ea"/>
              <a:cs typeface="Noto Sans CJK SC"/>
            </a:endParaRPr>
          </a:p>
          <a:p>
            <a:pPr marL="741363" marR="0" lvl="1" indent="-282575" algn="l" defTabSz="449263" rtl="0" eaLnBrk="1" fontAlgn="base" latinLnBrk="0" hangingPunct="1">
              <a:lnSpc>
                <a:spcPct val="100000"/>
              </a:lnSpc>
              <a:spcBef>
                <a:spcPts val="70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800" b="0" i="0" u="none" strike="noStrike" kern="1200" cap="none" spc="0" normalizeH="0" baseline="0" noProof="0">
              <a:ln>
                <a:noFill/>
              </a:ln>
              <a:solidFill>
                <a:srgbClr val="000000"/>
              </a:solidFill>
              <a:effectLst/>
              <a:uLnTx/>
              <a:uFillTx/>
              <a:latin typeface="Calibri" pitchFamily="34" charset="0"/>
              <a:ea typeface="+mn-ea"/>
              <a:cs typeface="Noto Sans CJK SC"/>
            </a:endParaRPr>
          </a:p>
          <a:p>
            <a:pPr marL="457200" marR="0" lvl="0" indent="-455613" algn="l" defTabSz="449263" rtl="0" eaLnBrk="1" fontAlgn="base" latinLnBrk="0" hangingPunct="1">
              <a:lnSpc>
                <a:spcPct val="100000"/>
              </a:lnSpc>
              <a:spcBef>
                <a:spcPts val="80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800" b="0" i="0" u="none" strike="noStrike" kern="1200" cap="none" spc="0" normalizeH="0" baseline="0" noProof="0">
              <a:ln>
                <a:noFill/>
              </a:ln>
              <a:solidFill>
                <a:srgbClr val="000000"/>
              </a:solidFill>
              <a:effectLst/>
              <a:uLnTx/>
              <a:uFillTx/>
              <a:latin typeface="Calibri" pitchFamily="34" charset="0"/>
              <a:ea typeface="+mn-ea"/>
              <a:cs typeface="Noto Sans CJK SC"/>
            </a:endParaRPr>
          </a:p>
        </p:txBody>
      </p:sp>
      <p:sp>
        <p:nvSpPr>
          <p:cNvPr id="19459" name="Text Box 2"/>
          <p:cNvSpPr/>
          <p:nvPr/>
        </p:nvSpPr>
        <p:spPr>
          <a:xfrm>
            <a:off x="457200" y="517525"/>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SELF-ORGANIZATION</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Text Box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SELF-ORGANIZING FEATURE MAP</a:t>
            </a:r>
          </a:p>
        </p:txBody>
      </p:sp>
      <p:sp>
        <p:nvSpPr>
          <p:cNvPr id="21507" name="Text Box 2"/>
          <p:cNvSpPr/>
          <p:nvPr/>
        </p:nvSpPr>
        <p:spPr>
          <a:xfrm>
            <a:off x="457200" y="1143000"/>
            <a:ext cx="8229600" cy="2774950"/>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lgn="just">
              <a:lnSpc>
                <a:spcPct val="110000"/>
              </a:lnSpc>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Our brain is dominated by the cerebral cortex, a very complex structure of billions of neurons and hundreds of billions of synapses. The cortex includes areas that are responsible for different human activities (motor, visual, auditory, etc.) and associated with different sensory inputs. One can say that each sensory input is mapped into a corresponding area of the cerebral cortex. </a:t>
            </a:r>
            <a:r>
              <a:rPr lang="en-US" altLang="en-US" sz="2000" b="1" i="1">
                <a:solidFill>
                  <a:srgbClr val="984807"/>
                </a:solidFill>
                <a:latin typeface="Tahoma" pitchFamily="34" charset="0"/>
                <a:ea typeface="Tahoma" pitchFamily="34" charset="0"/>
              </a:rPr>
              <a:t>The cortex is a self-organizing computational map in the human brain. </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Text Box 1"/>
          <p:cNvSpPr txBox="1">
            <a:spLocks noChangeArrowheads="1"/>
          </p:cNvSpPr>
          <p:nvPr/>
        </p:nvSpPr>
        <p:spPr bwMode="auto">
          <a:xfrm>
            <a:off x="457200" y="1143000"/>
            <a:ext cx="8229600" cy="4724400"/>
          </a:xfrm>
          <a:prstGeom prst="rect">
            <a:avLst/>
          </a:prstGeom>
          <a:noFill/>
          <a:ln>
            <a:noFill/>
          </a:ln>
          <a:effectLst/>
        </p:spPr>
        <p:txBody>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Discover significant patterns or features in the input data.</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Discovery is done without a teacher.</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Synaptic weights are changed according to local rules.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changes affect a neuron’s immediate environment until a final configuration develops.</a:t>
            </a:r>
          </a:p>
        </p:txBody>
      </p:sp>
      <p:sp>
        <p:nvSpPr>
          <p:cNvPr id="23555" name="Text Box 2"/>
          <p:cNvSpPr/>
          <p:nvPr/>
        </p:nvSpPr>
        <p:spPr>
          <a:xfrm>
            <a:off x="609600" y="457200"/>
            <a:ext cx="80772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SELF-ORGANIZING NETWORKS</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Text Box 1"/>
          <p:cNvSpPr/>
          <p:nvPr/>
        </p:nvSpPr>
        <p:spPr>
          <a:xfrm>
            <a:off x="457200" y="457200"/>
            <a:ext cx="8229600" cy="885825"/>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KOHONEN SELF-ORGANIZING FEATURE MAP (KSOFM)</a:t>
            </a:r>
          </a:p>
        </p:txBody>
      </p:sp>
      <p:sp>
        <p:nvSpPr>
          <p:cNvPr id="25603" name="Text Box 2"/>
          <p:cNvSpPr txBox="1">
            <a:spLocks noChangeArrowheads="1"/>
          </p:cNvSpPr>
          <p:nvPr/>
        </p:nvSpPr>
        <p:spPr bwMode="auto">
          <a:xfrm>
            <a:off x="609600" y="1600200"/>
            <a:ext cx="8077200" cy="4786313"/>
          </a:xfrm>
          <a:prstGeom prst="rect">
            <a:avLst/>
          </a:prstGeom>
          <a:noFill/>
          <a:ln>
            <a:noFill/>
          </a:ln>
          <a:effectLst/>
        </p:spPr>
        <p:txBody>
          <a:bodyPr lIns="90000" tIns="46800" rIns="90000" bIns="46800">
            <a:sp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9144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1371600" indent="-4572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1828800" indent="-4572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2286000" indent="-4572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2743200" indent="-4572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Kohonen model provides a topological mapping.</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It places a fixed number of input patterns from the input layer into a higher dimensional output or Kohonen layer.</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Training in the Kohonen network begins with the winner’s neighborhood of a fairly large size. Then, as training proceeds, the neighborhood size gradually decreases.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Kohonen SOMs result from the synergy of three basic processes</a:t>
            </a:r>
          </a:p>
          <a:p>
            <a:pPr marL="914400" marR="0" lvl="4"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Competition,</a:t>
            </a:r>
          </a:p>
          <a:p>
            <a:pPr marL="914400" marR="0" lvl="4"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Cooperation,</a:t>
            </a:r>
          </a:p>
          <a:p>
            <a:pPr marL="914400" marR="0" lvl="4"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Adaptation.</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Text Box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ARCHITECTURE OF KSOFM</a:t>
            </a:r>
          </a:p>
        </p:txBody>
      </p:sp>
      <p:pic>
        <p:nvPicPr>
          <p:cNvPr id="27651" name="Picture 2"/>
          <p:cNvPicPr>
            <a:picLocks noChangeAspect="1"/>
          </p:cNvPicPr>
          <p:nvPr/>
        </p:nvPicPr>
        <p:blipFill>
          <a:blip r:embed="rId3"/>
          <a:stretch>
            <a:fillRect/>
          </a:stretch>
        </p:blipFill>
        <p:spPr>
          <a:xfrm>
            <a:off x="1666875" y="1390650"/>
            <a:ext cx="5810250" cy="4076700"/>
          </a:xfrm>
          <a:prstGeom prst="rect">
            <a:avLst/>
          </a:prstGeom>
          <a:noFill/>
          <a:ln>
            <a:noFill/>
            <a:round/>
          </a:ln>
          <a:effec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Text Box 1"/>
          <p:cNvSpPr/>
          <p:nvPr/>
        </p:nvSpPr>
        <p:spPr>
          <a:xfrm>
            <a:off x="457200" y="457200"/>
            <a:ext cx="78232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COMPETITION OF KSOFM</a:t>
            </a:r>
          </a:p>
        </p:txBody>
      </p:sp>
      <p:sp>
        <p:nvSpPr>
          <p:cNvPr id="29699" name="Rectangle 2"/>
          <p:cNvSpPr>
            <a:spLocks noChangeArrowheads="1"/>
          </p:cNvSpPr>
          <p:nvPr/>
        </p:nvSpPr>
        <p:spPr bwMode="auto">
          <a:xfrm>
            <a:off x="457200" y="1143000"/>
            <a:ext cx="4495800" cy="5091113"/>
          </a:xfrm>
          <a:prstGeom prst="rect">
            <a:avLst/>
          </a:prstGeom>
          <a:noFill/>
          <a:ln>
            <a:noFill/>
          </a:ln>
          <a:effectLst/>
        </p:spPr>
        <p:txBody>
          <a:bodyPr lIns="90000" tIns="46800" rIns="90000" bIns="46800">
            <a:sp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Each neuron in an SOM is assigned a weight vector with the same dimensionality N as the input space.</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Any given input pattern is compared to the weight vector of each neuron and the closest neuron is declared the winner.</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The Euclidean norm is commonly used to measure distance.</a:t>
            </a:r>
          </a:p>
          <a:p>
            <a:pPr marL="457200" marR="0" lvl="0" indent="-454025" algn="l" defTabSz="449263" rtl="0" eaLnBrk="0" fontAlgn="base" latinLnBrk="0"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p:txBody>
      </p:sp>
      <p:pic>
        <p:nvPicPr>
          <p:cNvPr id="29700" name="Picture 3"/>
          <p:cNvPicPr>
            <a:picLocks noChangeAspect="1"/>
          </p:cNvPicPr>
          <p:nvPr/>
        </p:nvPicPr>
        <p:blipFill>
          <a:blip r:embed="rId3"/>
          <a:stretch>
            <a:fillRect/>
          </a:stretch>
        </p:blipFill>
        <p:spPr>
          <a:xfrm>
            <a:off x="5029200" y="1371600"/>
            <a:ext cx="3886200" cy="3638550"/>
          </a:xfrm>
          <a:prstGeom prst="rect">
            <a:avLst/>
          </a:prstGeom>
          <a:noFill/>
          <a:ln>
            <a:noFill/>
            <a:round/>
          </a:ln>
          <a:effec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Text Box 1"/>
          <p:cNvSpPr/>
          <p:nvPr/>
        </p:nvSpPr>
        <p:spPr>
          <a:xfrm>
            <a:off x="457200" y="457200"/>
            <a:ext cx="78232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CO-OPERATION OF KSOFM</a:t>
            </a:r>
          </a:p>
        </p:txBody>
      </p:sp>
      <p:sp>
        <p:nvSpPr>
          <p:cNvPr id="31747" name="Rectangle 2"/>
          <p:cNvSpPr>
            <a:spLocks noChangeArrowheads="1"/>
          </p:cNvSpPr>
          <p:nvPr/>
        </p:nvSpPr>
        <p:spPr bwMode="auto">
          <a:xfrm>
            <a:off x="457200" y="1143000"/>
            <a:ext cx="8229600" cy="5456238"/>
          </a:xfrm>
          <a:prstGeom prst="rect">
            <a:avLst/>
          </a:prstGeom>
          <a:noFill/>
          <a:ln>
            <a:noFill/>
          </a:ln>
          <a:effectLst/>
        </p:spPr>
        <p:txBody>
          <a:bodyPr lIns="90000" tIns="46800" rIns="90000" bIns="46800">
            <a:sp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9144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The activation of the winning neuron is spread to neurons in its immediate neighborhood. </a:t>
            </a:r>
          </a:p>
          <a:p>
            <a:pPr marL="457200" marR="0" lvl="0"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This allows topologically close neurons to become sensitive to similar patterns.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The winner’s neighborhood is determined on the lattice topology.  </a:t>
            </a:r>
          </a:p>
          <a:p>
            <a:pPr marL="914400" marR="0" lvl="1"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Distance in the lattice is a function of the number of lateral connections to the winner. </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The size of the neighborhood is initially large, but shrinks over time.</a:t>
            </a:r>
          </a:p>
          <a:p>
            <a:pPr marL="914400" marR="0" lvl="1"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An initially large neighborhood promotes a topology-preserving mapping. </a:t>
            </a:r>
          </a:p>
          <a:p>
            <a:pPr marL="914400" marR="0" lvl="1" indent="-457200" algn="just" defTabSz="449263" rtl="0" eaLnBrk="1" fontAlgn="base" latinLnBrk="0" hangingPunct="1">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Smaller neighborhoods allow neurons to specialize 	in the latter stages of training.</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Text Box 1"/>
          <p:cNvSpPr/>
          <p:nvPr/>
        </p:nvSpPr>
        <p:spPr>
          <a:xfrm>
            <a:off x="457200" y="441325"/>
            <a:ext cx="78232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ADAPTATION OF KSOFM</a:t>
            </a:r>
          </a:p>
        </p:txBody>
      </p:sp>
      <p:sp>
        <p:nvSpPr>
          <p:cNvPr id="33795" name="Rectangle 2"/>
          <p:cNvSpPr/>
          <p:nvPr/>
        </p:nvSpPr>
        <p:spPr>
          <a:xfrm>
            <a:off x="533400" y="1143000"/>
            <a:ext cx="4800600" cy="4667250"/>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lgn="just">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During training, the winner neuron and its topological neighbors are adapted to make their weight vectors more similar to the input pattern that caused the activation.</a:t>
            </a:r>
          </a:p>
          <a:p>
            <a:pPr marL="0" lvl="0" indent="0" algn="just">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0" lvl="0" indent="0" algn="just">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Neurons that are closer to the winner will adapt more heavily than neurons that are further away. </a:t>
            </a:r>
          </a:p>
          <a:p>
            <a:pPr marL="0" lvl="0" indent="0" algn="just">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a:p>
            <a:pPr marL="0" lvl="0" indent="0" algn="just">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solidFill>
                  <a:srgbClr val="984807"/>
                </a:solidFill>
                <a:latin typeface="Tahoma" pitchFamily="34" charset="0"/>
                <a:ea typeface="Tahoma" pitchFamily="34" charset="0"/>
              </a:rPr>
              <a:t>The magnitude of the adaptation is controlled with a learning rate, which decays over time to ensure convergence of the SOM.</a:t>
            </a:r>
          </a:p>
          <a:p>
            <a:pPr marL="0" lvl="0" indent="0" algn="just">
              <a:spcBef>
                <a:spcPct val="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endParaRPr lang="en-US" altLang="en-US" sz="2000">
              <a:solidFill>
                <a:srgbClr val="984807"/>
              </a:solidFill>
              <a:latin typeface="Tahoma" pitchFamily="34" charset="0"/>
              <a:ea typeface="Tahoma" pitchFamily="34" charset="0"/>
            </a:endParaRPr>
          </a:p>
        </p:txBody>
      </p:sp>
      <p:pic>
        <p:nvPicPr>
          <p:cNvPr id="33796" name="Picture 3"/>
          <p:cNvPicPr>
            <a:picLocks noChangeAspect="1"/>
          </p:cNvPicPr>
          <p:nvPr/>
        </p:nvPicPr>
        <p:blipFill>
          <a:blip r:embed="rId3"/>
          <a:stretch>
            <a:fillRect/>
          </a:stretch>
        </p:blipFill>
        <p:spPr>
          <a:xfrm>
            <a:off x="5562600" y="1909763"/>
            <a:ext cx="2981325" cy="3038475"/>
          </a:xfrm>
          <a:prstGeom prst="rect">
            <a:avLst/>
          </a:prstGeom>
          <a:noFill/>
          <a:ln>
            <a:noFill/>
            <a:round/>
          </a:ln>
          <a:effec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Text Box 1"/>
          <p:cNvSpPr/>
          <p:nvPr/>
        </p:nvSpPr>
        <p:spPr>
          <a:xfrm>
            <a:off x="457200" y="457200"/>
            <a:ext cx="78232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KSOFM ALGORITHM</a:t>
            </a:r>
          </a:p>
        </p:txBody>
      </p:sp>
      <p:pic>
        <p:nvPicPr>
          <p:cNvPr id="35843" name="Picture 2"/>
          <p:cNvPicPr>
            <a:picLocks noChangeAspect="1"/>
          </p:cNvPicPr>
          <p:nvPr/>
        </p:nvPicPr>
        <p:blipFill>
          <a:blip r:embed="rId3"/>
          <a:stretch>
            <a:fillRect/>
          </a:stretch>
        </p:blipFill>
        <p:spPr>
          <a:xfrm>
            <a:off x="1676400" y="2667000"/>
            <a:ext cx="5362575" cy="3581400"/>
          </a:xfrm>
          <a:prstGeom prst="rect">
            <a:avLst/>
          </a:prstGeom>
          <a:noFill/>
          <a:ln>
            <a:noFill/>
            <a:round/>
          </a:ln>
          <a:effectLst/>
        </p:spPr>
      </p:pic>
      <p:pic>
        <p:nvPicPr>
          <p:cNvPr id="35844" name="Picture 3"/>
          <p:cNvPicPr>
            <a:picLocks noChangeAspect="1"/>
          </p:cNvPicPr>
          <p:nvPr/>
        </p:nvPicPr>
        <p:blipFill>
          <a:blip r:embed="rId4"/>
          <a:stretch>
            <a:fillRect/>
          </a:stretch>
        </p:blipFill>
        <p:spPr>
          <a:xfrm>
            <a:off x="1600200" y="1143000"/>
            <a:ext cx="5962650" cy="1390650"/>
          </a:xfrm>
          <a:prstGeom prst="rect">
            <a:avLst/>
          </a:prstGeom>
          <a:noFill/>
          <a:ln>
            <a:noFill/>
            <a:round/>
          </a:ln>
          <a:effectLst/>
        </p:spPr>
      </p:pic>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1"/>
          <p:cNvPicPr>
            <a:picLocks noChangeAspect="1"/>
          </p:cNvPicPr>
          <p:nvPr/>
        </p:nvPicPr>
        <p:blipFill>
          <a:blip r:embed="rId3"/>
          <a:stretch>
            <a:fillRect/>
          </a:stretch>
        </p:blipFill>
        <p:spPr>
          <a:xfrm>
            <a:off x="1752600" y="381000"/>
            <a:ext cx="5572125" cy="3990975"/>
          </a:xfrm>
          <a:prstGeom prst="rect">
            <a:avLst/>
          </a:prstGeom>
          <a:noFill/>
          <a:ln>
            <a:noFill/>
            <a:round/>
          </a:ln>
          <a:effectLst/>
        </p:spPr>
      </p:pic>
      <p:pic>
        <p:nvPicPr>
          <p:cNvPr id="37891" name="Picture 3"/>
          <p:cNvPicPr>
            <a:picLocks noChangeAspect="1"/>
          </p:cNvPicPr>
          <p:nvPr/>
        </p:nvPicPr>
        <p:blipFill>
          <a:blip r:embed="rId4"/>
          <a:stretch>
            <a:fillRect/>
          </a:stretch>
        </p:blipFill>
        <p:spPr>
          <a:xfrm>
            <a:off x="1895475" y="4419600"/>
            <a:ext cx="5353050" cy="1733550"/>
          </a:xfrm>
          <a:prstGeom prst="rect">
            <a:avLst/>
          </a:prstGeom>
          <a:noFill/>
          <a:ln>
            <a:noFill/>
            <a:round/>
          </a:ln>
          <a:effec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Text Box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EXAMPLE OF KSOFM</a:t>
            </a:r>
          </a:p>
        </p:txBody>
      </p:sp>
      <p:pic>
        <p:nvPicPr>
          <p:cNvPr id="39939" name="Picture 2"/>
          <p:cNvPicPr>
            <a:picLocks noChangeAspect="1"/>
          </p:cNvPicPr>
          <p:nvPr/>
        </p:nvPicPr>
        <p:blipFill>
          <a:blip r:embed="rId3"/>
          <a:stretch>
            <a:fillRect/>
          </a:stretch>
        </p:blipFill>
        <p:spPr>
          <a:xfrm>
            <a:off x="1947863" y="1143000"/>
            <a:ext cx="5248275" cy="3133725"/>
          </a:xfrm>
          <a:prstGeom prst="rect">
            <a:avLst/>
          </a:prstGeom>
          <a:noFill/>
          <a:ln>
            <a:noFill/>
            <a:round/>
          </a:ln>
          <a:effectLst/>
        </p:spPr>
      </p:pic>
      <p:sp>
        <p:nvSpPr>
          <p:cNvPr id="39940" name="Text Box 4"/>
          <p:cNvSpPr/>
          <p:nvPr/>
        </p:nvSpPr>
        <p:spPr>
          <a:xfrm>
            <a:off x="457200" y="4267200"/>
            <a:ext cx="8229600" cy="398463"/>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spcBef>
                <a:spcPts val="125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Verdana" pitchFamily="34" charset="0"/>
              </a:rPr>
              <a:t>Find the winning neuron using the Euclidean distance:</a:t>
            </a:r>
          </a:p>
        </p:txBody>
      </p:sp>
      <p:pic>
        <p:nvPicPr>
          <p:cNvPr id="39941" name="Picture 5"/>
          <p:cNvPicPr>
            <a:picLocks noChangeAspect="1"/>
          </p:cNvPicPr>
          <p:nvPr/>
        </p:nvPicPr>
        <p:blipFill>
          <a:blip r:embed="rId4"/>
          <a:stretch>
            <a:fillRect/>
          </a:stretch>
        </p:blipFill>
        <p:spPr>
          <a:xfrm>
            <a:off x="1785938" y="4724400"/>
            <a:ext cx="5572125" cy="1371600"/>
          </a:xfrm>
          <a:prstGeom prst="rect">
            <a:avLst/>
          </a:prstGeom>
          <a:noFill/>
          <a:ln>
            <a:noFill/>
            <a:round/>
          </a:ln>
          <a:effec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Text Box 1"/>
          <p:cNvSpPr/>
          <p:nvPr/>
        </p:nvSpPr>
        <p:spPr>
          <a:xfrm>
            <a:off x="457200" y="685800"/>
            <a:ext cx="8229600" cy="746125"/>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spcBef>
                <a:spcPts val="125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Verdana" pitchFamily="34" charset="0"/>
              </a:rPr>
              <a:t>Neuron 3 is the winner and its weight vector W</a:t>
            </a:r>
            <a:r>
              <a:rPr lang="en-US" altLang="en-US" sz="2000" baseline="-25000">
                <a:latin typeface="Verdana" pitchFamily="34" charset="0"/>
              </a:rPr>
              <a:t>3</a:t>
            </a:r>
            <a:r>
              <a:rPr lang="en-US" altLang="en-US" sz="2000">
                <a:latin typeface="Verdana" pitchFamily="34" charset="0"/>
              </a:rPr>
              <a:t> is updated according to the competitive learning rule:</a:t>
            </a:r>
          </a:p>
        </p:txBody>
      </p:sp>
      <p:pic>
        <p:nvPicPr>
          <p:cNvPr id="41987" name="Picture 2"/>
          <p:cNvPicPr>
            <a:picLocks noChangeAspect="1"/>
          </p:cNvPicPr>
          <p:nvPr/>
        </p:nvPicPr>
        <p:blipFill>
          <a:blip r:embed="rId3"/>
          <a:stretch>
            <a:fillRect/>
          </a:stretch>
        </p:blipFill>
        <p:spPr>
          <a:xfrm>
            <a:off x="2447925" y="1752600"/>
            <a:ext cx="4248150" cy="790575"/>
          </a:xfrm>
          <a:prstGeom prst="rect">
            <a:avLst/>
          </a:prstGeom>
          <a:noFill/>
          <a:ln>
            <a:noFill/>
            <a:round/>
          </a:ln>
          <a:effectLst/>
        </p:spPr>
      </p:pic>
      <p:sp>
        <p:nvSpPr>
          <p:cNvPr id="41988" name="Text Box 4"/>
          <p:cNvSpPr/>
          <p:nvPr/>
        </p:nvSpPr>
        <p:spPr>
          <a:xfrm>
            <a:off x="457200" y="2819400"/>
            <a:ext cx="8229600" cy="703263"/>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lgn="just">
              <a:spcBef>
                <a:spcPts val="125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Verdana" pitchFamily="34" charset="0"/>
              </a:rPr>
              <a:t>The updated weight vector W3 at iteration (p+1) is determined as:</a:t>
            </a:r>
          </a:p>
        </p:txBody>
      </p:sp>
      <p:pic>
        <p:nvPicPr>
          <p:cNvPr id="41989" name="Picture 5"/>
          <p:cNvPicPr>
            <a:picLocks noChangeAspect="1"/>
          </p:cNvPicPr>
          <p:nvPr/>
        </p:nvPicPr>
        <p:blipFill>
          <a:blip r:embed="rId4"/>
          <a:stretch>
            <a:fillRect/>
          </a:stretch>
        </p:blipFill>
        <p:spPr>
          <a:xfrm>
            <a:off x="1957388" y="3657600"/>
            <a:ext cx="5229225" cy="733425"/>
          </a:xfrm>
          <a:prstGeom prst="rect">
            <a:avLst/>
          </a:prstGeom>
          <a:noFill/>
          <a:ln>
            <a:noFill/>
            <a:round/>
          </a:ln>
          <a:effectLst/>
        </p:spPr>
      </p:pic>
      <p:sp>
        <p:nvSpPr>
          <p:cNvPr id="41990" name="Text Box 6"/>
          <p:cNvSpPr/>
          <p:nvPr/>
        </p:nvSpPr>
        <p:spPr>
          <a:xfrm>
            <a:off x="457200" y="4876800"/>
            <a:ext cx="8229600" cy="703263"/>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lgn="just">
              <a:spcBef>
                <a:spcPts val="1250"/>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000">
                <a:latin typeface="Verdana" pitchFamily="34" charset="0"/>
              </a:rPr>
              <a:t>The weight vector W3 of the winning neuron 3 becomes closer to the input vector X with each iteration.</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Text Box 1"/>
          <p:cNvSpPr/>
          <p:nvPr/>
        </p:nvSpPr>
        <p:spPr>
          <a:xfrm>
            <a:off x="457200" y="457200"/>
            <a:ext cx="8229600" cy="885825"/>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lgn="just"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ADAPTIVE RESONANCE THEORY (ART) NETWORK</a:t>
            </a:r>
          </a:p>
        </p:txBody>
      </p:sp>
      <p:sp>
        <p:nvSpPr>
          <p:cNvPr id="44035" name="Rectangle 2"/>
          <p:cNvSpPr>
            <a:spLocks noChangeArrowheads="1"/>
          </p:cNvSpPr>
          <p:nvPr/>
        </p:nvSpPr>
        <p:spPr bwMode="auto">
          <a:xfrm>
            <a:off x="457200" y="1600200"/>
            <a:ext cx="8229600" cy="3781425"/>
          </a:xfrm>
          <a:prstGeom prst="rect">
            <a:avLst/>
          </a:prstGeom>
          <a:noFill/>
          <a:ln>
            <a:noFill/>
          </a:ln>
          <a:effectLst/>
        </p:spPr>
        <p:txBody>
          <a:bodyPr lIns="90000" tIns="46800" rIns="90000" bIns="46800">
            <a:sp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9144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Adaptive Resonance Theory </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(ART) is a family of algorithms for unsupervised learning developed by Carpenter and Grossberg.</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ART </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is similar to many iterative clustering algorithms where each pattern is processed by</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914400" marR="0" lvl="1" indent="-457200" algn="l" defTabSz="449263" rtl="0" eaLnBrk="0" fontAlgn="base" latinLnBrk="0" hangingPunct="0">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finding the "nearest" cluster (a.k.a. prototype or template) to that exemplar (desired).</a:t>
            </a:r>
          </a:p>
          <a:p>
            <a:pPr marL="914400" marR="0" lvl="1" indent="-457200" algn="l" defTabSz="449263" rtl="0" eaLnBrk="0" fontAlgn="base" latinLnBrk="0" hangingPunct="0">
              <a:lnSpc>
                <a:spcPct val="110000"/>
              </a:lnSpc>
              <a:spcBef>
                <a:spcPct val="0"/>
              </a:spcBef>
              <a:spcAft>
                <a:spcPct val="0"/>
              </a:spcAft>
              <a:buClr>
                <a:srgbClr val="984807"/>
              </a:buClr>
              <a:buSzTx/>
              <a:buFont typeface="Arial" pitchFamily="34" charset="0"/>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updating that cluster to be "closer" to the exemplar.</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Text Box 1"/>
          <p:cNvSpPr/>
          <p:nvPr/>
        </p:nvSpPr>
        <p:spPr>
          <a:xfrm>
            <a:off x="457200" y="457200"/>
            <a:ext cx="82296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lgn="just"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ARCHITECTURES OF ART NETWORK</a:t>
            </a:r>
          </a:p>
        </p:txBody>
      </p:sp>
      <p:sp>
        <p:nvSpPr>
          <p:cNvPr id="46083" name="Text Box 2"/>
          <p:cNvSpPr txBox="1">
            <a:spLocks noChangeArrowheads="1"/>
          </p:cNvSpPr>
          <p:nvPr/>
        </p:nvSpPr>
        <p:spPr bwMode="auto">
          <a:xfrm>
            <a:off x="457200" y="1143000"/>
            <a:ext cx="8229600" cy="1770063"/>
          </a:xfrm>
          <a:prstGeom prst="rect">
            <a:avLst/>
          </a:prstGeom>
          <a:noFill/>
          <a:ln>
            <a:noFill/>
          </a:ln>
          <a:effectLst/>
        </p:spPr>
        <p:txBody>
          <a:bodyPr lIns="90000" tIns="46800" rIns="90000" bIns="46800">
            <a:spAutoFit/>
          </a:bodyPr>
          <a:lstStyle>
            <a:defPPr>
              <a:defRPr lang="en-GB"/>
            </a:defPPr>
            <a:lvl1pPr marL="457200" indent="-4572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11430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ART1</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designed for binary features.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ART2</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designed for continuous (analog) features.</a:t>
            </a:r>
          </a:p>
          <a:p>
            <a:pPr marL="457200" marR="0" lvl="0" indent="-455613" algn="just" defTabSz="449263" rtl="0" eaLnBrk="1" fontAlgn="base" latinLnBrk="0" hangingPunct="1">
              <a:lnSpc>
                <a:spcPct val="110000"/>
              </a:lnSpc>
              <a:spcBef>
                <a:spcPct val="0"/>
              </a:spcBef>
              <a:spcAft>
                <a:spcPct val="0"/>
              </a:spcAft>
              <a:buClrTx/>
              <a:buSzTx/>
              <a:buFontTx/>
              <a:buNone/>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457200" marR="0" lvl="0" indent="-457200" algn="just" defTabSz="449263" rtl="0" eaLnBrk="1" fontAlgn="base" latinLnBrk="0" hangingPunct="1">
              <a:lnSpc>
                <a:spcPct val="110000"/>
              </a:lnSpc>
              <a:spcBef>
                <a:spcPct val="0"/>
              </a:spcBef>
              <a:spcAft>
                <a:spcPct val="0"/>
              </a:spcAft>
              <a:buClr>
                <a:srgbClr val="984807"/>
              </a:buClr>
              <a:buSzTx/>
              <a:buFont typeface="Wingdings" pitchFamily="2" charset="2"/>
              <a:buChar char=""/>
              <a:tabLst>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1"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ARTMAP</a:t>
            </a: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 a supervised version of ART.</a:t>
            </a: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Text Box 1"/>
          <p:cNvSpPr/>
          <p:nvPr/>
        </p:nvSpPr>
        <p:spPr>
          <a:xfrm>
            <a:off x="457200" y="457200"/>
            <a:ext cx="8153400" cy="885825"/>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algn="just"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FUNDAMENTAL ALGORITHM OF ART NETWORK</a:t>
            </a:r>
          </a:p>
        </p:txBody>
      </p:sp>
      <p:pic>
        <p:nvPicPr>
          <p:cNvPr id="48131" name="Picture 2"/>
          <p:cNvPicPr>
            <a:picLocks noChangeAspect="1"/>
          </p:cNvPicPr>
          <p:nvPr/>
        </p:nvPicPr>
        <p:blipFill>
          <a:blip r:embed="rId3"/>
          <a:stretch>
            <a:fillRect/>
          </a:stretch>
        </p:blipFill>
        <p:spPr>
          <a:xfrm>
            <a:off x="633413" y="1143000"/>
            <a:ext cx="7877175" cy="3965575"/>
          </a:xfrm>
          <a:prstGeom prst="rect">
            <a:avLst/>
          </a:prstGeom>
          <a:noFill/>
          <a:ln>
            <a:noFill/>
            <a:round/>
          </a:ln>
          <a:effectLst/>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Text Box 1"/>
          <p:cNvSpPr/>
          <p:nvPr/>
        </p:nvSpPr>
        <p:spPr>
          <a:xfrm>
            <a:off x="457200" y="457200"/>
            <a:ext cx="81534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BASIC ARCHITECTURE OF ART1</a:t>
            </a:r>
          </a:p>
        </p:txBody>
      </p:sp>
      <p:pic>
        <p:nvPicPr>
          <p:cNvPr id="50179" name="Picture 2"/>
          <p:cNvPicPr>
            <a:picLocks noChangeAspect="1"/>
          </p:cNvPicPr>
          <p:nvPr/>
        </p:nvPicPr>
        <p:blipFill>
          <a:blip r:embed="rId3"/>
          <a:stretch>
            <a:fillRect/>
          </a:stretch>
        </p:blipFill>
        <p:spPr>
          <a:xfrm>
            <a:off x="1481138" y="1143000"/>
            <a:ext cx="6181725" cy="4148138"/>
          </a:xfrm>
          <a:prstGeom prst="rect">
            <a:avLst/>
          </a:prstGeom>
          <a:noFill/>
          <a:ln>
            <a:noFill/>
            <a:round/>
          </a:ln>
          <a:effectLst/>
        </p:spPr>
      </p:pic>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Text Box 1"/>
          <p:cNvSpPr/>
          <p:nvPr/>
        </p:nvSpPr>
        <p:spPr>
          <a:xfrm>
            <a:off x="457200" y="457200"/>
            <a:ext cx="83058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ART1 UNITS</a:t>
            </a:r>
          </a:p>
        </p:txBody>
      </p:sp>
      <p:sp>
        <p:nvSpPr>
          <p:cNvPr id="52227" name="Text Box 2"/>
          <p:cNvSpPr txBox="1">
            <a:spLocks noChangeArrowheads="1"/>
          </p:cNvSpPr>
          <p:nvPr/>
        </p:nvSpPr>
        <p:spPr bwMode="auto">
          <a:xfrm>
            <a:off x="457200" y="1143000"/>
            <a:ext cx="8229600" cy="3444875"/>
          </a:xfrm>
          <a:prstGeom prst="rect">
            <a:avLst/>
          </a:prstGeom>
          <a:noFill/>
          <a:ln>
            <a:noFill/>
          </a:ln>
          <a:effectLst/>
        </p:spPr>
        <p:txBody>
          <a:bodyPr lIns="90000" tIns="46800" rIns="90000" bIns="46800">
            <a:spAutoFit/>
          </a:bodyPr>
          <a:lstStyle>
            <a:defPPr>
              <a:defRPr lang="en-GB"/>
            </a:defPPr>
            <a:lvl1pPr marL="0" indent="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1pPr>
            <a:lvl2pPr marL="742950" indent="-28575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2pPr>
            <a:lvl3pPr marL="914400" indent="-45720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3pPr>
            <a:lvl4pPr marL="1600200" indent="-22860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4pPr>
            <a:lvl5pPr marL="2057400" indent="-228600" algn="l" defTabSz="449262" rtl="0" eaLnBrk="0" fontAlgn="base" hangingPunct="0">
              <a:lnSpc>
                <a:spcPct val="10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kumimoji="0" sz="1800" b="0" i="0" u="none" baseline="0">
                <a:solidFill>
                  <a:srgbClr val="000000"/>
                </a:solidFill>
                <a:effectLst/>
                <a:latin typeface="Verdana" pitchFamily="34" charset="0"/>
                <a:ea typeface="Noto Sans CJK SC" charset="0"/>
                <a:cs typeface="Noto Sans CJK SC"/>
              </a:defRPr>
            </a:lvl5pPr>
            <a:lvl6pPr marL="25146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6pPr>
            <a:lvl7pPr marL="29718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7pPr>
            <a:lvl8pPr marL="34290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8pPr>
            <a:lvl9pPr marL="3886200" indent="-228600" defTabSz="449263" eaLnBrk="0" fontAlgn="base" hangingPunct="0">
              <a:spcBef>
                <a:spcPct val="0"/>
              </a:spcBef>
              <a:spcAft>
                <a:spcPct val="0"/>
              </a:spcAft>
              <a:buClr>
                <a:srgbClr val="000000"/>
              </a:buClr>
              <a:buSzTx/>
              <a:buFont typeface="Times New Roman"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solidFill>
                  <a:srgbClr val="000000"/>
                </a:solidFill>
                <a:latin typeface="Verdana" pitchFamily="34" charset="0"/>
                <a:cs typeface="Noto Sans CJK SC"/>
              </a:defRPr>
            </a:lvl9pPr>
          </a:lstStyle>
          <a:p>
            <a:pPr marL="0" marR="0" lvl="0" indent="0" algn="l" defTabSz="449263" rtl="0" eaLnBrk="0" fontAlgn="base" latinLnBrk="0" hangingPunct="0">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ART1 Network is made up of two units</a:t>
            </a:r>
          </a:p>
          <a:p>
            <a:pPr marL="0" marR="0" lvl="0" indent="0" algn="l" defTabSz="449263" rtl="0" eaLnBrk="0" fontAlgn="base" latinLnBrk="0" hangingPunct="0">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0" marR="0" lvl="0" indent="0" algn="l" defTabSz="449263" rtl="0" eaLnBrk="0" fontAlgn="base" latinLnBrk="0" hangingPunct="0">
              <a:lnSpc>
                <a:spcPct val="11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Computational units</a:t>
            </a:r>
          </a:p>
          <a:p>
            <a:pPr marL="914400" marR="0" lvl="2" indent="-457200" algn="l" defTabSz="449263" rtl="0" eaLnBrk="0" fontAlgn="base" latinLnBrk="0" hangingPunct="0">
              <a:lnSpc>
                <a:spcPct val="110000"/>
              </a:lnSpc>
              <a:spcBef>
                <a:spcPct val="0"/>
              </a:spcBef>
              <a:spcAft>
                <a:spcPct val="0"/>
              </a:spcAft>
              <a:buClr>
                <a:srgbClr val="984807"/>
              </a:buClr>
              <a:buSz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Input unit (F1 unit – input and interface).</a:t>
            </a:r>
          </a:p>
          <a:p>
            <a:pPr marL="914400" marR="0" lvl="2" indent="-457200" algn="l" defTabSz="449263" rtl="0" eaLnBrk="0" fontAlgn="base" latinLnBrk="0" hangingPunct="0">
              <a:lnSpc>
                <a:spcPct val="110000"/>
              </a:lnSpc>
              <a:spcBef>
                <a:spcPct val="0"/>
              </a:spcBef>
              <a:spcAft>
                <a:spcPct val="0"/>
              </a:spcAft>
              <a:buClr>
                <a:srgbClr val="984807"/>
              </a:buClr>
              <a:buSz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Cluster unit (F2 unit – output).</a:t>
            </a:r>
          </a:p>
          <a:p>
            <a:pPr marL="914400" marR="0" lvl="2" indent="-457200" algn="l" defTabSz="449263" rtl="0" eaLnBrk="0" fontAlgn="base" latinLnBrk="0" hangingPunct="0">
              <a:lnSpc>
                <a:spcPct val="110000"/>
              </a:lnSpc>
              <a:spcBef>
                <a:spcPct val="0"/>
              </a:spcBef>
              <a:spcAft>
                <a:spcPct val="0"/>
              </a:spcAft>
              <a:buClr>
                <a:srgbClr val="984807"/>
              </a:buClr>
              <a:buSz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Reset control unit (controls degree of similarity).</a:t>
            </a:r>
          </a:p>
          <a:p>
            <a:pPr marL="914400" marR="0" lvl="2" indent="-455613" algn="l" defTabSz="449263" rtl="0" eaLnBrk="0" fontAlgn="base" latinLnBrk="0" hangingPunct="0">
              <a:lnSpc>
                <a:spcPct val="110000"/>
              </a:lnSpc>
              <a:spcBef>
                <a:spcPct val="0"/>
              </a:spcBef>
              <a:spcAft>
                <a:spcPct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endParaRPr kumimoji="0" lang="en-US" altLang="en-US" sz="2000" b="0" i="0" u="none" strike="noStrike" kern="1200" cap="none" spc="0" normalizeH="0" baseline="0" noProof="0">
              <a:ln>
                <a:noFill/>
              </a:ln>
              <a:solidFill>
                <a:srgbClr val="984807"/>
              </a:solidFill>
              <a:effectLst/>
              <a:uLnTx/>
              <a:uFillTx/>
              <a:latin typeface="Tahoma" pitchFamily="34" charset="0"/>
              <a:ea typeface="+mn-ea"/>
              <a:cs typeface="Tahoma" panose="020B0604030504040204" pitchFamily="34" charset="0"/>
            </a:endParaRPr>
          </a:p>
          <a:p>
            <a:pPr marL="0" marR="0" lvl="0" indent="0" algn="l" defTabSz="449263" rtl="0" eaLnBrk="0" fontAlgn="base" latinLnBrk="0" hangingPunct="0">
              <a:lnSpc>
                <a:spcPct val="110000"/>
              </a:lnSpc>
              <a:spcBef>
                <a:spcPct val="0"/>
              </a:spcBef>
              <a:spcAft>
                <a:spcPct val="0"/>
              </a:spcAft>
              <a:buClr>
                <a:srgbClr val="984807"/>
              </a:buClr>
              <a:buSzTx/>
              <a:buFont typeface="Wingdings" pitchFamily="2" charset="2"/>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Supplemental units</a:t>
            </a:r>
          </a:p>
          <a:p>
            <a:pPr marL="914400" marR="0" lvl="2" indent="-457200" algn="l" defTabSz="449263" rtl="0" eaLnBrk="0" fontAlgn="base" latinLnBrk="0" hangingPunct="0">
              <a:lnSpc>
                <a:spcPct val="110000"/>
              </a:lnSpc>
              <a:spcBef>
                <a:spcPct val="0"/>
              </a:spcBef>
              <a:spcAft>
                <a:spcPct val="0"/>
              </a:spcAft>
              <a:buClr>
                <a:srgbClr val="984807"/>
              </a:buClr>
              <a:buSz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One reset control unit.</a:t>
            </a:r>
          </a:p>
          <a:p>
            <a:pPr marL="914400" marR="0" lvl="2" indent="-457200" algn="l" defTabSz="449263" rtl="0" eaLnBrk="0" fontAlgn="base" latinLnBrk="0" hangingPunct="0">
              <a:lnSpc>
                <a:spcPct val="110000"/>
              </a:lnSpc>
              <a:spcBef>
                <a:spcPct val="0"/>
              </a:spcBef>
              <a:spcAft>
                <a:spcPct val="0"/>
              </a:spcAft>
              <a:buClr>
                <a:srgbClr val="984807"/>
              </a:buClr>
              <a:buSzTx/>
              <a:buFont typeface="Arial"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3" algn="l"/>
              </a:tabLst>
              <a:defRPr/>
            </a:pPr>
            <a:r>
              <a:rPr kumimoji="0" lang="en-US" altLang="en-US" sz="2000" b="0" i="0" u="none" strike="noStrike" kern="1200" cap="none" spc="0" normalizeH="0" baseline="0" noProof="0">
                <a:ln>
                  <a:noFill/>
                </a:ln>
                <a:solidFill>
                  <a:srgbClr val="984807"/>
                </a:solidFill>
                <a:effectLst/>
                <a:uLnTx/>
                <a:uFillTx/>
                <a:latin typeface="Tahoma" pitchFamily="34" charset="0"/>
                <a:ea typeface="+mn-ea" pitchFamily="34" charset="0"/>
                <a:cs typeface="Tahoma" panose="020B0604030504040204" pitchFamily="34" charset="0"/>
              </a:rPr>
              <a:t>Two gain control units.</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274" name="Text Box 1"/>
          <p:cNvSpPr/>
          <p:nvPr/>
        </p:nvSpPr>
        <p:spPr>
          <a:xfrm>
            <a:off x="457200" y="457200"/>
            <a:ext cx="61722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ART2 NETWORK</a:t>
            </a:r>
          </a:p>
        </p:txBody>
      </p:sp>
      <p:pic>
        <p:nvPicPr>
          <p:cNvPr id="54275" name="Picture 2"/>
          <p:cNvPicPr>
            <a:picLocks noChangeAspect="1"/>
          </p:cNvPicPr>
          <p:nvPr/>
        </p:nvPicPr>
        <p:blipFill>
          <a:blip r:embed="rId3"/>
          <a:stretch>
            <a:fillRect/>
          </a:stretch>
        </p:blipFill>
        <p:spPr>
          <a:xfrm>
            <a:off x="465138" y="1196975"/>
            <a:ext cx="8213725" cy="2640013"/>
          </a:xfrm>
          <a:prstGeom prst="rect">
            <a:avLst/>
          </a:prstGeom>
          <a:noFill/>
          <a:ln>
            <a:noFill/>
            <a:round/>
          </a:ln>
          <a:effectLst/>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Text Box 1"/>
          <p:cNvSpPr/>
          <p:nvPr/>
        </p:nvSpPr>
        <p:spPr>
          <a:xfrm>
            <a:off x="457200" y="457200"/>
            <a:ext cx="81534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BASIC ARCHITECTURE OF ART2</a:t>
            </a:r>
          </a:p>
        </p:txBody>
      </p:sp>
      <p:pic>
        <p:nvPicPr>
          <p:cNvPr id="56323" name="Picture 2"/>
          <p:cNvPicPr>
            <a:picLocks noChangeAspect="1"/>
          </p:cNvPicPr>
          <p:nvPr/>
        </p:nvPicPr>
        <p:blipFill>
          <a:blip r:embed="rId3"/>
          <a:stretch>
            <a:fillRect/>
          </a:stretch>
        </p:blipFill>
        <p:spPr>
          <a:xfrm>
            <a:off x="2014538" y="1243013"/>
            <a:ext cx="5114925" cy="4371975"/>
          </a:xfrm>
          <a:prstGeom prst="rect">
            <a:avLst/>
          </a:prstGeom>
          <a:noFill/>
          <a:ln>
            <a:noFill/>
            <a:round/>
          </a:ln>
          <a:effectLst/>
        </p:spPr>
      </p:pic>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Text Box 1"/>
          <p:cNvSpPr/>
          <p:nvPr/>
        </p:nvSpPr>
        <p:spPr>
          <a:xfrm>
            <a:off x="457200" y="457200"/>
            <a:ext cx="8115300" cy="490538"/>
          </a:xfrm>
          <a:prstGeom prst="rect">
            <a:avLst/>
          </a:prstGeom>
          <a:noFill/>
          <a:ln>
            <a:noFill/>
            <a:round/>
          </a:ln>
          <a:effectLst/>
        </p:spPr>
        <p:txBody>
          <a:bodyPr lIns="90000" tIns="46800" rIns="90000" bIns="46800">
            <a:spAutoFit/>
          </a:bodyPr>
          <a:lstStyle>
            <a:defPPr>
              <a:defRPr lang="en-GB"/>
            </a:defPPr>
            <a:lvl1pPr marL="342900" indent="-342900" algn="l" defTabSz="449263" rtl="0" eaLnBrk="0" fontAlgn="base" hangingPunct="0">
              <a:lnSpc>
                <a:spcPct val="100000"/>
              </a:lnSpc>
              <a:spcBef>
                <a:spcPts val="800"/>
              </a:spcBef>
              <a:spcAft>
                <a:spcPct val="0"/>
              </a:spcAft>
              <a:buClr>
                <a:srgbClr val="000000"/>
              </a:buClr>
              <a:buSzTx/>
              <a:buFont typeface="Times New Roman" pitchFamily="18" charset="0"/>
              <a:buNone/>
              <a:defRPr kumimoji="0" lang="en-GB" altLang="en-US" sz="3200" b="0" i="0" u="none" kern="1200" baseline="0">
                <a:solidFill>
                  <a:srgbClr val="000000"/>
                </a:solidFill>
                <a:effectLst/>
                <a:latin typeface="+mn-lt"/>
                <a:ea typeface="+mn-ea"/>
                <a:cs typeface="+mn-cs"/>
              </a:defRPr>
            </a:lvl1pPr>
            <a:lvl2pPr marL="742950" indent="-285750" algn="l" defTabSz="449263" rtl="0" eaLnBrk="0" fontAlgn="base" hangingPunct="0">
              <a:lnSpc>
                <a:spcPct val="100000"/>
              </a:lnSpc>
              <a:spcBef>
                <a:spcPts val="700"/>
              </a:spcBef>
              <a:spcAft>
                <a:spcPct val="0"/>
              </a:spcAft>
              <a:buClr>
                <a:srgbClr val="000000"/>
              </a:buClr>
              <a:buSzTx/>
              <a:buFont typeface="Times New Roman" pitchFamily="18" charset="0"/>
              <a:buNone/>
              <a:defRPr kumimoji="0" lang="en-GB" altLang="en-US" sz="2800" b="0" i="0" u="none" kern="1200" baseline="0">
                <a:solidFill>
                  <a:srgbClr val="000000"/>
                </a:solidFill>
                <a:effectLst/>
                <a:latin typeface="+mn-lt"/>
                <a:ea typeface="+mn-ea"/>
                <a:cs typeface="+mn-cs"/>
              </a:defRPr>
            </a:lvl2pPr>
            <a:lvl3pPr marL="1143000" indent="-228600" algn="l" defTabSz="449263" rtl="0" eaLnBrk="0" fontAlgn="base" hangingPunct="0">
              <a:lnSpc>
                <a:spcPct val="100000"/>
              </a:lnSpc>
              <a:spcBef>
                <a:spcPts val="600"/>
              </a:spcBef>
              <a:spcAft>
                <a:spcPct val="0"/>
              </a:spcAft>
              <a:buClr>
                <a:srgbClr val="000000"/>
              </a:buClr>
              <a:buSzTx/>
              <a:buFont typeface="Times New Roman" pitchFamily="18" charset="0"/>
              <a:buNone/>
              <a:defRPr kumimoji="0" lang="en-GB" altLang="en-US" sz="2400" b="0" i="0" u="none" kern="1200" baseline="0">
                <a:solidFill>
                  <a:srgbClr val="000000"/>
                </a:solidFill>
                <a:effectLst/>
                <a:latin typeface="+mn-lt"/>
                <a:ea typeface="+mn-ea"/>
                <a:cs typeface="+mn-cs"/>
              </a:defRPr>
            </a:lvl3pPr>
            <a:lvl4pPr marL="16002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4pPr>
            <a:lvl5pPr marL="2057400" indent="-228600" algn="l" defTabSz="449263" rtl="0" eaLnBrk="0" fontAlgn="base" hangingPunct="0">
              <a:lnSpc>
                <a:spcPct val="100000"/>
              </a:lnSpc>
              <a:spcBef>
                <a:spcPts val="500"/>
              </a:spcBef>
              <a:spcAft>
                <a:spcPct val="0"/>
              </a:spcAft>
              <a:buClr>
                <a:srgbClr val="000000"/>
              </a:buClr>
              <a:buSzTx/>
              <a:buFont typeface="Times New Roman" pitchFamily="18" charset="0"/>
              <a:buNone/>
              <a:defRPr kumimoji="0" lang="en-GB" altLang="en-US" sz="2000" b="0" i="0" u="none" kern="1200" baseline="0">
                <a:solidFill>
                  <a:srgbClr val="000000"/>
                </a:solidFill>
                <a:effectLst/>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lang="en-GB" altLang="en-US" sz="1800" kern="1200">
                <a:solidFill>
                  <a:schemeClr val="tx1"/>
                </a:solidFill>
                <a:latin typeface="+mn-lt"/>
                <a:ea typeface="+mn-ea"/>
                <a:cs typeface="+mn-cs"/>
              </a:defRPr>
            </a:lvl9pPr>
          </a:lstStyle>
          <a:p>
            <a:pPr marL="0" lvl="0" indent="0" eaLnBrk="1" hangingPunct="1">
              <a:spcBef>
                <a:spcPts val="1625"/>
              </a:spcBef>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 pos="10331450" algn="l"/>
                <a:tab pos="10780712" algn="l"/>
              </a:tabLst>
            </a:pPr>
            <a:r>
              <a:rPr lang="en-US" altLang="en-US" sz="2600" b="1">
                <a:solidFill>
                  <a:srgbClr val="C00000"/>
                </a:solidFill>
                <a:latin typeface="Tahoma" pitchFamily="34" charset="0"/>
                <a:ea typeface="Tahoma" pitchFamily="34" charset="0"/>
              </a:rPr>
              <a:t>ART2 ALGORITHM</a:t>
            </a:r>
          </a:p>
        </p:txBody>
      </p:sp>
      <p:pic>
        <p:nvPicPr>
          <p:cNvPr id="58371" name="Picture 2"/>
          <p:cNvPicPr>
            <a:picLocks noChangeAspect="1"/>
          </p:cNvPicPr>
          <p:nvPr/>
        </p:nvPicPr>
        <p:blipFill>
          <a:blip r:embed="rId3"/>
          <a:stretch>
            <a:fillRect/>
          </a:stretch>
        </p:blipFill>
        <p:spPr>
          <a:xfrm>
            <a:off x="1717675" y="1143000"/>
            <a:ext cx="5708650" cy="4994275"/>
          </a:xfrm>
          <a:prstGeom prst="rect">
            <a:avLst/>
          </a:prstGeom>
          <a:noFill/>
          <a:ln>
            <a:noFill/>
            <a:round/>
          </a:ln>
          <a:effec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457200" y="457200"/>
            <a:ext cx="82296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PATTERN ASSOCIATION</a:t>
            </a:r>
          </a:p>
        </p:txBody>
      </p:sp>
      <p:sp>
        <p:nvSpPr>
          <p:cNvPr id="4099" name="Rectangle 8"/>
          <p:cNvSpPr>
            <a:spLocks noChangeArrowheads="1"/>
          </p:cNvSpPr>
          <p:nvPr/>
        </p:nvSpPr>
        <p:spPr bwMode="auto">
          <a:xfrm>
            <a:off x="457200" y="1143000"/>
            <a:ext cx="8229600" cy="4495800"/>
          </a:xfrm>
          <a:prstGeom prst="rect">
            <a:avLst/>
          </a:prstGeom>
          <a:noFill/>
          <a:ln w="9525">
            <a:noFill/>
            <a:miter lim="800000"/>
          </a:ln>
          <a:effectLst/>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457200" marR="0" lvl="0" indent="-457200" algn="just" defTabSz="914400" rtl="0" eaLnBrk="1" fontAlgn="base" latinLnBrk="0" hangingPunct="1">
              <a:lnSpc>
                <a:spcPct val="11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Associating patterns which are </a:t>
            </a:r>
          </a:p>
          <a:p>
            <a:pPr marL="228600" marR="0" lvl="0" indent="-228600" algn="just" defTabSz="914400" rtl="0" eaLnBrk="1" fontAlgn="base" latinLnBrk="0" hangingPunct="1">
              <a:lnSpc>
                <a:spcPct val="11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itchFamily="34" charset="0"/>
              <a:ea typeface="+mn-ea"/>
              <a:cs typeface="+mn-cs"/>
            </a:endParaRP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similar, </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contrary, </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in close proximity (spatial), </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in close succession (temporal).</a:t>
            </a:r>
          </a:p>
          <a:p>
            <a:pPr marL="800100" marR="0" lvl="1" indent="-228600" algn="just" defTabSz="914400" rtl="0" eaLnBrk="1" fontAlgn="base" latinLnBrk="0" hangingPunct="1">
              <a:lnSpc>
                <a:spcPct val="11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Verdana" pitchFamily="34" charset="0"/>
              <a:ea typeface="+mn-ea"/>
              <a:cs typeface="+mn-cs"/>
            </a:endParaRPr>
          </a:p>
          <a:p>
            <a:pPr marL="457200" marR="0" lvl="0" indent="-457200" algn="just" defTabSz="914400" rtl="0" eaLnBrk="1" fontAlgn="base" latinLnBrk="0" hangingPunct="1">
              <a:lnSpc>
                <a:spcPct val="11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Associative recall</a:t>
            </a:r>
          </a:p>
          <a:p>
            <a:pPr marL="228600" marR="0" lvl="0" indent="-228600" algn="just" defTabSz="914400" rtl="0" eaLnBrk="1" fontAlgn="base" latinLnBrk="0" hangingPunct="1">
              <a:lnSpc>
                <a:spcPct val="11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itchFamily="34" charset="0"/>
              <a:ea typeface="+mn-ea"/>
              <a:cs typeface="+mn-cs"/>
            </a:endParaRP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evoke associated patterns,</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recall a pattern by part of it,</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evoke/recall with incomplete/noisy patterns.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a:spLocks noChangeArrowheads="1"/>
          </p:cNvSpPr>
          <p:nvPr/>
        </p:nvSpPr>
        <p:spPr bwMode="auto">
          <a:xfrm>
            <a:off x="457200" y="457200"/>
            <a:ext cx="82296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ASSOCIATIVE MEMORY (AM) NETWORK</a:t>
            </a:r>
          </a:p>
        </p:txBody>
      </p:sp>
      <p:sp>
        <p:nvSpPr>
          <p:cNvPr id="5123" name="Rectangle 6"/>
          <p:cNvSpPr>
            <a:spLocks noChangeArrowheads="1"/>
          </p:cNvSpPr>
          <p:nvPr/>
        </p:nvSpPr>
        <p:spPr bwMode="auto">
          <a:xfrm>
            <a:off x="457200" y="1143000"/>
            <a:ext cx="8229600" cy="4953000"/>
          </a:xfrm>
          <a:prstGeom prst="rect">
            <a:avLst/>
          </a:prstGeom>
          <a:noFill/>
          <a:ln w="9525">
            <a:noFill/>
            <a:miter lim="800000"/>
          </a:ln>
          <a:effectLst/>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457200" marR="0" lvl="0" indent="-457200" algn="l" defTabSz="914400" rtl="0" eaLnBrk="1" fontAlgn="base" latinLnBrk="0" hangingPunct="1">
              <a:lnSpc>
                <a:spcPct val="12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Two types of associations exist. For two patterns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s</a:t>
            </a: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and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a:t>
            </a:r>
          </a:p>
          <a:p>
            <a:pPr marL="457200" marR="0" lvl="0" indent="-457200" algn="l" defTabSz="914400" rtl="0" eaLnBrk="1" fontAlgn="base" latinLnBrk="0" hangingPunct="1">
              <a:lnSpc>
                <a:spcPct val="120000"/>
              </a:lnSpc>
              <a:spcBef>
                <a:spcPct val="0"/>
              </a:spcBef>
              <a:spcAft>
                <a:spcPct val="0"/>
              </a:spcAft>
              <a:buClrTx/>
              <a:buSzTx/>
              <a:buFont typeface="Wingdings" pitchFamily="2" charset="2"/>
              <a:buChar char="Ø"/>
              <a:defRPr/>
            </a:pPr>
            <a:endPar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hetero-association (s != t): relating two different patterns (s – input, t – target).</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auto-association (s = t): relating parts of a pattern with other parts.</a:t>
            </a:r>
          </a:p>
          <a:p>
            <a:pPr marL="800100" marR="0" lvl="1" indent="-228600" algn="l" defTabSz="914400" rtl="0" eaLnBrk="1" fontAlgn="base" latinLnBrk="0" hangingPunct="1">
              <a:lnSpc>
                <a:spcPct val="120000"/>
              </a:lnSpc>
              <a:spcBef>
                <a:spcPct val="0"/>
              </a:spcBef>
              <a:spcAft>
                <a:spcPct val="0"/>
              </a:spcAft>
              <a:buClrTx/>
              <a:buSzTx/>
              <a:buFontTx/>
              <a:buChar char="–"/>
              <a:defRPr/>
            </a:pPr>
            <a:endParaRPr kumimoji="0" lang="en-US" sz="2000" b="0" i="0" u="none" strike="noStrike" kern="1200" cap="none" spc="0" normalizeH="0" baseline="0" noProof="0">
              <a:ln>
                <a:noFill/>
              </a:ln>
              <a:solidFill>
                <a:schemeClr val="tx1"/>
              </a:solidFill>
              <a:effectLst/>
              <a:uLnTx/>
              <a:uFillTx/>
              <a:latin typeface="Verdana" pitchFamily="34" charset="0"/>
              <a:ea typeface="+mn-ea"/>
              <a:cs typeface="+mn-cs"/>
            </a:endParaRPr>
          </a:p>
          <a:p>
            <a:pPr marL="457200" marR="0" lvl="0" indent="-457200" algn="just" defTabSz="914400" rtl="0" eaLnBrk="1" fontAlgn="base" latinLnBrk="0" hangingPunct="1">
              <a:lnSpc>
                <a:spcPct val="12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Architectures of  NN associative memory:</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single layer (with/out input layer),</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two layers (for bidirectional  association)</a:t>
            </a:r>
          </a:p>
          <a:p>
            <a:pPr marL="800100" marR="0" lvl="1" indent="-228600" algn="just" defTabSz="914400" rtl="0" eaLnBrk="1" fontAlgn="base" latinLnBrk="0" hangingPunct="1">
              <a:lnSpc>
                <a:spcPct val="12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Verdana" pitchFamily="34" charset="0"/>
              <a:ea typeface="+mn-ea"/>
              <a:cs typeface="+mn-cs"/>
            </a:endParaRPr>
          </a:p>
          <a:p>
            <a:pPr marL="457200" marR="0" lvl="0" indent="-457200" algn="just" defTabSz="914400" rtl="0" eaLnBrk="1" fontAlgn="base" latinLnBrk="0" hangingPunct="1">
              <a:lnSpc>
                <a:spcPct val="12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Learning algorithms for AM:</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Hebbian learning rule and its variations,</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gradient descent.</a:t>
            </a:r>
          </a:p>
          <a:p>
            <a:pPr marL="800100" marR="0" lvl="1" indent="-228600" algn="l" defTabSz="914400" rtl="0" eaLnBrk="1" fontAlgn="base" latinLnBrk="0" hangingPunct="1">
              <a:lnSpc>
                <a:spcPct val="120000"/>
              </a:lnSpc>
              <a:spcBef>
                <a:spcPct val="0"/>
              </a:spcBef>
              <a:spcAft>
                <a:spcPct val="0"/>
              </a:spcAft>
              <a:buClrTx/>
              <a:buSzTx/>
              <a:buFontTx/>
              <a:buChar char="–"/>
              <a:defRPr/>
            </a:pPr>
            <a:endParaRPr kumimoji="0" lang="en-US" sz="2000" b="0" i="0" u="none" strike="noStrike" kern="1200" cap="none" spc="0" normalizeH="0" baseline="0" noProof="0">
              <a:ln>
                <a:noFill/>
              </a:ln>
              <a:solidFill>
                <a:schemeClr val="tx1"/>
              </a:solidFill>
              <a:effectLst/>
              <a:uLnTx/>
              <a:uFillTx/>
              <a:latin typeface="Verdana" pitchFamily="34" charset="0"/>
              <a:ea typeface="+mn-ea"/>
              <a:cs typeface="+mn-cs"/>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4"/>
          <p:cNvSpPr txBox="1">
            <a:spLocks noChangeArrowheads="1"/>
          </p:cNvSpPr>
          <p:nvPr/>
        </p:nvSpPr>
        <p:spPr bwMode="auto">
          <a:xfrm>
            <a:off x="457200" y="457200"/>
            <a:ext cx="82296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ASSOCIATIVE MEMORY NETWORK</a:t>
            </a:r>
          </a:p>
        </p:txBody>
      </p:sp>
      <p:sp>
        <p:nvSpPr>
          <p:cNvPr id="6147" name="Rectangle 6"/>
          <p:cNvSpPr>
            <a:spLocks noChangeArrowheads="1"/>
          </p:cNvSpPr>
          <p:nvPr/>
        </p:nvSpPr>
        <p:spPr bwMode="auto">
          <a:xfrm>
            <a:off x="457200" y="1143000"/>
            <a:ext cx="8229600" cy="4914900"/>
          </a:xfrm>
          <a:prstGeom prst="rect">
            <a:avLst/>
          </a:prstGeom>
          <a:noFill/>
          <a:ln w="9525">
            <a:noFill/>
            <a:miter lim="800000"/>
          </a:ln>
          <a:effectLst/>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457200" marR="0" lvl="0" indent="-457200" algn="just" defTabSz="914400" rtl="0" eaLnBrk="1" fontAlgn="base" latinLnBrk="0" hangingPunct="1">
              <a:lnSpc>
                <a:spcPct val="10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WORKING PROCESS</a:t>
            </a:r>
          </a:p>
          <a:p>
            <a:pPr marL="228600" marR="0" lvl="0" indent="-228600" algn="just" defTabSz="914400" rtl="0" eaLnBrk="1" fontAlgn="base" latinLnBrk="0" hangingPunct="1">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outerShdw blurRad="38100" dist="38100" dir="2700000" algn="tl">
                  <a:srgbClr val="C0C0C0"/>
                </a:outerShdw>
              </a:effectLst>
              <a:uLnTx/>
              <a:uFillTx/>
              <a:latin typeface="Verdana" pitchFamily="34" charset="0"/>
              <a:ea typeface="+mn-ea"/>
              <a:cs typeface="+mn-cs"/>
            </a:endParaRP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Recall a stored pattern by a noisy input pattern.</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endPar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Using the weights that capture the association.</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endPar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Stored patterns are viewed as “attractors”, each has its “attraction basin”.</a:t>
            </a: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endPar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Often call this type of NN “associative memory” (recall by association, not explicit indexing/addressing).</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9"/>
          <p:cNvSpPr>
            <a:spLocks noGrp="1" noChangeArrowheads="1"/>
          </p:cNvSpPr>
          <p:nvPr>
            <p:ph idx="1"/>
          </p:nvPr>
        </p:nvSpPr>
        <p:spPr>
          <a:xfrm>
            <a:off x="469900" y="4038600"/>
            <a:ext cx="8191500" cy="2209800"/>
          </a:xfrm>
          <a:prstGeom prst="rect">
            <a:avLst/>
          </a:prstGeom>
        </p:spPr>
        <p:txBody>
          <a:bodyPr vert="horz" wrap="square" lIns="91440" tIns="45720" rIns="91440" bIns="45720" numCol="1" rtlCol="0" anchor="t" anchorCtr="0" compatLnSpc="1">
            <a:prstTxWarp prst="textNoShape">
              <a:avLst/>
            </a:prstTxWarp>
            <a:normAutofit/>
          </a:bodyPr>
          <a:lstStyle>
            <a:defPPr/>
          </a:lstStyle>
          <a:p>
            <a:pPr marL="342900" marR="0" lvl="0" indent="-342900" algn="l" defTabSz="914400" rtl="0" eaLnBrk="1" fontAlgn="auto" latinLnBrk="0" hangingPunct="1">
              <a:lnSpc>
                <a:spcPct val="100000"/>
              </a:lnSpc>
              <a:spcBef>
                <a:spcPct val="2000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Goal of learning: </a:t>
            </a:r>
          </a:p>
          <a:p>
            <a:pPr marL="342900" marR="0" lvl="0" indent="-342900" algn="l" defTabSz="914400" rtl="0" eaLnBrk="1" fontAlgn="auto" latinLnBrk="0" hangingPunct="1">
              <a:lnSpc>
                <a:spcPct val="100000"/>
              </a:lnSpc>
              <a:spcBef>
                <a:spcPct val="20000"/>
              </a:spcBef>
              <a:spcAft>
                <a:spcPct val="0"/>
              </a:spcAft>
              <a:buClrTx/>
              <a:buSzTx/>
              <a:buFont typeface="Wingdings" pitchFamily="2" charset="2"/>
              <a:buChar char="Ø"/>
              <a:defRPr/>
            </a:pPr>
            <a:endPar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to obtain a set of weights </a:t>
            </a:r>
            <a:r>
              <a:rPr kumimoji="0" lang="en-US" sz="2000" b="0" i="1"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w_ij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from a set of training pattern pairs {</a:t>
            </a:r>
            <a:r>
              <a:rPr kumimoji="0" lang="en-US" sz="2000" b="0"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s:t</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such that when </a:t>
            </a:r>
            <a:r>
              <a:rPr kumimoji="0" lang="en-US" sz="2000" b="0"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s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is applied to the input layer, </a:t>
            </a:r>
            <a:r>
              <a:rPr kumimoji="0" lang="en-US" sz="2000" b="0"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is computed at the output layer,</a:t>
            </a: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for all training pairs </a:t>
            </a:r>
            <a:r>
              <a:rPr kumimoji="0" lang="en-US" sz="2000" b="0" i="1"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s:t, tj </a:t>
            </a: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 </a:t>
            </a:r>
            <a:r>
              <a:rPr kumimoji="0" lang="en-US" sz="2000" b="0" i="1"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f</a:t>
            </a: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a:t>
            </a:r>
            <a:r>
              <a:rPr kumimoji="0" lang="en-US" sz="2000" b="0" i="1"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sTwj</a:t>
            </a: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 for all </a:t>
            </a:r>
            <a:r>
              <a:rPr kumimoji="0" lang="en-US" sz="2000" b="0" i="1"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j</a:t>
            </a: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a:t>
            </a:r>
          </a:p>
        </p:txBody>
      </p:sp>
      <p:sp>
        <p:nvSpPr>
          <p:cNvPr id="7171" name="Text Box 4"/>
          <p:cNvSpPr txBox="1">
            <a:spLocks noChangeArrowheads="1"/>
          </p:cNvSpPr>
          <p:nvPr/>
        </p:nvSpPr>
        <p:spPr bwMode="auto">
          <a:xfrm>
            <a:off x="457200" y="319088"/>
            <a:ext cx="8229600" cy="89217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just"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TRAINING ALGORITHM FOR ASSOCIATIVE MEMORY NETWORK</a:t>
            </a:r>
          </a:p>
        </p:txBody>
      </p:sp>
      <p:sp>
        <p:nvSpPr>
          <p:cNvPr id="7172" name="Rectangle 5"/>
          <p:cNvSpPr>
            <a:spLocks noChangeArrowheads="1"/>
          </p:cNvSpPr>
          <p:nvPr/>
        </p:nvSpPr>
        <p:spPr bwMode="auto">
          <a:xfrm>
            <a:off x="457200" y="1219200"/>
            <a:ext cx="8229600" cy="1219200"/>
          </a:xfrm>
          <a:prstGeom prst="rect">
            <a:avLst/>
          </a:prstGeom>
          <a:noFill/>
          <a:ln w="9525">
            <a:noFill/>
            <a:miter lim="800000"/>
          </a:ln>
        </p:spPr>
        <p: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457200" marR="0" lvl="0" indent="-457200" algn="just" defTabSz="914400" rtl="0" eaLnBrk="1" fontAlgn="base" latinLnBrk="0" hangingPunct="1">
              <a:lnSpc>
                <a:spcPct val="12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Network structure: single layer</a:t>
            </a:r>
          </a:p>
          <a:p>
            <a:pPr marL="457200" marR="0" lvl="0" indent="-457200" algn="just" defTabSz="914400" rtl="0" eaLnBrk="1" fontAlgn="base" latinLnBrk="0" hangingPunct="1">
              <a:lnSpc>
                <a:spcPct val="120000"/>
              </a:lnSpc>
              <a:spcBef>
                <a:spcPct val="0"/>
              </a:spcBef>
              <a:spcAft>
                <a:spcPct val="0"/>
              </a:spcAft>
              <a:buClrTx/>
              <a:buSzTx/>
              <a:buFont typeface="Wingdings" pitchFamily="2" charset="2"/>
              <a:buChar char="Ø"/>
              <a:defRPr/>
            </a:pPr>
            <a:endPar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one output layer of non-linear units and one input layer. </a:t>
            </a:r>
          </a:p>
          <a:p>
            <a:pPr marL="800100" marR="0" lvl="1" indent="-228600" algn="just" defTabSz="914400" rtl="0" eaLnBrk="1" fontAlgn="base" latinLnBrk="0" hangingPunct="1">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p:txBody>
      </p:sp>
      <p:grpSp>
        <p:nvGrpSpPr>
          <p:cNvPr id="7173" name="Group 28"/>
          <p:cNvGrpSpPr/>
          <p:nvPr/>
        </p:nvGrpSpPr>
        <p:grpSpPr>
          <a:xfrm>
            <a:off x="2717800" y="2403475"/>
            <a:ext cx="3708400" cy="1597025"/>
            <a:chOff x="1344" y="1536"/>
            <a:chExt cx="2624" cy="1130"/>
          </a:xfrm>
        </p:grpSpPr>
        <p:grpSp>
          <p:nvGrpSpPr>
            <p:cNvPr id="7174" name="Group 6"/>
            <p:cNvGrpSpPr/>
            <p:nvPr/>
          </p:nvGrpSpPr>
          <p:grpSpPr>
            <a:xfrm>
              <a:off x="3072" y="2328"/>
              <a:ext cx="472" cy="288"/>
              <a:chOff x="2544" y="1997"/>
              <a:chExt cx="472" cy="288"/>
            </a:xfrm>
          </p:grpSpPr>
          <p:sp>
            <p:nvSpPr>
              <p:cNvPr id="7194" name="Oval 7"/>
              <p:cNvSpPr/>
              <p:nvPr/>
            </p:nvSpPr>
            <p:spPr>
              <a:xfrm>
                <a:off x="2544" y="1997"/>
                <a:ext cx="384" cy="288"/>
              </a:xfrm>
              <a:prstGeom prst="ellipse">
                <a:avLst/>
              </a:prstGeom>
              <a:solidFill>
                <a:schemeClr val="accent1"/>
              </a:solidFill>
              <a:ln>
                <a:solidFill>
                  <a:schemeClr val="tx1"/>
                </a:solidFill>
                <a:miter lim="800000"/>
              </a:ln>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Verdana" pitchFamily="34" charset="0"/>
                </a:endParaRPr>
              </a:p>
            </p:txBody>
          </p:sp>
          <p:sp>
            <p:nvSpPr>
              <p:cNvPr id="7195" name="Text Box 8"/>
              <p:cNvSpPr/>
              <p:nvPr/>
            </p:nvSpPr>
            <p:spPr>
              <a:xfrm>
                <a:off x="2568" y="1997"/>
                <a:ext cx="44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y_m</a:t>
                </a:r>
              </a:p>
            </p:txBody>
          </p:sp>
        </p:grpSp>
        <p:sp>
          <p:nvSpPr>
            <p:cNvPr id="7175" name="Oval 9"/>
            <p:cNvSpPr/>
            <p:nvPr/>
          </p:nvSpPr>
          <p:spPr>
            <a:xfrm>
              <a:off x="1672" y="1608"/>
              <a:ext cx="384" cy="288"/>
            </a:xfrm>
            <a:prstGeom prst="ellipse">
              <a:avLst/>
            </a:prstGeom>
            <a:solidFill>
              <a:schemeClr val="accent1"/>
            </a:solidFill>
            <a:ln>
              <a:solidFill>
                <a:schemeClr val="tx1"/>
              </a:solidFill>
              <a:miter lim="800000"/>
            </a:ln>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Verdana" pitchFamily="34" charset="0"/>
              </a:endParaRPr>
            </a:p>
          </p:txBody>
        </p:sp>
        <p:sp>
          <p:nvSpPr>
            <p:cNvPr id="7176" name="Oval 10"/>
            <p:cNvSpPr/>
            <p:nvPr/>
          </p:nvSpPr>
          <p:spPr>
            <a:xfrm>
              <a:off x="1672" y="2328"/>
              <a:ext cx="384" cy="288"/>
            </a:xfrm>
            <a:prstGeom prst="ellipse">
              <a:avLst/>
            </a:prstGeom>
            <a:solidFill>
              <a:schemeClr val="accent1"/>
            </a:solidFill>
            <a:ln>
              <a:solidFill>
                <a:schemeClr val="tx1"/>
              </a:solidFill>
              <a:miter lim="800000"/>
            </a:ln>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Verdana" pitchFamily="34" charset="0"/>
              </a:endParaRPr>
            </a:p>
          </p:txBody>
        </p:sp>
        <p:cxnSp>
          <p:nvCxnSpPr>
            <p:cNvPr id="7177" name="Line 11"/>
            <p:cNvCxnSpPr/>
            <p:nvPr/>
          </p:nvCxnSpPr>
          <p:spPr>
            <a:xfrm>
              <a:off x="2056" y="1800"/>
              <a:ext cx="1040" cy="608"/>
            </a:xfrm>
            <a:prstGeom prst="line">
              <a:avLst/>
            </a:prstGeom>
            <a:noFill/>
            <a:ln>
              <a:solidFill>
                <a:schemeClr val="tx1"/>
              </a:solidFill>
              <a:miter lim="800000"/>
              <a:tailEnd type="triangle"/>
            </a:ln>
          </p:spPr>
        </p:cxnSp>
        <p:cxnSp>
          <p:nvCxnSpPr>
            <p:cNvPr id="7178" name="Line 12"/>
            <p:cNvCxnSpPr/>
            <p:nvPr/>
          </p:nvCxnSpPr>
          <p:spPr>
            <a:xfrm flipV="1">
              <a:off x="2056" y="1800"/>
              <a:ext cx="1016" cy="624"/>
            </a:xfrm>
            <a:prstGeom prst="line">
              <a:avLst/>
            </a:prstGeom>
            <a:noFill/>
            <a:ln>
              <a:solidFill>
                <a:schemeClr val="tx1"/>
              </a:solidFill>
              <a:miter lim="800000"/>
              <a:tailEnd type="triangle"/>
            </a:ln>
          </p:spPr>
        </p:cxnSp>
        <p:sp>
          <p:nvSpPr>
            <p:cNvPr id="7179" name="Text Box 13"/>
            <p:cNvSpPr/>
            <p:nvPr/>
          </p:nvSpPr>
          <p:spPr>
            <a:xfrm>
              <a:off x="2344" y="1536"/>
              <a:ext cx="432"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w</a:t>
              </a:r>
              <a:r>
                <a:rPr lang="en-US" altLang="en-US" sz="1800" b="1" i="1">
                  <a:latin typeface="Times New Roman" pitchFamily="18" charset="0"/>
                </a:rPr>
                <a:t>_</a:t>
              </a:r>
              <a:r>
                <a:rPr lang="en-US" altLang="en-US" sz="1600" b="1" i="1">
                  <a:latin typeface="Times New Roman" pitchFamily="18" charset="0"/>
                </a:rPr>
                <a:t>11</a:t>
              </a:r>
            </a:p>
          </p:txBody>
        </p:sp>
        <p:grpSp>
          <p:nvGrpSpPr>
            <p:cNvPr id="7180" name="Group 14"/>
            <p:cNvGrpSpPr/>
            <p:nvPr/>
          </p:nvGrpSpPr>
          <p:grpSpPr>
            <a:xfrm>
              <a:off x="3080" y="1608"/>
              <a:ext cx="472" cy="288"/>
              <a:chOff x="2544" y="1277"/>
              <a:chExt cx="472" cy="288"/>
            </a:xfrm>
          </p:grpSpPr>
          <p:sp>
            <p:nvSpPr>
              <p:cNvPr id="7192" name="Oval 15"/>
              <p:cNvSpPr/>
              <p:nvPr/>
            </p:nvSpPr>
            <p:spPr>
              <a:xfrm>
                <a:off x="2544" y="1277"/>
                <a:ext cx="384" cy="288"/>
              </a:xfrm>
              <a:prstGeom prst="ellipse">
                <a:avLst/>
              </a:prstGeom>
              <a:solidFill>
                <a:schemeClr val="accent1"/>
              </a:solidFill>
              <a:ln>
                <a:solidFill>
                  <a:schemeClr val="tx1"/>
                </a:solidFill>
                <a:miter lim="800000"/>
              </a:ln>
            </p:spPr>
            <p:txBody>
              <a:bodyPr wrap="none" anchor="ctr" anchorCtr="0">
                <a:no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a:spcBef>
                    <a:spcPct val="0"/>
                  </a:spcBef>
                  <a:buFontTx/>
                  <a:buNone/>
                </a:pPr>
                <a:endParaRPr lang="en-IN" altLang="en-US" sz="1800">
                  <a:latin typeface="Verdana" pitchFamily="34" charset="0"/>
                </a:endParaRPr>
              </a:p>
            </p:txBody>
          </p:sp>
          <p:sp>
            <p:nvSpPr>
              <p:cNvPr id="7193" name="Text Box 16"/>
              <p:cNvSpPr/>
              <p:nvPr/>
            </p:nvSpPr>
            <p:spPr>
              <a:xfrm>
                <a:off x="2568" y="1277"/>
                <a:ext cx="44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y_</a:t>
                </a:r>
                <a:r>
                  <a:rPr lang="en-US" altLang="en-US" sz="1600" b="1" i="1">
                    <a:latin typeface="Times New Roman" pitchFamily="18" charset="0"/>
                  </a:rPr>
                  <a:t>1</a:t>
                </a:r>
              </a:p>
            </p:txBody>
          </p:sp>
        </p:grpSp>
        <p:sp>
          <p:nvSpPr>
            <p:cNvPr id="7181" name="Text Box 17"/>
            <p:cNvSpPr/>
            <p:nvPr/>
          </p:nvSpPr>
          <p:spPr>
            <a:xfrm>
              <a:off x="1696" y="2344"/>
              <a:ext cx="44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x_n</a:t>
              </a:r>
            </a:p>
          </p:txBody>
        </p:sp>
        <p:sp>
          <p:nvSpPr>
            <p:cNvPr id="7182" name="Text Box 18"/>
            <p:cNvSpPr/>
            <p:nvPr/>
          </p:nvSpPr>
          <p:spPr>
            <a:xfrm>
              <a:off x="1728" y="1616"/>
              <a:ext cx="44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x_</a:t>
              </a:r>
              <a:r>
                <a:rPr lang="en-US" altLang="en-US" sz="1600" b="1" i="1">
                  <a:latin typeface="Times New Roman" pitchFamily="18" charset="0"/>
                </a:rPr>
                <a:t>1</a:t>
              </a:r>
            </a:p>
          </p:txBody>
        </p:sp>
        <p:sp>
          <p:nvSpPr>
            <p:cNvPr id="7183" name="Text Box 19"/>
            <p:cNvSpPr/>
            <p:nvPr/>
          </p:nvSpPr>
          <p:spPr>
            <a:xfrm>
              <a:off x="2120" y="1872"/>
              <a:ext cx="56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w</a:t>
              </a:r>
              <a:r>
                <a:rPr lang="en-US" altLang="en-US" sz="1800" b="1" i="1">
                  <a:latin typeface="Times New Roman" pitchFamily="18" charset="0"/>
                </a:rPr>
                <a:t>_</a:t>
              </a:r>
              <a:r>
                <a:rPr lang="en-US" altLang="en-US" sz="1600" b="1" i="1">
                  <a:latin typeface="Times New Roman" pitchFamily="18" charset="0"/>
                </a:rPr>
                <a:t>1m</a:t>
              </a:r>
            </a:p>
          </p:txBody>
        </p:sp>
        <p:sp>
          <p:nvSpPr>
            <p:cNvPr id="7184" name="Text Box 20"/>
            <p:cNvSpPr/>
            <p:nvPr/>
          </p:nvSpPr>
          <p:spPr>
            <a:xfrm>
              <a:off x="2120" y="2112"/>
              <a:ext cx="464"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w</a:t>
              </a:r>
              <a:r>
                <a:rPr lang="en-US" altLang="en-US" sz="1800" b="1" i="1">
                  <a:latin typeface="Times New Roman" pitchFamily="18" charset="0"/>
                </a:rPr>
                <a:t>_n</a:t>
              </a:r>
              <a:r>
                <a:rPr lang="en-US" altLang="en-US" sz="1600" b="1" i="1">
                  <a:latin typeface="Times New Roman" pitchFamily="18" charset="0"/>
                </a:rPr>
                <a:t>1</a:t>
              </a:r>
            </a:p>
          </p:txBody>
        </p:sp>
        <p:sp>
          <p:nvSpPr>
            <p:cNvPr id="7185" name="Text Box 21"/>
            <p:cNvSpPr/>
            <p:nvPr/>
          </p:nvSpPr>
          <p:spPr>
            <a:xfrm>
              <a:off x="2200" y="2416"/>
              <a:ext cx="504"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w</a:t>
              </a:r>
              <a:r>
                <a:rPr lang="en-US" altLang="en-US" sz="1800" b="1" i="1">
                  <a:latin typeface="Times New Roman" pitchFamily="18" charset="0"/>
                </a:rPr>
                <a:t>_</a:t>
              </a:r>
              <a:r>
                <a:rPr lang="en-US" altLang="en-US" sz="1600" b="1" i="1">
                  <a:latin typeface="Times New Roman" pitchFamily="18" charset="0"/>
                </a:rPr>
                <a:t>nm</a:t>
              </a:r>
            </a:p>
          </p:txBody>
        </p:sp>
        <p:cxnSp>
          <p:nvCxnSpPr>
            <p:cNvPr id="7186" name="Line 22"/>
            <p:cNvCxnSpPr/>
            <p:nvPr/>
          </p:nvCxnSpPr>
          <p:spPr>
            <a:xfrm>
              <a:off x="2056" y="1771"/>
              <a:ext cx="1008" cy="0"/>
            </a:xfrm>
            <a:prstGeom prst="line">
              <a:avLst/>
            </a:prstGeom>
            <a:noFill/>
            <a:ln>
              <a:solidFill>
                <a:schemeClr val="tx1"/>
              </a:solidFill>
              <a:miter lim="800000"/>
              <a:tailEnd type="triangle"/>
            </a:ln>
          </p:spPr>
        </p:cxnSp>
        <p:cxnSp>
          <p:nvCxnSpPr>
            <p:cNvPr id="7187" name="Line 23"/>
            <p:cNvCxnSpPr/>
            <p:nvPr/>
          </p:nvCxnSpPr>
          <p:spPr>
            <a:xfrm>
              <a:off x="2064" y="2491"/>
              <a:ext cx="1008" cy="0"/>
            </a:xfrm>
            <a:prstGeom prst="line">
              <a:avLst/>
            </a:prstGeom>
            <a:noFill/>
            <a:ln>
              <a:solidFill>
                <a:schemeClr val="tx1"/>
              </a:solidFill>
              <a:miter lim="800000"/>
              <a:tailEnd type="triangle"/>
            </a:ln>
          </p:spPr>
        </p:cxnSp>
        <p:sp>
          <p:nvSpPr>
            <p:cNvPr id="7188" name="Text Box 24"/>
            <p:cNvSpPr/>
            <p:nvPr/>
          </p:nvSpPr>
          <p:spPr>
            <a:xfrm>
              <a:off x="1344" y="1616"/>
              <a:ext cx="44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s_</a:t>
              </a:r>
              <a:r>
                <a:rPr lang="en-US" altLang="en-US" sz="1600" b="1" i="1">
                  <a:latin typeface="Times New Roman" pitchFamily="18" charset="0"/>
                </a:rPr>
                <a:t>1</a:t>
              </a:r>
            </a:p>
          </p:txBody>
        </p:sp>
        <p:sp>
          <p:nvSpPr>
            <p:cNvPr id="7189" name="Text Box 25"/>
            <p:cNvSpPr/>
            <p:nvPr/>
          </p:nvSpPr>
          <p:spPr>
            <a:xfrm>
              <a:off x="1344" y="2320"/>
              <a:ext cx="44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s_</a:t>
              </a:r>
              <a:r>
                <a:rPr lang="en-US" altLang="en-US" sz="1600" b="1" i="1">
                  <a:latin typeface="Times New Roman" pitchFamily="18" charset="0"/>
                </a:rPr>
                <a:t>n</a:t>
              </a:r>
            </a:p>
          </p:txBody>
        </p:sp>
        <p:sp>
          <p:nvSpPr>
            <p:cNvPr id="7190" name="Text Box 26"/>
            <p:cNvSpPr/>
            <p:nvPr/>
          </p:nvSpPr>
          <p:spPr>
            <a:xfrm>
              <a:off x="3464" y="1624"/>
              <a:ext cx="44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t_</a:t>
              </a:r>
              <a:r>
                <a:rPr lang="en-US" altLang="en-US" sz="1600" b="1" i="1">
                  <a:latin typeface="Times New Roman" pitchFamily="18" charset="0"/>
                </a:rPr>
                <a:t>1</a:t>
              </a:r>
            </a:p>
          </p:txBody>
        </p:sp>
        <p:sp>
          <p:nvSpPr>
            <p:cNvPr id="7191" name="Text Box 27"/>
            <p:cNvSpPr/>
            <p:nvPr/>
          </p:nvSpPr>
          <p:spPr>
            <a:xfrm>
              <a:off x="3520" y="2344"/>
              <a:ext cx="448" cy="250"/>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spcBef>
                  <a:spcPct val="50000"/>
                </a:spcBef>
                <a:buFontTx/>
                <a:buNone/>
              </a:pPr>
              <a:r>
                <a:rPr lang="en-US" altLang="en-US" sz="2000" b="1" i="1">
                  <a:latin typeface="Times New Roman" pitchFamily="18" charset="0"/>
                </a:rPr>
                <a:t>t_m</a:t>
              </a:r>
              <a:endParaRPr lang="en-US" altLang="en-US" sz="1600" b="1" i="1">
                <a:latin typeface="Times New Roman" pitchFamily="18" charset="0"/>
              </a:endParaRP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5"/>
          <p:cNvSpPr>
            <a:spLocks noGrp="1" noChangeArrowheads="1"/>
          </p:cNvSpPr>
          <p:nvPr>
            <p:ph type="body" sz="half" idx="1"/>
          </p:nvPr>
        </p:nvSpPr>
        <p:spPr>
          <a:xfrm>
            <a:off x="457200" y="1143000"/>
            <a:ext cx="8001000" cy="4913313"/>
          </a:xfrm>
          <a:prstGeom prst="rect">
            <a:avLst/>
          </a:prstGeom>
        </p:spPr>
        <p:txBody>
          <a:bodyPr vert="horz" wrap="square" lIns="91440" tIns="45720" rIns="91440" bIns="45720" numCol="1" rtlCol="0" anchor="t" anchorCtr="0" compatLnSpc="1">
            <a:prstTxWarp prst="textNoShape">
              <a:avLst/>
            </a:prstTxWarp>
            <a:normAutofit/>
          </a:bodyPr>
          <a:lstStyle>
            <a:defPPr/>
          </a:lstStyle>
          <a:p>
            <a:pPr marL="457200" marR="0" lvl="0" indent="-457200" algn="just" defTabSz="914400" rtl="0" eaLnBrk="1" fontAlgn="auto" latinLnBrk="0" hangingPunct="1">
              <a:lnSpc>
                <a:spcPct val="110000"/>
              </a:lnSpc>
              <a:spcBef>
                <a:spcPct val="0"/>
              </a:spcBef>
              <a:spcAft>
                <a:spcPct val="0"/>
              </a:spcAft>
              <a:buClrTx/>
              <a:buSzTx/>
              <a:buFont typeface="Wingdings" pitchFamily="2" charset="2"/>
              <a:buChar char="Ø"/>
              <a:tabLst>
                <a:tab pos="457200" algn="l"/>
              </a:tabLst>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Algorithm (bipolar or binary patterns):</a:t>
            </a:r>
          </a:p>
          <a:p>
            <a:pPr marL="457200" marR="0" lvl="0" indent="-457200" algn="just" defTabSz="914400" rtl="0" eaLnBrk="1" fontAlgn="auto" latinLnBrk="0" hangingPunct="1">
              <a:lnSpc>
                <a:spcPct val="110000"/>
              </a:lnSpc>
              <a:spcBef>
                <a:spcPct val="0"/>
              </a:spcBef>
              <a:spcAft>
                <a:spcPct val="0"/>
              </a:spcAft>
              <a:buClrTx/>
              <a:buSzTx/>
              <a:buFont typeface="Wingdings" pitchFamily="2" charset="2"/>
              <a:buChar char="Ø"/>
              <a:tabLst>
                <a:tab pos="457200" algn="l"/>
              </a:tabLst>
              <a:defRPr/>
            </a:pPr>
            <a:endPar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For each training samples s:t:</a:t>
            </a: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are ON (binary) or have the same sign (bipolar).</a:t>
            </a: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1" fontAlgn="base" latinLnBrk="0" hangingPunct="1">
              <a:lnSpc>
                <a:spcPct val="120000"/>
              </a:lnSpc>
              <a:spcBef>
                <a:spcPct val="0"/>
              </a:spcBef>
              <a:spcAft>
                <a:spcPct val="0"/>
              </a:spcAft>
              <a:buClrTx/>
              <a:buSzTx/>
              <a:buFont typeface="Arial" pitchFamily="34" charset="0"/>
              <a:buChar char="•"/>
              <a:tabLst>
                <a:tab pos="685800" algn="l"/>
              </a:tabLst>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Instead of obtaining W by iterative updates, it can be computed from  the training set by calculating the outer product of s and t.</a:t>
            </a:r>
          </a:p>
        </p:txBody>
      </p:sp>
      <p:graphicFrame>
        <p:nvGraphicFramePr>
          <p:cNvPr id="8195" name="Object 6"/>
          <p:cNvGraphicFramePr>
            <a:graphicFrameLocks noGrp="1" noChangeAspect="1"/>
          </p:cNvGraphicFramePr>
          <p:nvPr>
            <p:ph sz="quarter" idx="2"/>
          </p:nvPr>
        </p:nvGraphicFramePr>
        <p:xfrm>
          <a:off x="4829175" y="1905000"/>
          <a:ext cx="1114425" cy="365125"/>
        </p:xfrm>
        <a:graphic>
          <a:graphicData uri="http://schemas.openxmlformats.org/presentationml/2006/ole">
            <mc:AlternateContent xmlns:mc="http://schemas.openxmlformats.org/markup-compatibility/2006">
              <mc:Choice xmlns:v="urn:schemas-microsoft-com:vml" Requires="v">
                <p:oleObj name="Equation" r:id="rId2" imgW="1114425" imgH="365125" progId="Equation.3">
                  <p:embed/>
                </p:oleObj>
              </mc:Choice>
              <mc:Fallback>
                <p:oleObj name="Equation" r:id="rId2" imgW="1114425" imgH="365125" progId="Equation.3">
                  <p:embed/>
                  <p:pic>
                    <p:nvPicPr>
                      <p:cNvPr id="0" name="OLE substitute image"/>
                      <p:cNvPicPr/>
                      <p:nvPr/>
                    </p:nvPicPr>
                    <p:blipFill>
                      <a:blip r:embed="rId3"/>
                      <a:stretch>
                        <a:fillRect/>
                      </a:stretch>
                    </p:blipFill>
                    <p:spPr>
                      <a:xfrm>
                        <a:off x="4829175" y="1905000"/>
                        <a:ext cx="1114425" cy="365125"/>
                      </a:xfrm>
                      <a:prstGeom prst="rect">
                        <a:avLst/>
                      </a:prstGeom>
                      <a:noFill/>
                      <a:ln w="9525">
                        <a:noFill/>
                        <a:miter lim="800000"/>
                      </a:ln>
                      <a:effectLst/>
                    </p:spPr>
                  </p:pic>
                </p:oleObj>
              </mc:Fallback>
            </mc:AlternateContent>
          </a:graphicData>
        </a:graphic>
      </p:graphicFrame>
      <p:graphicFrame>
        <p:nvGraphicFramePr>
          <p:cNvPr id="8196" name="Object 9"/>
          <p:cNvGraphicFramePr>
            <a:graphicFrameLocks noGrp="1" noChangeAspect="1"/>
          </p:cNvGraphicFramePr>
          <p:nvPr>
            <p:ph sz="quarter" idx="3"/>
          </p:nvPr>
        </p:nvGraphicFramePr>
        <p:xfrm>
          <a:off x="1470025" y="2286000"/>
          <a:ext cx="2797175" cy="365125"/>
        </p:xfrm>
        <a:graphic>
          <a:graphicData uri="http://schemas.openxmlformats.org/presentationml/2006/ole">
            <mc:AlternateContent xmlns:mc="http://schemas.openxmlformats.org/markup-compatibility/2006">
              <mc:Choice xmlns:v="urn:schemas-microsoft-com:vml" Requires="v">
                <p:oleObj name="Equation" r:id="rId4" imgW="2797175" imgH="365125" progId="Equation.3">
                  <p:embed/>
                </p:oleObj>
              </mc:Choice>
              <mc:Fallback>
                <p:oleObj name="Equation" r:id="rId4" imgW="2797175" imgH="365125" progId="Equation.3">
                  <p:embed/>
                  <p:pic>
                    <p:nvPicPr>
                      <p:cNvPr id="0" name="OLE substitute image"/>
                      <p:cNvPicPr/>
                      <p:nvPr/>
                    </p:nvPicPr>
                    <p:blipFill>
                      <a:blip r:embed="rId5"/>
                      <a:stretch>
                        <a:fillRect/>
                      </a:stretch>
                    </p:blipFill>
                    <p:spPr>
                      <a:xfrm>
                        <a:off x="1470025" y="2286000"/>
                        <a:ext cx="2797175" cy="365125"/>
                      </a:xfrm>
                      <a:prstGeom prst="rect">
                        <a:avLst/>
                      </a:prstGeom>
                      <a:noFill/>
                      <a:ln w="9525">
                        <a:noFill/>
                        <a:miter lim="800000"/>
                      </a:ln>
                      <a:effectLst/>
                    </p:spPr>
                  </p:pic>
                </p:oleObj>
              </mc:Fallback>
            </mc:AlternateContent>
          </a:graphicData>
        </a:graphic>
      </p:graphicFrame>
      <p:sp>
        <p:nvSpPr>
          <p:cNvPr id="8197" name="Text Box 4"/>
          <p:cNvSpPr txBox="1">
            <a:spLocks noChangeArrowheads="1"/>
          </p:cNvSpPr>
          <p:nvPr/>
        </p:nvSpPr>
        <p:spPr bwMode="auto">
          <a:xfrm>
            <a:off x="457200" y="457200"/>
            <a:ext cx="771525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just"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HEBB RULE FOR PATTERN ASSOCIATION</a:t>
            </a:r>
          </a:p>
        </p:txBody>
      </p:sp>
      <p:graphicFrame>
        <p:nvGraphicFramePr>
          <p:cNvPr id="8198" name="Object 12"/>
          <p:cNvGraphicFramePr>
            <a:graphicFrameLocks noChangeAspect="1"/>
          </p:cNvGraphicFramePr>
          <p:nvPr/>
        </p:nvGraphicFramePr>
        <p:xfrm>
          <a:off x="1733550" y="3429000"/>
          <a:ext cx="3390900" cy="649288"/>
        </p:xfrm>
        <a:graphic>
          <a:graphicData uri="http://schemas.openxmlformats.org/presentationml/2006/ole">
            <mc:AlternateContent xmlns:mc="http://schemas.openxmlformats.org/markup-compatibility/2006">
              <mc:Choice xmlns:v="urn:schemas-microsoft-com:vml" Requires="v">
                <p:oleObj name="Equation" r:id="rId6" imgW="3390900" imgH="649288" progId="Equation.3">
                  <p:embed/>
                </p:oleObj>
              </mc:Choice>
              <mc:Fallback>
                <p:oleObj name="Equation" r:id="rId6" imgW="3390900" imgH="649288" progId="Equation.3">
                  <p:embed/>
                  <p:pic>
                    <p:nvPicPr>
                      <p:cNvPr id="0" name="OLE substitute image"/>
                      <p:cNvPicPr/>
                      <p:nvPr/>
                    </p:nvPicPr>
                    <p:blipFill>
                      <a:blip r:embed="rId7"/>
                      <a:stretch>
                        <a:fillRect/>
                      </a:stretch>
                    </p:blipFill>
                    <p:spPr>
                      <a:xfrm>
                        <a:off x="1733550" y="3429000"/>
                        <a:ext cx="3390900" cy="649288"/>
                      </a:xfrm>
                      <a:prstGeom prst="rect">
                        <a:avLst/>
                      </a:prstGeom>
                      <a:noFill/>
                      <a:ln>
                        <a:noFill/>
                        <a:miter lim="800000"/>
                      </a:ln>
                      <a:effectLst/>
                    </p:spPr>
                  </p:pic>
                </p:oleObj>
              </mc:Fallback>
            </mc:AlternateContent>
          </a:graphicData>
        </a:graphic>
      </p:graphicFrame>
      <p:graphicFrame>
        <p:nvGraphicFramePr>
          <p:cNvPr id="8199" name="Object 13"/>
          <p:cNvGraphicFramePr>
            <a:graphicFrameLocks noChangeAspect="1"/>
          </p:cNvGraphicFramePr>
          <p:nvPr/>
        </p:nvGraphicFramePr>
        <p:xfrm>
          <a:off x="1581150" y="3063875"/>
          <a:ext cx="5429250" cy="365125"/>
        </p:xfrm>
        <a:graphic>
          <a:graphicData uri="http://schemas.openxmlformats.org/presentationml/2006/ole">
            <mc:AlternateContent xmlns:mc="http://schemas.openxmlformats.org/markup-compatibility/2006">
              <mc:Choice xmlns:v="urn:schemas-microsoft-com:vml" Requires="v">
                <p:oleObj name="Equation" r:id="rId8" imgW="5429250" imgH="365125" progId="Equation.3">
                  <p:embed/>
                </p:oleObj>
              </mc:Choice>
              <mc:Fallback>
                <p:oleObj name="Equation" r:id="rId8" imgW="5429250" imgH="365125" progId="Equation.3">
                  <p:embed/>
                  <p:pic>
                    <p:nvPicPr>
                      <p:cNvPr id="0" name="OLE substitute image"/>
                      <p:cNvPicPr/>
                      <p:nvPr/>
                    </p:nvPicPr>
                    <p:blipFill>
                      <a:blip r:embed="rId9"/>
                      <a:stretch>
                        <a:fillRect/>
                      </a:stretch>
                    </p:blipFill>
                    <p:spPr>
                      <a:xfrm>
                        <a:off x="1581150" y="3063875"/>
                        <a:ext cx="5429250" cy="365125"/>
                      </a:xfrm>
                      <a:prstGeom prst="rect">
                        <a:avLst/>
                      </a:prstGeom>
                      <a:noFill/>
                      <a:ln>
                        <a:noFill/>
                        <a:miter lim="800000"/>
                      </a:ln>
                      <a:effectLst/>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8" name="Object 6"/>
          <p:cNvGraphicFramePr>
            <a:graphicFrameLocks noGrp="1" noChangeAspect="1"/>
          </p:cNvGraphicFramePr>
          <p:nvPr>
            <p:ph sz="half" idx="1"/>
          </p:nvPr>
        </p:nvGraphicFramePr>
        <p:xfrm>
          <a:off x="1335088" y="2398713"/>
          <a:ext cx="6472237" cy="1487487"/>
        </p:xfrm>
        <a:graphic>
          <a:graphicData uri="http://schemas.openxmlformats.org/presentationml/2006/ole">
            <mc:AlternateContent xmlns:mc="http://schemas.openxmlformats.org/markup-compatibility/2006">
              <mc:Choice xmlns:v="urn:schemas-microsoft-com:vml" Requires="v">
                <p:oleObj name="Equation" r:id="rId2" imgW="6472237" imgH="1487487" progId="Equation.3">
                  <p:embed/>
                </p:oleObj>
              </mc:Choice>
              <mc:Fallback>
                <p:oleObj name="Equation" r:id="rId2" imgW="6472237" imgH="1487487" progId="Equation.3">
                  <p:embed/>
                  <p:pic>
                    <p:nvPicPr>
                      <p:cNvPr id="0" name="OLE substitute image"/>
                      <p:cNvPicPr/>
                      <p:nvPr/>
                    </p:nvPicPr>
                    <p:blipFill>
                      <a:blip r:embed="rId3"/>
                      <a:stretch>
                        <a:fillRect/>
                      </a:stretch>
                    </p:blipFill>
                    <p:spPr>
                      <a:xfrm>
                        <a:off x="1335088" y="2398713"/>
                        <a:ext cx="6472237" cy="1487487"/>
                      </a:xfrm>
                      <a:prstGeom prst="rect">
                        <a:avLst/>
                      </a:prstGeom>
                      <a:noFill/>
                      <a:ln w="9525">
                        <a:noFill/>
                        <a:miter lim="800000"/>
                      </a:ln>
                      <a:effectLst/>
                    </p:spPr>
                  </p:pic>
                </p:oleObj>
              </mc:Fallback>
            </mc:AlternateContent>
          </a:graphicData>
        </a:graphic>
      </p:graphicFrame>
      <p:graphicFrame>
        <p:nvGraphicFramePr>
          <p:cNvPr id="9219" name="Object 9"/>
          <p:cNvGraphicFramePr>
            <a:graphicFrameLocks noGrp="1" noChangeAspect="1"/>
          </p:cNvGraphicFramePr>
          <p:nvPr>
            <p:ph sz="half" idx="2"/>
          </p:nvPr>
        </p:nvGraphicFramePr>
        <p:xfrm>
          <a:off x="3413125" y="4419600"/>
          <a:ext cx="2316163" cy="730250"/>
        </p:xfrm>
        <a:graphic>
          <a:graphicData uri="http://schemas.openxmlformats.org/presentationml/2006/ole">
            <mc:AlternateContent xmlns:mc="http://schemas.openxmlformats.org/markup-compatibility/2006">
              <mc:Choice xmlns:v="urn:schemas-microsoft-com:vml" Requires="v">
                <p:oleObj name="Equation" r:id="rId4" imgW="2316163" imgH="730250" progId="Equation.3">
                  <p:embed/>
                </p:oleObj>
              </mc:Choice>
              <mc:Fallback>
                <p:oleObj name="Equation" r:id="rId4" imgW="2316163" imgH="730250" progId="Equation.3">
                  <p:embed/>
                  <p:pic>
                    <p:nvPicPr>
                      <p:cNvPr id="0" name="OLE substitute image"/>
                      <p:cNvPicPr/>
                      <p:nvPr/>
                    </p:nvPicPr>
                    <p:blipFill>
                      <a:blip r:embed="rId5"/>
                      <a:stretch>
                        <a:fillRect/>
                      </a:stretch>
                    </p:blipFill>
                    <p:spPr>
                      <a:xfrm>
                        <a:off x="3413125" y="4419600"/>
                        <a:ext cx="2316163" cy="730250"/>
                      </a:xfrm>
                      <a:prstGeom prst="rect">
                        <a:avLst/>
                      </a:prstGeom>
                      <a:noFill/>
                      <a:ln w="9525">
                        <a:noFill/>
                        <a:miter lim="800000"/>
                      </a:ln>
                      <a:effectLst/>
                    </p:spPr>
                  </p:pic>
                </p:oleObj>
              </mc:Fallback>
            </mc:AlternateContent>
          </a:graphicData>
        </a:graphic>
      </p:graphicFrame>
      <p:sp>
        <p:nvSpPr>
          <p:cNvPr id="9220" name="Text Box 4"/>
          <p:cNvSpPr txBox="1">
            <a:spLocks noChangeArrowheads="1"/>
          </p:cNvSpPr>
          <p:nvPr/>
        </p:nvSpPr>
        <p:spPr bwMode="auto">
          <a:xfrm>
            <a:off x="457200" y="319088"/>
            <a:ext cx="82296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OUTER PRODUCT FOR PATTERN ASSOCIATION</a:t>
            </a:r>
          </a:p>
        </p:txBody>
      </p:sp>
      <p:sp>
        <p:nvSpPr>
          <p:cNvPr id="9221" name="Rectangle 5"/>
          <p:cNvSpPr>
            <a:spLocks noChangeArrowheads="1"/>
          </p:cNvSpPr>
          <p:nvPr/>
        </p:nvSpPr>
        <p:spPr bwMode="auto">
          <a:xfrm>
            <a:off x="457200" y="1143000"/>
            <a:ext cx="8229600" cy="1016000"/>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Let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s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and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be row vectors.</a:t>
            </a:r>
          </a:p>
          <a:p>
            <a:pPr marL="0" marR="0" lvl="0" indent="0" algn="l" defTabSz="914400" rtl="0" eaLnBrk="0" fontAlgn="base" latinLnBrk="0" hangingPunct="0">
              <a:lnSpc>
                <a:spcPct val="100000"/>
              </a:lnSpc>
              <a:spcBef>
                <a:spcPct val="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Verdana" pitchFamily="34" charset="0"/>
              <a:ea typeface="+mn-ea"/>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Then for a particular training pair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s:t</a:t>
            </a:r>
          </a:p>
        </p:txBody>
      </p:sp>
      <p:sp>
        <p:nvSpPr>
          <p:cNvPr id="9222" name="Text Box 8"/>
          <p:cNvSpPr txBox="1">
            <a:spLocks noChangeArrowheads="1"/>
          </p:cNvSpPr>
          <p:nvPr/>
        </p:nvSpPr>
        <p:spPr bwMode="auto">
          <a:xfrm>
            <a:off x="457200" y="4114800"/>
            <a:ext cx="1447800" cy="39687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0" fontAlgn="base" latinLnBrk="0" hangingPunct="0">
              <a:lnSpc>
                <a:spcPct val="100000"/>
              </a:lnSpc>
              <a:spcBef>
                <a:spcPct val="5000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and</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7"/>
          <p:cNvGraphicFramePr>
            <a:graphicFrameLocks noGrp="1" noChangeAspect="1"/>
          </p:cNvGraphicFramePr>
          <p:nvPr>
            <p:ph sz="half" idx="1"/>
          </p:nvPr>
        </p:nvGraphicFramePr>
        <p:xfrm>
          <a:off x="685800" y="1143000"/>
          <a:ext cx="2705100" cy="2076450"/>
        </p:xfrm>
        <a:graphic>
          <a:graphicData uri="http://schemas.openxmlformats.org/presentationml/2006/ole">
            <mc:AlternateContent xmlns:mc="http://schemas.openxmlformats.org/markup-compatibility/2006">
              <mc:Choice xmlns:v="urn:schemas-microsoft-com:vml" Requires="v">
                <p:oleObj name="Equation" r:id="rId2" imgW="2705100" imgH="2076450" progId="Equation.3">
                  <p:embed/>
                </p:oleObj>
              </mc:Choice>
              <mc:Fallback>
                <p:oleObj name="Equation" r:id="rId2" imgW="2705100" imgH="2076450" progId="Equation.3">
                  <p:embed/>
                  <p:pic>
                    <p:nvPicPr>
                      <p:cNvPr id="0" name="OLE substitute image"/>
                      <p:cNvPicPr/>
                      <p:nvPr/>
                    </p:nvPicPr>
                    <p:blipFill>
                      <a:blip r:embed="rId3"/>
                      <a:stretch>
                        <a:fillRect/>
                      </a:stretch>
                    </p:blipFill>
                    <p:spPr>
                      <a:xfrm>
                        <a:off x="685800" y="1143000"/>
                        <a:ext cx="2705100" cy="2076450"/>
                      </a:xfrm>
                      <a:prstGeom prst="rect">
                        <a:avLst/>
                      </a:prstGeom>
                      <a:noFill/>
                      <a:ln w="9525">
                        <a:noFill/>
                        <a:miter lim="800000"/>
                      </a:ln>
                      <a:effectLst/>
                    </p:spPr>
                  </p:pic>
                </p:oleObj>
              </mc:Fallback>
            </mc:AlternateContent>
          </a:graphicData>
        </a:graphic>
      </p:graphicFrame>
      <p:graphicFrame>
        <p:nvGraphicFramePr>
          <p:cNvPr id="10243" name="Object 9"/>
          <p:cNvGraphicFramePr>
            <a:graphicFrameLocks noGrp="1" noChangeAspect="1"/>
          </p:cNvGraphicFramePr>
          <p:nvPr>
            <p:ph sz="quarter" idx="2"/>
          </p:nvPr>
        </p:nvGraphicFramePr>
        <p:xfrm>
          <a:off x="4876800" y="1066800"/>
          <a:ext cx="2587625" cy="2073275"/>
        </p:xfrm>
        <a:graphic>
          <a:graphicData uri="http://schemas.openxmlformats.org/presentationml/2006/ole">
            <mc:AlternateContent xmlns:mc="http://schemas.openxmlformats.org/markup-compatibility/2006">
              <mc:Choice xmlns:v="urn:schemas-microsoft-com:vml" Requires="v">
                <p:oleObj name="Equation" r:id="rId4" imgW="2587625" imgH="2073275" progId="Equation.3">
                  <p:embed/>
                </p:oleObj>
              </mc:Choice>
              <mc:Fallback>
                <p:oleObj name="Equation" r:id="rId4" imgW="2587625" imgH="2073275" progId="Equation.3">
                  <p:embed/>
                  <p:pic>
                    <p:nvPicPr>
                      <p:cNvPr id="0" name="OLE substitute image"/>
                      <p:cNvPicPr/>
                      <p:nvPr/>
                    </p:nvPicPr>
                    <p:blipFill>
                      <a:blip r:embed="rId5"/>
                      <a:stretch>
                        <a:fillRect/>
                      </a:stretch>
                    </p:blipFill>
                    <p:spPr>
                      <a:xfrm>
                        <a:off x="4876800" y="1066800"/>
                        <a:ext cx="2587625" cy="2073275"/>
                      </a:xfrm>
                      <a:prstGeom prst="rect">
                        <a:avLst/>
                      </a:prstGeom>
                      <a:noFill/>
                      <a:ln w="9525">
                        <a:noFill/>
                        <a:miter lim="800000"/>
                      </a:ln>
                      <a:effectLst/>
                    </p:spPr>
                  </p:pic>
                </p:oleObj>
              </mc:Fallback>
            </mc:AlternateContent>
          </a:graphicData>
        </a:graphic>
      </p:graphicFrame>
      <p:graphicFrame>
        <p:nvGraphicFramePr>
          <p:cNvPr id="10244" name="Object 12"/>
          <p:cNvGraphicFramePr>
            <a:graphicFrameLocks noGrp="1" noChangeAspect="1"/>
          </p:cNvGraphicFramePr>
          <p:nvPr>
            <p:ph sz="quarter" idx="3"/>
          </p:nvPr>
        </p:nvGraphicFramePr>
        <p:xfrm>
          <a:off x="685800" y="3429000"/>
          <a:ext cx="3354388" cy="2078038"/>
        </p:xfrm>
        <a:graphic>
          <a:graphicData uri="http://schemas.openxmlformats.org/presentationml/2006/ole">
            <mc:AlternateContent xmlns:mc="http://schemas.openxmlformats.org/markup-compatibility/2006">
              <mc:Choice xmlns:v="urn:schemas-microsoft-com:vml" Requires="v">
                <p:oleObj name="Equation" r:id="rId6" imgW="3354388" imgH="2078038" progId="Equation.3">
                  <p:embed/>
                </p:oleObj>
              </mc:Choice>
              <mc:Fallback>
                <p:oleObj name="Equation" r:id="rId6" imgW="3354388" imgH="2078038" progId="Equation.3">
                  <p:embed/>
                  <p:pic>
                    <p:nvPicPr>
                      <p:cNvPr id="0" name="OLE substitute image"/>
                      <p:cNvPicPr/>
                      <p:nvPr/>
                    </p:nvPicPr>
                    <p:blipFill>
                      <a:blip r:embed="rId7"/>
                      <a:stretch>
                        <a:fillRect/>
                      </a:stretch>
                    </p:blipFill>
                    <p:spPr>
                      <a:xfrm>
                        <a:off x="685800" y="3429000"/>
                        <a:ext cx="3354388" cy="2078038"/>
                      </a:xfrm>
                      <a:prstGeom prst="rect">
                        <a:avLst/>
                      </a:prstGeom>
                      <a:noFill/>
                      <a:ln w="9525">
                        <a:noFill/>
                        <a:miter lim="800000"/>
                      </a:ln>
                      <a:effectLst/>
                    </p:spPr>
                  </p:pic>
                </p:oleObj>
              </mc:Fallback>
            </mc:AlternateContent>
          </a:graphicData>
        </a:graphic>
      </p:graphicFrame>
      <p:sp>
        <p:nvSpPr>
          <p:cNvPr id="10245" name="Text Box 4"/>
          <p:cNvSpPr txBox="1">
            <a:spLocks noChangeArrowheads="1"/>
          </p:cNvSpPr>
          <p:nvPr/>
        </p:nvSpPr>
        <p:spPr bwMode="auto">
          <a:xfrm>
            <a:off x="328613" y="457200"/>
            <a:ext cx="83820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TEST/ RECALL THE NETWORK</a:t>
            </a:r>
          </a:p>
        </p:txBody>
      </p:sp>
      <p:sp>
        <p:nvSpPr>
          <p:cNvPr id="10246" name="Text Box 15"/>
          <p:cNvSpPr/>
          <p:nvPr/>
        </p:nvSpPr>
        <p:spPr>
          <a:xfrm>
            <a:off x="4572000" y="3429000"/>
            <a:ext cx="4089400" cy="1431925"/>
          </a:xfrm>
          <a:prstGeom prst="rect">
            <a:avLst/>
          </a:prstGeom>
          <a:noFill/>
          <a:ln>
            <a:noFill/>
            <a:miter lim="800000"/>
          </a:ln>
        </p:spPr>
        <p:txBody>
          <a:bodyPr>
            <a:spAutoFit/>
          </a:bodyPr>
          <a:lstStyle>
            <a:defPPr>
              <a:defRPr lang="en-US"/>
            </a:defPPr>
            <a:lvl1pPr marL="342900" indent="-342900" algn="l" defTabSz="914400" rtl="0" eaLnBrk="0" fontAlgn="base" hangingPunct="0">
              <a:lnSpc>
                <a:spcPct val="100000"/>
              </a:lnSpc>
              <a:spcBef>
                <a:spcPct val="20000"/>
              </a:spcBef>
              <a:spcAft>
                <a:spcPct val="0"/>
              </a:spcAft>
              <a:buClrTx/>
              <a:buSzTx/>
              <a:buFont typeface="Arial" pitchFamily="34" charset="0"/>
              <a:buChar char="•"/>
              <a:defRPr kumimoji="0" lang="en-US" altLang="en-US" sz="3200" b="0" i="0" u="none" kern="1200" baseline="0">
                <a:solidFill>
                  <a:schemeClr val="tx1"/>
                </a:solidFill>
                <a:effectLst/>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 typeface="Arial" pitchFamily="34" charset="0"/>
              <a:buChar char="–"/>
              <a:defRPr kumimoji="0" lang="en-US" altLang="en-US" sz="2800" b="0" i="0" u="none" kern="1200" baseline="0">
                <a:solidFill>
                  <a:schemeClr val="tx1"/>
                </a:solidFill>
                <a:effectLst/>
                <a:latin typeface="+mn-lt"/>
                <a:ea typeface="+mn-ea"/>
                <a:cs typeface="+mn-cs"/>
              </a:defRPr>
            </a:lvl2pPr>
            <a:lvl3pPr marL="11430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400" b="0" i="0" u="none" kern="1200" baseline="0">
                <a:solidFill>
                  <a:schemeClr val="tx1"/>
                </a:solidFill>
                <a:effectLst/>
                <a:latin typeface="+mn-lt"/>
                <a:ea typeface="+mn-ea"/>
                <a:cs typeface="+mn-cs"/>
              </a:defRPr>
            </a:lvl3pPr>
            <a:lvl4pPr marL="16002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4pPr>
            <a:lvl5pPr marL="2057400" indent="-228600" algn="l" defTabSz="914400" rtl="0" eaLnBrk="0" fontAlgn="base" hangingPunct="0">
              <a:lnSpc>
                <a:spcPct val="100000"/>
              </a:lnSpc>
              <a:spcBef>
                <a:spcPct val="20000"/>
              </a:spcBef>
              <a:spcAft>
                <a:spcPct val="0"/>
              </a:spcAft>
              <a:buClrTx/>
              <a:buSzTx/>
              <a:buFont typeface="Arial" pitchFamily="34" charset="0"/>
              <a:buChar char="»"/>
              <a:defRPr kumimoji="0" lang="en-US" altLang="en-US" sz="2000" b="0" i="0" u="none" kern="1200" baseline="0">
                <a:solidFill>
                  <a:schemeClr val="tx1"/>
                </a:solidFill>
                <a:effectLst/>
                <a:latin typeface="+mn-lt"/>
                <a:ea typeface="+mn-ea"/>
                <a:cs typeface="+mn-cs"/>
              </a:defRPr>
            </a:lvl5pPr>
            <a:lvl6pPr marL="25146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lang="en-US" altLang="en-US" sz="2000" kern="1200">
                <a:solidFill>
                  <a:schemeClr val="tx1"/>
                </a:solidFill>
                <a:latin typeface="+mn-lt"/>
                <a:ea typeface="+mn-ea"/>
                <a:cs typeface="+mn-cs"/>
              </a:defRPr>
            </a:lvl9pPr>
          </a:lstStyle>
          <a:p>
            <a:pPr marL="0" lvl="0" indent="0" eaLnBrk="1" hangingPunct="1">
              <a:lnSpc>
                <a:spcPct val="90000"/>
              </a:lnSpc>
              <a:buFontTx/>
              <a:buNone/>
            </a:pPr>
            <a:r>
              <a:rPr lang="en-US" altLang="en-US" sz="2200">
                <a:latin typeface="Times New Roman" pitchFamily="18" charset="0"/>
              </a:rPr>
              <a:t>(1 0 0 0), (1 1 0 0)  class (1, 0)</a:t>
            </a:r>
          </a:p>
          <a:p>
            <a:pPr marL="0" lvl="0" indent="0" eaLnBrk="1" hangingPunct="1">
              <a:lnSpc>
                <a:spcPct val="90000"/>
              </a:lnSpc>
              <a:buFontTx/>
              <a:buNone/>
            </a:pPr>
            <a:r>
              <a:rPr lang="en-US" altLang="en-US" sz="2200">
                <a:latin typeface="Times New Roman" pitchFamily="18" charset="0"/>
              </a:rPr>
              <a:t>(0 0 0 1), (0 0 1 1)  class (0, 1)</a:t>
            </a:r>
          </a:p>
          <a:p>
            <a:pPr marL="0" lvl="0" indent="0" eaLnBrk="1" hangingPunct="1">
              <a:lnSpc>
                <a:spcPct val="90000"/>
              </a:lnSpc>
              <a:buFontTx/>
              <a:buNone/>
            </a:pPr>
            <a:r>
              <a:rPr lang="en-US" altLang="en-US" sz="2200">
                <a:latin typeface="Times New Roman" pitchFamily="18" charset="0"/>
              </a:rPr>
              <a:t>(0 1 1 0) is not sufficiently similar to any class</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5"/>
          <p:cNvSpPr>
            <a:spLocks noGrp="1" noChangeArrowheads="1"/>
          </p:cNvSpPr>
          <p:nvPr>
            <p:ph idx="1"/>
          </p:nvPr>
        </p:nvSpPr>
        <p:spPr>
          <a:xfrm>
            <a:off x="457200" y="1143000"/>
            <a:ext cx="8229600" cy="4953000"/>
          </a:xfrm>
          <a:prstGeom prst="rect">
            <a:avLst/>
          </a:prstGeom>
        </p:spPr>
        <p:txBody>
          <a:bodyPr vert="horz" wrap="square" lIns="91440" tIns="45720" rIns="91440" bIns="45720" numCol="1" rtlCol="0" anchor="t" anchorCtr="0" compatLnSpc="1">
            <a:prstTxWarp prst="textNoShape">
              <a:avLst/>
            </a:prstTxWarp>
            <a:normAutofit/>
          </a:bodyPr>
          <a:lstStyle>
            <a:defPPr/>
          </a:lstStyle>
          <a:p>
            <a:pPr marL="914400" marR="0" lvl="0" indent="-457200" algn="l" defTabSz="914400" rtl="0" eaLnBrk="1" fontAlgn="auto"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Number of patterns that can be correctly stored &amp; recalled by a network.</a:t>
            </a:r>
          </a:p>
          <a:p>
            <a:pPr marL="914400" marR="0" lvl="0" indent="-457200" algn="l" defTabSz="914400" rtl="0" eaLnBrk="1" fontAlgn="auto"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More patterns can be stored if they are not similar to each  other (e.g., orthogonal).</a:t>
            </a:r>
          </a:p>
          <a:p>
            <a:pPr marL="914400" marR="0" lvl="0" indent="-457200" algn="l" defTabSz="914400" rtl="0" eaLnBrk="1" fontAlgn="auto"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Non-orthogonal</a:t>
            </a:r>
          </a:p>
          <a:p>
            <a:pPr marL="914400" marR="0" lvl="0" indent="-457200" algn="l" defTabSz="914400" rtl="0" eaLnBrk="1" fontAlgn="auto" latinLnBrk="0" hangingPunct="1">
              <a:lnSpc>
                <a:spcPct val="100000"/>
              </a:lnSpc>
              <a:spcBef>
                <a:spcPct val="20000"/>
              </a:spcBef>
              <a:spcAft>
                <a:spcPct val="0"/>
              </a:spcAft>
              <a:buClrTx/>
              <a:buSzTx/>
              <a:buFontTx/>
              <a:buNone/>
              <a:defRPr/>
            </a:pPr>
            <a:endParaRPr kumimoji="0" lang="en-US" sz="2000" b="0" i="0" u="none" strike="noStrike" kern="1200" cap="none" spc="0" normalizeH="0" baseline="0" noProof="0">
              <a:ln>
                <a:noFill/>
              </a:ln>
              <a:solidFill>
                <a:schemeClr val="tx1"/>
              </a:solidFill>
              <a:effectLst/>
              <a:uLnTx/>
              <a:uFillTx/>
              <a:latin typeface="+mn-lt"/>
              <a:ea typeface="+mn-ea"/>
              <a:cs typeface="+mn-cs"/>
            </a:endParaRPr>
          </a:p>
          <a:p>
            <a:pPr marL="914400" marR="0" lvl="0" indent="-457200" algn="l" defTabSz="914400" rtl="0" eaLnBrk="1" fontAlgn="auto" latinLnBrk="0" hangingPunct="1">
              <a:lnSpc>
                <a:spcPct val="100000"/>
              </a:lnSpc>
              <a:spcBef>
                <a:spcPct val="2000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tx1"/>
              </a:solidFill>
              <a:effectLst/>
              <a:uLnTx/>
              <a:uFillTx/>
              <a:latin typeface="+mn-lt"/>
              <a:ea typeface="+mn-ea"/>
              <a:cs typeface="+mn-cs"/>
            </a:endParaRPr>
          </a:p>
          <a:p>
            <a:pPr marL="914400" marR="0" lvl="0" indent="-457200" algn="l" defTabSz="914400" rtl="0" eaLnBrk="1" fontAlgn="auto" latinLnBrk="0" hangingPunct="1">
              <a:lnSpc>
                <a:spcPct val="100000"/>
              </a:lnSpc>
              <a:spcBef>
                <a:spcPct val="2000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tx1"/>
              </a:solidFill>
              <a:effectLst/>
              <a:uLnTx/>
              <a:uFillTx/>
              <a:latin typeface="+mn-lt"/>
              <a:ea typeface="+mn-ea"/>
              <a:cs typeface="+mn-cs"/>
            </a:endParaRPr>
          </a:p>
          <a:p>
            <a:pPr marL="914400" marR="0" lvl="0" indent="-457200" algn="l" defTabSz="914400" rtl="0" eaLnBrk="1" fontAlgn="auto" latinLnBrk="0" hangingPunct="1">
              <a:lnSpc>
                <a:spcPct val="100000"/>
              </a:lnSpc>
              <a:spcBef>
                <a:spcPct val="20000"/>
              </a:spcBef>
              <a:spcAft>
                <a:spcPct val="0"/>
              </a:spcAft>
              <a:buClrTx/>
              <a:buSzTx/>
              <a:buFont typeface="Arial" pitchFamily="34" charset="0"/>
              <a:buChar char="•"/>
              <a:defRPr/>
            </a:pPr>
            <a:endParaRPr kumimoji="0" lang="en-US" sz="1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0" indent="-457200" algn="l" defTabSz="914400" rtl="0" eaLnBrk="1" fontAlgn="auto" latinLnBrk="0" hangingPunct="1">
              <a:lnSpc>
                <a:spcPct val="100000"/>
              </a:lnSpc>
              <a:spcBef>
                <a:spcPct val="2000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Orthogonal</a:t>
            </a:r>
          </a:p>
        </p:txBody>
      </p:sp>
      <p:sp>
        <p:nvSpPr>
          <p:cNvPr id="11267" name="Text Box 4"/>
          <p:cNvSpPr txBox="1">
            <a:spLocks noChangeArrowheads="1"/>
          </p:cNvSpPr>
          <p:nvPr/>
        </p:nvSpPr>
        <p:spPr bwMode="auto">
          <a:xfrm>
            <a:off x="357188" y="457200"/>
            <a:ext cx="83820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STORAGE CAPACITY</a:t>
            </a:r>
          </a:p>
        </p:txBody>
      </p:sp>
      <p:graphicFrame>
        <p:nvGraphicFramePr>
          <p:cNvPr id="11268" name="Object 6"/>
          <p:cNvGraphicFramePr>
            <a:graphicFrameLocks noChangeAspect="1"/>
          </p:cNvGraphicFramePr>
          <p:nvPr/>
        </p:nvGraphicFramePr>
        <p:xfrm>
          <a:off x="1096963" y="4770438"/>
          <a:ext cx="1792287" cy="915987"/>
        </p:xfrm>
        <a:graphic>
          <a:graphicData uri="http://schemas.openxmlformats.org/presentationml/2006/ole">
            <mc:AlternateContent xmlns:mc="http://schemas.openxmlformats.org/markup-compatibility/2006">
              <mc:Choice xmlns:v="urn:schemas-microsoft-com:vml" Requires="v">
                <p:oleObj name="Equation" r:id="rId2" imgW="1792287" imgH="915987" progId="Equation.3">
                  <p:embed/>
                </p:oleObj>
              </mc:Choice>
              <mc:Fallback>
                <p:oleObj name="Equation" r:id="rId2" imgW="1792287" imgH="915987" progId="Equation.3">
                  <p:embed/>
                  <p:pic>
                    <p:nvPicPr>
                      <p:cNvPr id="0" name="OLE substitute image"/>
                      <p:cNvPicPr/>
                      <p:nvPr/>
                    </p:nvPicPr>
                    <p:blipFill>
                      <a:blip r:embed="rId3"/>
                      <a:stretch>
                        <a:fillRect/>
                      </a:stretch>
                    </p:blipFill>
                    <p:spPr>
                      <a:xfrm>
                        <a:off x="1096963" y="4770438"/>
                        <a:ext cx="1792287" cy="915987"/>
                      </a:xfrm>
                      <a:prstGeom prst="rect">
                        <a:avLst/>
                      </a:prstGeom>
                      <a:noFill/>
                      <a:ln>
                        <a:noFill/>
                        <a:miter lim="800000"/>
                      </a:ln>
                      <a:effectLst/>
                    </p:spPr>
                  </p:pic>
                </p:oleObj>
              </mc:Fallback>
            </mc:AlternateContent>
          </a:graphicData>
        </a:graphic>
      </p:graphicFrame>
      <p:graphicFrame>
        <p:nvGraphicFramePr>
          <p:cNvPr id="11269" name="Object 7"/>
          <p:cNvGraphicFramePr>
            <a:graphicFrameLocks noChangeAspect="1"/>
          </p:cNvGraphicFramePr>
          <p:nvPr/>
        </p:nvGraphicFramePr>
        <p:xfrm>
          <a:off x="3284538" y="4572000"/>
          <a:ext cx="2220912" cy="1250950"/>
        </p:xfrm>
        <a:graphic>
          <a:graphicData uri="http://schemas.openxmlformats.org/presentationml/2006/ole">
            <mc:AlternateContent xmlns:mc="http://schemas.openxmlformats.org/markup-compatibility/2006">
              <mc:Choice xmlns:v="urn:schemas-microsoft-com:vml" Requires="v">
                <p:oleObj name="Equation" r:id="rId4" imgW="2220912" imgH="1250950" progId="Equation.3">
                  <p:embed/>
                </p:oleObj>
              </mc:Choice>
              <mc:Fallback>
                <p:oleObj name="Equation" r:id="rId4" imgW="2220912" imgH="1250950" progId="Equation.3">
                  <p:embed/>
                  <p:pic>
                    <p:nvPicPr>
                      <p:cNvPr id="0" name="OLE substitute image"/>
                      <p:cNvPicPr/>
                      <p:nvPr/>
                    </p:nvPicPr>
                    <p:blipFill>
                      <a:blip r:embed="rId5"/>
                      <a:stretch>
                        <a:fillRect/>
                      </a:stretch>
                    </p:blipFill>
                    <p:spPr>
                      <a:xfrm>
                        <a:off x="3284538" y="4572000"/>
                        <a:ext cx="2220912" cy="1250950"/>
                      </a:xfrm>
                      <a:prstGeom prst="rect">
                        <a:avLst/>
                      </a:prstGeom>
                      <a:noFill/>
                      <a:ln>
                        <a:noFill/>
                        <a:miter lim="800000"/>
                      </a:ln>
                      <a:effectLst/>
                    </p:spPr>
                  </p:pic>
                </p:oleObj>
              </mc:Fallback>
            </mc:AlternateContent>
          </a:graphicData>
        </a:graphic>
      </p:graphicFrame>
      <p:graphicFrame>
        <p:nvGraphicFramePr>
          <p:cNvPr id="11270" name="Object 8"/>
          <p:cNvGraphicFramePr>
            <a:graphicFrameLocks noChangeAspect="1"/>
          </p:cNvGraphicFramePr>
          <p:nvPr/>
        </p:nvGraphicFramePr>
        <p:xfrm>
          <a:off x="990600" y="3168650"/>
          <a:ext cx="1819275" cy="612775"/>
        </p:xfrm>
        <a:graphic>
          <a:graphicData uri="http://schemas.openxmlformats.org/presentationml/2006/ole">
            <mc:AlternateContent xmlns:mc="http://schemas.openxmlformats.org/markup-compatibility/2006">
              <mc:Choice xmlns:v="urn:schemas-microsoft-com:vml" Requires="v">
                <p:oleObj name="Equation" r:id="rId6" imgW="1819275" imgH="612775" progId="Equation.3">
                  <p:embed/>
                </p:oleObj>
              </mc:Choice>
              <mc:Fallback>
                <p:oleObj name="Equation" r:id="rId6" imgW="1819275" imgH="612775" progId="Equation.3">
                  <p:embed/>
                  <p:pic>
                    <p:nvPicPr>
                      <p:cNvPr id="0" name="OLE substitute image"/>
                      <p:cNvPicPr/>
                      <p:nvPr/>
                    </p:nvPicPr>
                    <p:blipFill>
                      <a:blip r:embed="rId7"/>
                      <a:stretch>
                        <a:fillRect/>
                      </a:stretch>
                    </p:blipFill>
                    <p:spPr>
                      <a:xfrm>
                        <a:off x="990600" y="3168650"/>
                        <a:ext cx="1819275" cy="612775"/>
                      </a:xfrm>
                      <a:prstGeom prst="rect">
                        <a:avLst/>
                      </a:prstGeom>
                      <a:noFill/>
                      <a:ln>
                        <a:noFill/>
                        <a:miter lim="800000"/>
                      </a:ln>
                      <a:effectLst/>
                    </p:spPr>
                  </p:pic>
                </p:oleObj>
              </mc:Fallback>
            </mc:AlternateContent>
          </a:graphicData>
        </a:graphic>
      </p:graphicFrame>
      <p:graphicFrame>
        <p:nvGraphicFramePr>
          <p:cNvPr id="11271" name="Object 9"/>
          <p:cNvGraphicFramePr>
            <a:graphicFrameLocks noChangeAspect="1"/>
          </p:cNvGraphicFramePr>
          <p:nvPr/>
        </p:nvGraphicFramePr>
        <p:xfrm>
          <a:off x="3276600" y="2667000"/>
          <a:ext cx="2312988" cy="1249363"/>
        </p:xfrm>
        <a:graphic>
          <a:graphicData uri="http://schemas.openxmlformats.org/presentationml/2006/ole">
            <mc:AlternateContent xmlns:mc="http://schemas.openxmlformats.org/markup-compatibility/2006">
              <mc:Choice xmlns:v="urn:schemas-microsoft-com:vml" Requires="v">
                <p:oleObj name="Equation" r:id="rId8" imgW="2312988" imgH="1249363" progId="Equation.3">
                  <p:embed/>
                </p:oleObj>
              </mc:Choice>
              <mc:Fallback>
                <p:oleObj name="Equation" r:id="rId8" imgW="2312988" imgH="1249363" progId="Equation.3">
                  <p:embed/>
                  <p:pic>
                    <p:nvPicPr>
                      <p:cNvPr id="0" name="OLE substitute image"/>
                      <p:cNvPicPr/>
                      <p:nvPr/>
                    </p:nvPicPr>
                    <p:blipFill>
                      <a:blip r:embed="rId9"/>
                      <a:stretch>
                        <a:fillRect/>
                      </a:stretch>
                    </p:blipFill>
                    <p:spPr>
                      <a:xfrm>
                        <a:off x="3276600" y="2667000"/>
                        <a:ext cx="2312988" cy="1249363"/>
                      </a:xfrm>
                      <a:prstGeom prst="rect">
                        <a:avLst/>
                      </a:prstGeom>
                      <a:noFill/>
                      <a:ln>
                        <a:noFill/>
                        <a:miter lim="800000"/>
                      </a:ln>
                      <a:effectLst/>
                    </p:spPr>
                  </p:pic>
                </p:oleObj>
              </mc:Fallback>
            </mc:AlternateContent>
          </a:graphicData>
        </a:graphic>
      </p:graphicFrame>
      <p:graphicFrame>
        <p:nvGraphicFramePr>
          <p:cNvPr id="11272" name="Object 10"/>
          <p:cNvGraphicFramePr>
            <a:graphicFrameLocks noChangeAspect="1"/>
          </p:cNvGraphicFramePr>
          <p:nvPr/>
        </p:nvGraphicFramePr>
        <p:xfrm>
          <a:off x="6019800" y="3124200"/>
          <a:ext cx="2522538" cy="611188"/>
        </p:xfrm>
        <a:graphic>
          <a:graphicData uri="http://schemas.openxmlformats.org/presentationml/2006/ole">
            <mc:AlternateContent xmlns:mc="http://schemas.openxmlformats.org/markup-compatibility/2006">
              <mc:Choice xmlns:v="urn:schemas-microsoft-com:vml" Requires="v">
                <p:oleObj name="Equation" r:id="rId10" imgW="2522538" imgH="611188" progId="Equation.3">
                  <p:embed/>
                </p:oleObj>
              </mc:Choice>
              <mc:Fallback>
                <p:oleObj name="Equation" r:id="rId10" imgW="2522538" imgH="611188" progId="Equation.3">
                  <p:embed/>
                  <p:pic>
                    <p:nvPicPr>
                      <p:cNvPr id="0" name="OLE substitute image"/>
                      <p:cNvPicPr/>
                      <p:nvPr/>
                    </p:nvPicPr>
                    <p:blipFill>
                      <a:blip r:embed="rId11"/>
                      <a:stretch>
                        <a:fillRect/>
                      </a:stretch>
                    </p:blipFill>
                    <p:spPr>
                      <a:xfrm>
                        <a:off x="6019800" y="3124200"/>
                        <a:ext cx="2522538" cy="611188"/>
                      </a:xfrm>
                      <a:prstGeom prst="rect">
                        <a:avLst/>
                      </a:prstGeom>
                      <a:noFill/>
                      <a:ln>
                        <a:noFill/>
                        <a:miter lim="800000"/>
                      </a:ln>
                      <a:effectLst/>
                    </p:spPr>
                  </p:pic>
                </p:oleObj>
              </mc:Fallback>
            </mc:AlternateContent>
          </a:graphicData>
        </a:graphic>
      </p:graphicFrame>
      <p:graphicFrame>
        <p:nvGraphicFramePr>
          <p:cNvPr id="11273" name="Object 11"/>
          <p:cNvGraphicFramePr>
            <a:graphicFrameLocks noChangeAspect="1"/>
          </p:cNvGraphicFramePr>
          <p:nvPr/>
        </p:nvGraphicFramePr>
        <p:xfrm>
          <a:off x="5975350" y="5214938"/>
          <a:ext cx="2312988" cy="611187"/>
        </p:xfrm>
        <a:graphic>
          <a:graphicData uri="http://schemas.openxmlformats.org/presentationml/2006/ole">
            <mc:AlternateContent xmlns:mc="http://schemas.openxmlformats.org/markup-compatibility/2006">
              <mc:Choice xmlns:v="urn:schemas-microsoft-com:vml" Requires="v">
                <p:oleObj name="Equation" r:id="rId12" imgW="2312988" imgH="611187" progId="Equation.3">
                  <p:embed/>
                </p:oleObj>
              </mc:Choice>
              <mc:Fallback>
                <p:oleObj name="Equation" r:id="rId12" imgW="2312988" imgH="611187" progId="Equation.3">
                  <p:embed/>
                  <p:pic>
                    <p:nvPicPr>
                      <p:cNvPr id="0" name="OLE substitute image"/>
                      <p:cNvPicPr/>
                      <p:nvPr/>
                    </p:nvPicPr>
                    <p:blipFill>
                      <a:blip r:embed="rId13"/>
                      <a:stretch>
                        <a:fillRect/>
                      </a:stretch>
                    </p:blipFill>
                    <p:spPr>
                      <a:xfrm>
                        <a:off x="5975350" y="5214938"/>
                        <a:ext cx="2312988" cy="611187"/>
                      </a:xfrm>
                      <a:prstGeom prst="rect">
                        <a:avLst/>
                      </a:prstGeom>
                      <a:noFill/>
                      <a:ln>
                        <a:noFill/>
                        <a:miter lim="800000"/>
                      </a:ln>
                      <a:effectLst/>
                    </p:spPr>
                  </p:pic>
                </p:oleObj>
              </mc:Fallback>
            </mc:AlternateContent>
          </a:graphicData>
        </a:graphic>
      </p:graphicFrame>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idx="1"/>
          </p:nvPr>
        </p:nvSpPr>
        <p:spPr>
          <a:xfrm>
            <a:off x="457200" y="1527175"/>
            <a:ext cx="8001000" cy="1444625"/>
          </a:xfrm>
          <a:prstGeom prst="rect">
            <a:avLst/>
          </a:prstGeom>
        </p:spPr>
        <p:txBody>
          <a:bodyPr vert="horz" wrap="square" lIns="91440" tIns="45720" rIns="91440" bIns="45720" numCol="1" rtlCol="0" anchor="t" anchorCtr="0" compatLnSpc="1">
            <a:prstTxWarp prst="textNoShape">
              <a:avLst/>
            </a:prstTxWarp>
            <a:normAutofit lnSpcReduction="10000"/>
          </a:bodyPr>
          <a:lstStyle>
            <a:defPPr/>
          </a:lstStyle>
          <a:p>
            <a:pPr marL="231775" marR="0" lvl="0" indent="-231775" algn="l" defTabSz="914400" rtl="0" eaLnBrk="1" fontAlgn="auto" latinLnBrk="0" hangingPunct="1">
              <a:lnSpc>
                <a:spcPct val="100000"/>
              </a:lnSpc>
              <a:spcBef>
                <a:spcPct val="20000"/>
              </a:spcBef>
              <a:spcAft>
                <a:spcPct val="0"/>
              </a:spcAft>
              <a:buClrTx/>
              <a:buSzTx/>
              <a:buFontTx/>
              <a:buNone/>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Architecture: </a:t>
            </a:r>
          </a:p>
          <a:p>
            <a:pPr marL="914400" marR="0" lvl="1" indent="-457200" algn="l" defTabSz="914400" rtl="0" eaLnBrk="1" fontAlgn="auto" latinLnBrk="0" hangingPunct="1">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Two layers of non-linear units:  X-layer, Y-layer.</a:t>
            </a:r>
          </a:p>
          <a:p>
            <a:pPr marL="914400" marR="0" lvl="1" indent="-457200" algn="l" defTabSz="914400" rtl="0" eaLnBrk="1" fontAlgn="auto" latinLnBrk="0" hangingPunct="1">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Units: discrete threshold, continuing sigmoid (can  be either binary or bipolar).</a:t>
            </a:r>
          </a:p>
        </p:txBody>
      </p:sp>
      <p:sp>
        <p:nvSpPr>
          <p:cNvPr id="12291" name="Text Box 4"/>
          <p:cNvSpPr txBox="1">
            <a:spLocks noChangeArrowheads="1"/>
          </p:cNvSpPr>
          <p:nvPr/>
        </p:nvSpPr>
        <p:spPr bwMode="auto">
          <a:xfrm>
            <a:off x="357188" y="457200"/>
            <a:ext cx="8382000" cy="89217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just"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BIDIRECTIONAL ASSOCIATIVE MEMORY (BAM) NETWORK</a:t>
            </a:r>
          </a:p>
        </p:txBody>
      </p:sp>
      <p:pic>
        <p:nvPicPr>
          <p:cNvPr id="12292" name="Picture 7"/>
          <p:cNvPicPr>
            <a:picLocks noChangeAspect="1"/>
          </p:cNvPicPr>
          <p:nvPr/>
        </p:nvPicPr>
        <p:blipFill>
          <a:blip r:embed="rId2"/>
          <a:stretch>
            <a:fillRect/>
          </a:stretch>
        </p:blipFill>
        <p:spPr>
          <a:xfrm>
            <a:off x="7315200" y="2743200"/>
            <a:ext cx="1333500" cy="2828925"/>
          </a:xfrm>
          <a:prstGeom prst="rect">
            <a:avLst/>
          </a:prstGeom>
          <a:noFill/>
          <a:ln>
            <a:noFill/>
            <a:miter lim="800000"/>
          </a:ln>
        </p:spPr>
      </p:pic>
      <p:sp>
        <p:nvSpPr>
          <p:cNvPr id="12293" name="Rectangle 8"/>
          <p:cNvSpPr>
            <a:spLocks noChangeArrowheads="1"/>
          </p:cNvSpPr>
          <p:nvPr/>
        </p:nvSpPr>
        <p:spPr bwMode="auto">
          <a:xfrm>
            <a:off x="457200" y="2971800"/>
            <a:ext cx="6858000" cy="2554288"/>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20000"/>
              </a:spcBef>
              <a:spcAft>
                <a:spcPct val="0"/>
              </a:spcAft>
              <a:buClrTx/>
              <a:buSzTx/>
              <a:buFontTx/>
              <a:buNone/>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Weights:</a:t>
            </a:r>
          </a:p>
          <a:p>
            <a:pPr marL="457200" marR="0" lvl="1" indent="0" algn="l" defTabSz="914400" rtl="0" eaLnBrk="1" fontAlgn="base" latinLnBrk="0" hangingPunct="1">
              <a:lnSpc>
                <a:spcPct val="100000"/>
              </a:lnSpc>
              <a:spcBef>
                <a:spcPct val="2000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457200" marR="0" lvl="1" indent="0" algn="l" defTabSz="914400" rtl="0" eaLnBrk="1" fontAlgn="base" latinLnBrk="0" hangingPunct="1">
              <a:lnSpc>
                <a:spcPct val="100000"/>
              </a:lnSpc>
              <a:spcBef>
                <a:spcPct val="2000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a:t>
            </a:r>
          </a:p>
          <a:p>
            <a:pPr marL="457200" marR="0" lvl="1" indent="0" algn="l" defTabSz="914400" rtl="0" eaLnBrk="1" fontAlgn="base" latinLnBrk="0" hangingPunct="1">
              <a:lnSpc>
                <a:spcPct val="100000"/>
              </a:lnSpc>
              <a:spcBef>
                <a:spcPct val="2000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457200" marR="0" lvl="1" indent="0" algn="l" defTabSz="914400" rtl="0" eaLnBrk="1" fontAlgn="base" latinLnBrk="0" hangingPunct="1">
              <a:lnSpc>
                <a:spcPct val="100000"/>
              </a:lnSpc>
              <a:spcBef>
                <a:spcPct val="2000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Symmetric:</a:t>
            </a:r>
          </a:p>
          <a:p>
            <a:pPr marL="457200" marR="0" lvl="1" indent="0" algn="l" defTabSz="914400" rtl="0" eaLnBrk="1" fontAlgn="base" latinLnBrk="0" hangingPunct="1">
              <a:lnSpc>
                <a:spcPct val="100000"/>
              </a:lnSpc>
              <a:spcBef>
                <a:spcPct val="2000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Convert binary patterns to bipolar when constructing </a:t>
            </a:r>
            <a:r>
              <a:rPr kumimoji="0" lang="en-US" sz="2000" b="0"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W</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t>
            </a:r>
          </a:p>
        </p:txBody>
      </p:sp>
      <p:graphicFrame>
        <p:nvGraphicFramePr>
          <p:cNvPr id="12294" name="Object 9"/>
          <p:cNvGraphicFramePr>
            <a:graphicFrameLocks noChangeAspect="1"/>
          </p:cNvGraphicFramePr>
          <p:nvPr/>
        </p:nvGraphicFramePr>
        <p:xfrm>
          <a:off x="609600" y="3733800"/>
          <a:ext cx="4589463" cy="666750"/>
        </p:xfrm>
        <a:graphic>
          <a:graphicData uri="http://schemas.openxmlformats.org/presentationml/2006/ole">
            <mc:AlternateContent xmlns:mc="http://schemas.openxmlformats.org/markup-compatibility/2006">
              <mc:Choice xmlns:v="urn:schemas-microsoft-com:vml" Requires="v">
                <p:oleObj name="Equation" r:id="rId3" imgW="4589463" imgH="666750" progId="Equation.3">
                  <p:embed/>
                </p:oleObj>
              </mc:Choice>
              <mc:Fallback>
                <p:oleObj name="Equation" r:id="rId3" imgW="4589463" imgH="666750" progId="Equation.3">
                  <p:embed/>
                  <p:pic>
                    <p:nvPicPr>
                      <p:cNvPr id="0" name="OLE substitute image"/>
                      <p:cNvPicPr/>
                      <p:nvPr/>
                    </p:nvPicPr>
                    <p:blipFill>
                      <a:blip r:embed="rId4"/>
                      <a:stretch>
                        <a:fillRect/>
                      </a:stretch>
                    </p:blipFill>
                    <p:spPr>
                      <a:xfrm>
                        <a:off x="609600" y="3733800"/>
                        <a:ext cx="4589463" cy="666750"/>
                      </a:xfrm>
                      <a:prstGeom prst="rect">
                        <a:avLst/>
                      </a:prstGeom>
                      <a:noFill/>
                      <a:ln>
                        <a:noFill/>
                        <a:miter lim="800000"/>
                      </a:ln>
                      <a:effectLst/>
                    </p:spPr>
                  </p:pic>
                </p:oleObj>
              </mc:Fallback>
            </mc:AlternateContent>
          </a:graphicData>
        </a:graphic>
      </p:graphicFrame>
      <p:graphicFrame>
        <p:nvGraphicFramePr>
          <p:cNvPr id="12295" name="Object 10"/>
          <p:cNvGraphicFramePr>
            <a:graphicFrameLocks noChangeAspect="1"/>
          </p:cNvGraphicFramePr>
          <p:nvPr/>
        </p:nvGraphicFramePr>
        <p:xfrm>
          <a:off x="2514600" y="4433888"/>
          <a:ext cx="850900" cy="366712"/>
        </p:xfrm>
        <a:graphic>
          <a:graphicData uri="http://schemas.openxmlformats.org/presentationml/2006/ole">
            <mc:AlternateContent xmlns:mc="http://schemas.openxmlformats.org/markup-compatibility/2006">
              <mc:Choice xmlns:v="urn:schemas-microsoft-com:vml" Requires="v">
                <p:oleObj name="Equation" r:id="rId5" imgW="850900" imgH="366712" progId="Equation.3">
                  <p:embed/>
                </p:oleObj>
              </mc:Choice>
              <mc:Fallback>
                <p:oleObj name="Equation" r:id="rId5" imgW="850900" imgH="366712" progId="Equation.3">
                  <p:embed/>
                  <p:pic>
                    <p:nvPicPr>
                      <p:cNvPr id="0" name="OLE substitute image"/>
                      <p:cNvPicPr/>
                      <p:nvPr/>
                    </p:nvPicPr>
                    <p:blipFill>
                      <a:blip r:embed="rId6"/>
                      <a:stretch>
                        <a:fillRect/>
                      </a:stretch>
                    </p:blipFill>
                    <p:spPr>
                      <a:xfrm>
                        <a:off x="2514600" y="4433888"/>
                        <a:ext cx="850900" cy="366712"/>
                      </a:xfrm>
                      <a:prstGeom prst="rect">
                        <a:avLst/>
                      </a:prstGeom>
                      <a:noFill/>
                      <a:ln>
                        <a:noFill/>
                        <a:miter lim="800000"/>
                      </a:ln>
                      <a:effectLst/>
                    </p:spPr>
                  </p:pic>
                </p:oleObj>
              </mc:Fallback>
            </mc:AlternateContent>
          </a:graphicData>
        </a:graphic>
      </p:graphicFrame>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4"/>
          <p:cNvSpPr txBox="1">
            <a:spLocks noChangeArrowheads="1"/>
          </p:cNvSpPr>
          <p:nvPr/>
        </p:nvSpPr>
        <p:spPr bwMode="auto">
          <a:xfrm>
            <a:off x="357188" y="457200"/>
            <a:ext cx="83820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RECALL OF BAM NETWORK</a:t>
            </a:r>
          </a:p>
        </p:txBody>
      </p:sp>
      <p:sp>
        <p:nvSpPr>
          <p:cNvPr id="13315" name="Rectangle 5"/>
          <p:cNvSpPr>
            <a:spLocks noChangeArrowheads="1"/>
          </p:cNvSpPr>
          <p:nvPr/>
        </p:nvSpPr>
        <p:spPr bwMode="auto">
          <a:xfrm>
            <a:off x="457200" y="1143000"/>
            <a:ext cx="8229600" cy="7080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1" indent="0" algn="l"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Bidirectional, either by  X (to recall Y) or by Y (to recall X).</a:t>
            </a:r>
          </a:p>
          <a:p>
            <a:pPr marL="0" marR="0" lvl="1" indent="0" algn="l"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Recurrent:</a:t>
            </a:r>
          </a:p>
        </p:txBody>
      </p:sp>
      <p:sp>
        <p:nvSpPr>
          <p:cNvPr id="13316" name="Rectangle 10"/>
          <p:cNvSpPr>
            <a:spLocks noChangeArrowheads="1"/>
          </p:cNvSpPr>
          <p:nvPr/>
        </p:nvSpPr>
        <p:spPr bwMode="auto">
          <a:xfrm>
            <a:off x="457200" y="4267200"/>
            <a:ext cx="8229600" cy="969963"/>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1" indent="0" algn="just" defTabSz="914400" rtl="0" eaLnBrk="1" fontAlgn="base" latinLnBrk="0" hangingPunct="1">
              <a:lnSpc>
                <a:spcPct val="95000"/>
              </a:lnSpc>
              <a:spcBef>
                <a:spcPct val="7500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Update can be either asynchronous (as in hetero-associative memory) or synchronous (change all Y units at one time, then all X units the next time).</a:t>
            </a:r>
          </a:p>
        </p:txBody>
      </p:sp>
      <p:graphicFrame>
        <p:nvGraphicFramePr>
          <p:cNvPr id="13317" name="Object 11"/>
          <p:cNvGraphicFramePr>
            <a:graphicFrameLocks noChangeAspect="1"/>
          </p:cNvGraphicFramePr>
          <p:nvPr/>
        </p:nvGraphicFramePr>
        <p:xfrm>
          <a:off x="2582863" y="1981200"/>
          <a:ext cx="3978275" cy="2054225"/>
        </p:xfrm>
        <a:graphic>
          <a:graphicData uri="http://schemas.openxmlformats.org/presentationml/2006/ole">
            <mc:AlternateContent xmlns:mc="http://schemas.openxmlformats.org/markup-compatibility/2006">
              <mc:Choice xmlns:v="urn:schemas-microsoft-com:vml" Requires="v">
                <p:oleObj name="Equation" r:id="rId2" imgW="3978275" imgH="2054225" progId="Equation.3">
                  <p:embed/>
                </p:oleObj>
              </mc:Choice>
              <mc:Fallback>
                <p:oleObj name="Equation" r:id="rId2" imgW="3978275" imgH="2054225" progId="Equation.3">
                  <p:embed/>
                  <p:pic>
                    <p:nvPicPr>
                      <p:cNvPr id="0" name="OLE substitute image"/>
                      <p:cNvPicPr/>
                      <p:nvPr/>
                    </p:nvPicPr>
                    <p:blipFill>
                      <a:blip r:embed="rId3"/>
                      <a:stretch>
                        <a:fillRect/>
                      </a:stretch>
                    </p:blipFill>
                    <p:spPr>
                      <a:xfrm>
                        <a:off x="2582863" y="1981200"/>
                        <a:ext cx="3978275" cy="2054225"/>
                      </a:xfrm>
                      <a:prstGeom prst="rect">
                        <a:avLst/>
                      </a:prstGeom>
                      <a:noFill/>
                      <a:ln>
                        <a:noFill/>
                        <a:miter lim="800000"/>
                      </a:ln>
                      <a:effectLst/>
                    </p:spPr>
                  </p:pic>
                </p:oleObj>
              </mc:Fallback>
            </mc:AlternateContent>
          </a:graphicData>
        </a:graphic>
      </p:graphicFrame>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Group 28"/>
          <p:cNvGraphicFramePr>
            <a:graphicFrameLocks noGrp="1"/>
          </p:cNvGraphicFramePr>
          <p:nvPr>
            <p:ph idx="4294967295"/>
          </p:nvPr>
        </p:nvGraphicFramePr>
        <p:xfrm>
          <a:off x="457200" y="2209800"/>
          <a:ext cx="8243888" cy="3689351"/>
        </p:xfrm>
        <a:graphic>
          <a:graphicData uri="http://schemas.openxmlformats.org/drawingml/2006/table">
            <a:tbl>
              <a:tblPr/>
              <a:tblGrid>
                <a:gridCol w="4122738">
                  <a:extLst>
                    <a:ext uri="{9D8B030D-6E8A-4147-A177-3AD203B41FA5}">
                      <a16:colId xmlns:a16="http://schemas.microsoft.com/office/drawing/2014/main" val="20000"/>
                    </a:ext>
                  </a:extLst>
                </a:gridCol>
                <a:gridCol w="4121150">
                  <a:extLst>
                    <a:ext uri="{9D8B030D-6E8A-4147-A177-3AD203B41FA5}">
                      <a16:colId xmlns:a16="http://schemas.microsoft.com/office/drawing/2014/main" val="20001"/>
                    </a:ext>
                  </a:extLst>
                </a:gridCol>
              </a:tblGrid>
              <a:tr h="701675">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ctr" eaLnBrk="1" hangingPunct="1">
                        <a:spcBef>
                          <a:spcPct val="20000"/>
                        </a:spcBef>
                      </a:pPr>
                      <a:r>
                        <a:rPr sz="2000" b="1">
                          <a:solidFill>
                            <a:srgbClr val="984807"/>
                          </a:solidFill>
                          <a:latin typeface="Tahoma" pitchFamily="34" charset="0"/>
                          <a:ea typeface="Tahoma" pitchFamily="34" charset="0"/>
                        </a:rPr>
                        <a:t>Activation function for the Y-layer</a:t>
                      </a:r>
                    </a:p>
                  </a:txBody>
                  <a:tcPr marT="45700" marB="45700">
                    <a:lnL w="28575">
                      <a:solidFill>
                        <a:schemeClr val="tx1"/>
                      </a:solidFill>
                      <a:miter lim="800000"/>
                    </a:lnL>
                    <a:lnR w="12700">
                      <a:solidFill>
                        <a:schemeClr val="tx1"/>
                      </a:solidFill>
                      <a:miter lim="800000"/>
                    </a:lnR>
                    <a:lnT w="28575">
                      <a:solidFill>
                        <a:schemeClr val="tx1"/>
                      </a:solidFill>
                      <a:miter lim="800000"/>
                    </a:lnT>
                    <a:lnB w="12700">
                      <a:solidFill>
                        <a:schemeClr val="tx1"/>
                      </a:solidFill>
                      <a:miter lim="800000"/>
                    </a:lnB>
                    <a:no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algn="ctr" eaLnBrk="1" hangingPunct="1">
                        <a:spcBef>
                          <a:spcPct val="20000"/>
                        </a:spcBef>
                      </a:pPr>
                      <a:r>
                        <a:rPr sz="2000" b="1">
                          <a:solidFill>
                            <a:srgbClr val="984807"/>
                          </a:solidFill>
                          <a:latin typeface="Tahoma" pitchFamily="34" charset="0"/>
                          <a:ea typeface="Tahoma" pitchFamily="34" charset="0"/>
                        </a:rPr>
                        <a:t>Activation function for the X-layer</a:t>
                      </a:r>
                    </a:p>
                  </a:txBody>
                  <a:tcPr marT="45700" marB="45700">
                    <a:lnL w="12700">
                      <a:solidFill>
                        <a:schemeClr val="tx1"/>
                      </a:solidFill>
                      <a:miter lim="800000"/>
                    </a:lnL>
                    <a:lnR w="28575">
                      <a:solidFill>
                        <a:schemeClr val="tx1"/>
                      </a:solidFill>
                      <a:miter lim="800000"/>
                    </a:lnR>
                    <a:lnT w="28575">
                      <a:solidFill>
                        <a:schemeClr val="tx1"/>
                      </a:solidFill>
                      <a:miter lim="800000"/>
                    </a:lnT>
                    <a:lnB w="12700">
                      <a:solidFill>
                        <a:schemeClr val="tx1"/>
                      </a:solidFill>
                      <a:miter lim="800000"/>
                    </a:lnB>
                    <a:noFill/>
                  </a:tcPr>
                </a:tc>
                <a:extLst>
                  <a:ext uri="{0D108BD9-81ED-4DB2-BD59-A6C34878D82A}">
                    <a16:rowId xmlns:a16="http://schemas.microsoft.com/office/drawing/2014/main" val="10000"/>
                  </a:ext>
                </a:extLst>
              </a:tr>
              <a:tr h="1493838">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eaLnBrk="1" hangingPunct="1">
                        <a:spcBef>
                          <a:spcPct val="20000"/>
                        </a:spcBef>
                      </a:pPr>
                      <a:r>
                        <a:rPr sz="2000">
                          <a:solidFill>
                            <a:srgbClr val="984807"/>
                          </a:solidFill>
                          <a:latin typeface="Tahoma" pitchFamily="34" charset="0"/>
                          <a:ea typeface="Tahoma" pitchFamily="34" charset="0"/>
                        </a:rPr>
                        <a:t>With binary input vectors</a:t>
                      </a:r>
                    </a:p>
                    <a:p>
                      <a:pPr marL="0" lvl="0" indent="0" eaLnBrk="1" hangingPunct="1">
                        <a:spcBef>
                          <a:spcPct val="20000"/>
                        </a:spcBef>
                      </a:pPr>
                      <a:endParaRPr sz="2000">
                        <a:solidFill>
                          <a:srgbClr val="984807"/>
                        </a:solidFill>
                        <a:latin typeface="Tahoma" pitchFamily="34" charset="0"/>
                        <a:ea typeface="Tahoma" pitchFamily="34" charset="0"/>
                      </a:endParaRPr>
                    </a:p>
                    <a:p>
                      <a:pPr marL="0" lvl="0" indent="0" eaLnBrk="1" hangingPunct="1">
                        <a:spcBef>
                          <a:spcPct val="20000"/>
                        </a:spcBef>
                      </a:pPr>
                      <a:endParaRPr sz="2000">
                        <a:solidFill>
                          <a:srgbClr val="984807"/>
                        </a:solidFill>
                        <a:latin typeface="Tahoma" pitchFamily="34" charset="0"/>
                        <a:ea typeface="Tahoma" pitchFamily="34" charset="0"/>
                      </a:endParaRPr>
                    </a:p>
                    <a:p>
                      <a:pPr marL="0" lvl="0" indent="0" eaLnBrk="1" hangingPunct="1">
                        <a:spcBef>
                          <a:spcPct val="20000"/>
                        </a:spcBef>
                      </a:pPr>
                      <a:endParaRPr sz="2000">
                        <a:solidFill>
                          <a:srgbClr val="984807"/>
                        </a:solidFill>
                        <a:latin typeface="Tahoma" pitchFamily="34" charset="0"/>
                        <a:ea typeface="Tahoma" pitchFamily="34" charset="0"/>
                      </a:endParaRPr>
                    </a:p>
                  </a:txBody>
                  <a:tcPr marT="45700" marB="45700">
                    <a:lnL w="28575">
                      <a:solidFill>
                        <a:schemeClr val="tx1"/>
                      </a:solidFill>
                      <a:miter lim="800000"/>
                    </a:lnL>
                    <a:lnR w="12700">
                      <a:solidFill>
                        <a:schemeClr val="tx1"/>
                      </a:solidFill>
                      <a:miter lim="800000"/>
                    </a:lnR>
                    <a:lnT w="12700">
                      <a:solidFill>
                        <a:schemeClr val="tx1"/>
                      </a:solidFill>
                      <a:miter lim="800000"/>
                    </a:lnT>
                    <a:lnB w="12700">
                      <a:solidFill>
                        <a:schemeClr val="tx1"/>
                      </a:solidFill>
                      <a:miter lim="800000"/>
                    </a:lnB>
                    <a:no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eaLnBrk="1" hangingPunct="1">
                        <a:spcBef>
                          <a:spcPct val="20000"/>
                        </a:spcBef>
                      </a:pPr>
                      <a:r>
                        <a:rPr sz="2000">
                          <a:solidFill>
                            <a:srgbClr val="984807"/>
                          </a:solidFill>
                          <a:latin typeface="Tahoma" pitchFamily="34" charset="0"/>
                          <a:ea typeface="Tahoma" pitchFamily="34" charset="0"/>
                        </a:rPr>
                        <a:t>With binary input vectors</a:t>
                      </a:r>
                    </a:p>
                    <a:p>
                      <a:pPr marL="0" lvl="0" indent="0" eaLnBrk="1" hangingPunct="1">
                        <a:spcBef>
                          <a:spcPct val="20000"/>
                        </a:spcBef>
                      </a:pPr>
                      <a:endParaRPr sz="2000">
                        <a:solidFill>
                          <a:srgbClr val="984807"/>
                        </a:solidFill>
                        <a:latin typeface="Tahoma" pitchFamily="34" charset="0"/>
                        <a:ea typeface="Tahoma" pitchFamily="34" charset="0"/>
                      </a:endParaRPr>
                    </a:p>
                  </a:txBody>
                  <a:tcPr marT="45700" marB="45700">
                    <a:lnL w="12700">
                      <a:solidFill>
                        <a:schemeClr val="tx1"/>
                      </a:solidFill>
                      <a:miter lim="800000"/>
                    </a:lnL>
                    <a:lnR w="28575">
                      <a:solidFill>
                        <a:schemeClr val="tx1"/>
                      </a:solidFill>
                      <a:miter lim="800000"/>
                    </a:lnR>
                    <a:lnT w="12700">
                      <a:solidFill>
                        <a:schemeClr val="tx1"/>
                      </a:solidFill>
                      <a:miter lim="800000"/>
                    </a:lnT>
                    <a:lnB w="12700">
                      <a:solidFill>
                        <a:schemeClr val="tx1"/>
                      </a:solidFill>
                      <a:miter lim="800000"/>
                    </a:lnB>
                    <a:noFill/>
                  </a:tcPr>
                </a:tc>
                <a:extLst>
                  <a:ext uri="{0D108BD9-81ED-4DB2-BD59-A6C34878D82A}">
                    <a16:rowId xmlns:a16="http://schemas.microsoft.com/office/drawing/2014/main" val="10001"/>
                  </a:ext>
                </a:extLst>
              </a:tr>
              <a:tr h="1493838">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eaLnBrk="1" hangingPunct="1">
                        <a:spcBef>
                          <a:spcPct val="20000"/>
                        </a:spcBef>
                      </a:pPr>
                      <a:r>
                        <a:rPr sz="2000">
                          <a:solidFill>
                            <a:srgbClr val="984807"/>
                          </a:solidFill>
                          <a:latin typeface="Tahoma" pitchFamily="34" charset="0"/>
                          <a:ea typeface="Tahoma" pitchFamily="34" charset="0"/>
                        </a:rPr>
                        <a:t>With bipolar input vectors</a:t>
                      </a:r>
                    </a:p>
                    <a:p>
                      <a:pPr marL="0" lvl="0" indent="0" eaLnBrk="1" hangingPunct="1">
                        <a:spcBef>
                          <a:spcPct val="20000"/>
                        </a:spcBef>
                      </a:pPr>
                      <a:endParaRPr sz="2000">
                        <a:solidFill>
                          <a:srgbClr val="984807"/>
                        </a:solidFill>
                        <a:latin typeface="Tahoma" pitchFamily="34" charset="0"/>
                        <a:ea typeface="Tahoma" pitchFamily="34" charset="0"/>
                      </a:endParaRPr>
                    </a:p>
                    <a:p>
                      <a:pPr marL="0" lvl="0" indent="0" eaLnBrk="1" hangingPunct="1">
                        <a:spcBef>
                          <a:spcPct val="20000"/>
                        </a:spcBef>
                      </a:pPr>
                      <a:endParaRPr sz="2000">
                        <a:solidFill>
                          <a:srgbClr val="984807"/>
                        </a:solidFill>
                        <a:latin typeface="Tahoma" pitchFamily="34" charset="0"/>
                        <a:ea typeface="Tahoma" pitchFamily="34" charset="0"/>
                      </a:endParaRPr>
                    </a:p>
                    <a:p>
                      <a:pPr marL="0" lvl="0" indent="0" eaLnBrk="1" hangingPunct="1">
                        <a:spcBef>
                          <a:spcPct val="20000"/>
                        </a:spcBef>
                      </a:pPr>
                      <a:endParaRPr sz="2000">
                        <a:solidFill>
                          <a:srgbClr val="984807"/>
                        </a:solidFill>
                        <a:latin typeface="Tahoma" pitchFamily="34" charset="0"/>
                        <a:ea typeface="Tahoma" pitchFamily="34" charset="0"/>
                      </a:endParaRPr>
                    </a:p>
                  </a:txBody>
                  <a:tcPr marT="45700" marB="45700">
                    <a:lnL w="28575">
                      <a:solidFill>
                        <a:schemeClr val="tx1"/>
                      </a:solidFill>
                      <a:miter lim="800000"/>
                    </a:lnL>
                    <a:lnR w="12700">
                      <a:solidFill>
                        <a:schemeClr val="tx1"/>
                      </a:solidFill>
                      <a:miter lim="800000"/>
                    </a:lnR>
                    <a:lnT w="12700">
                      <a:solidFill>
                        <a:schemeClr val="tx1"/>
                      </a:solidFill>
                      <a:miter lim="800000"/>
                    </a:lnT>
                    <a:lnB w="28575">
                      <a:solidFill>
                        <a:schemeClr val="tx1"/>
                      </a:solidFill>
                      <a:miter lim="800000"/>
                    </a:lnB>
                    <a:noFill/>
                  </a:tcPr>
                </a:tc>
                <a:tc>
                  <a:txBody>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lang="en-US" altLang="en-US" sz="1800" b="0" i="0" u="none" baseline="0">
                          <a:solidFill>
                            <a:schemeClr val="tx1"/>
                          </a:solidFill>
                          <a:effectLst/>
                          <a:latin typeface="Verdana" pitchFamily="34" charset="0"/>
                        </a:defRPr>
                      </a:lvl5pPr>
                    </a:lstStyle>
                    <a:p>
                      <a:pPr marL="0" lvl="0" indent="0" eaLnBrk="1" hangingPunct="1">
                        <a:spcBef>
                          <a:spcPct val="20000"/>
                        </a:spcBef>
                      </a:pPr>
                      <a:r>
                        <a:rPr sz="2000">
                          <a:solidFill>
                            <a:srgbClr val="984807"/>
                          </a:solidFill>
                          <a:latin typeface="Tahoma" pitchFamily="34" charset="0"/>
                          <a:ea typeface="Tahoma" pitchFamily="34" charset="0"/>
                        </a:rPr>
                        <a:t>With bipolar input vectors</a:t>
                      </a:r>
                    </a:p>
                    <a:p>
                      <a:pPr marL="0" lvl="0" indent="0" eaLnBrk="1" hangingPunct="1">
                        <a:spcBef>
                          <a:spcPct val="20000"/>
                        </a:spcBef>
                      </a:pPr>
                      <a:endParaRPr sz="2000">
                        <a:solidFill>
                          <a:srgbClr val="984807"/>
                        </a:solidFill>
                        <a:latin typeface="Tahoma" pitchFamily="34" charset="0"/>
                        <a:ea typeface="Tahoma" pitchFamily="34" charset="0"/>
                      </a:endParaRPr>
                    </a:p>
                  </a:txBody>
                  <a:tcPr marT="45700" marB="45700">
                    <a:lnL w="12700">
                      <a:solidFill>
                        <a:schemeClr val="tx1"/>
                      </a:solidFill>
                      <a:miter lim="800000"/>
                    </a:lnL>
                    <a:lnR w="28575">
                      <a:solidFill>
                        <a:schemeClr val="tx1"/>
                      </a:solidFill>
                      <a:miter lim="800000"/>
                    </a:lnR>
                    <a:lnT w="12700">
                      <a:solidFill>
                        <a:schemeClr val="tx1"/>
                      </a:solidFill>
                      <a:miter lim="800000"/>
                    </a:lnT>
                    <a:lnB w="28575">
                      <a:solidFill>
                        <a:schemeClr val="tx1"/>
                      </a:solidFill>
                      <a:miter lim="800000"/>
                    </a:lnB>
                    <a:noFill/>
                  </a:tcPr>
                </a:tc>
                <a:extLst>
                  <a:ext uri="{0D108BD9-81ED-4DB2-BD59-A6C34878D82A}">
                    <a16:rowId xmlns:a16="http://schemas.microsoft.com/office/drawing/2014/main" val="10002"/>
                  </a:ext>
                </a:extLst>
              </a:tr>
            </a:tbl>
          </a:graphicData>
        </a:graphic>
      </p:graphicFrame>
      <p:sp>
        <p:nvSpPr>
          <p:cNvPr id="14352" name="Text Box 4"/>
          <p:cNvSpPr txBox="1">
            <a:spLocks noChangeArrowheads="1"/>
          </p:cNvSpPr>
          <p:nvPr/>
        </p:nvSpPr>
        <p:spPr bwMode="auto">
          <a:xfrm>
            <a:off x="357188" y="457200"/>
            <a:ext cx="83820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ACTIVATION FUNCTIONS IN BAM</a:t>
            </a:r>
          </a:p>
        </p:txBody>
      </p:sp>
      <p:sp>
        <p:nvSpPr>
          <p:cNvPr id="14353" name="Text Box 7"/>
          <p:cNvSpPr txBox="1">
            <a:spLocks noChangeArrowheads="1"/>
          </p:cNvSpPr>
          <p:nvPr/>
        </p:nvSpPr>
        <p:spPr bwMode="auto">
          <a:xfrm>
            <a:off x="457200" y="1143000"/>
            <a:ext cx="8229600" cy="7080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just" defTabSz="914400" rtl="0" eaLnBrk="0" fontAlgn="base" latinLnBrk="0" hangingPunct="0">
              <a:lnSpc>
                <a:spcPct val="100000"/>
              </a:lnSpc>
              <a:spcBef>
                <a:spcPct val="5000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The activation function is based on whether the input target vector pairs used are binary or bipolar.</a:t>
            </a:r>
          </a:p>
        </p:txBody>
      </p:sp>
      <p:pic>
        <p:nvPicPr>
          <p:cNvPr id="14354" name="Picture 29"/>
          <p:cNvPicPr>
            <a:picLocks noChangeAspect="1"/>
          </p:cNvPicPr>
          <p:nvPr/>
        </p:nvPicPr>
        <p:blipFill>
          <a:blip r:embed="rId2"/>
          <a:stretch>
            <a:fillRect/>
          </a:stretch>
        </p:blipFill>
        <p:spPr>
          <a:xfrm>
            <a:off x="1447800" y="3276600"/>
            <a:ext cx="2057400" cy="1063625"/>
          </a:xfrm>
          <a:prstGeom prst="rect">
            <a:avLst/>
          </a:prstGeom>
          <a:noFill/>
          <a:ln>
            <a:noFill/>
            <a:miter lim="800000"/>
          </a:ln>
        </p:spPr>
      </p:pic>
      <p:pic>
        <p:nvPicPr>
          <p:cNvPr id="14355" name="Picture 30"/>
          <p:cNvPicPr>
            <a:picLocks noChangeAspect="1"/>
          </p:cNvPicPr>
          <p:nvPr/>
        </p:nvPicPr>
        <p:blipFill>
          <a:blip r:embed="rId3"/>
          <a:stretch>
            <a:fillRect/>
          </a:stretch>
        </p:blipFill>
        <p:spPr>
          <a:xfrm>
            <a:off x="1447800" y="4800600"/>
            <a:ext cx="2133600" cy="1022350"/>
          </a:xfrm>
          <a:prstGeom prst="rect">
            <a:avLst/>
          </a:prstGeom>
          <a:noFill/>
          <a:ln>
            <a:noFill/>
            <a:miter lim="800000"/>
          </a:ln>
        </p:spPr>
      </p:pic>
      <p:pic>
        <p:nvPicPr>
          <p:cNvPr id="14356" name="Picture 31"/>
          <p:cNvPicPr>
            <a:picLocks noChangeAspect="1"/>
          </p:cNvPicPr>
          <p:nvPr/>
        </p:nvPicPr>
        <p:blipFill>
          <a:blip r:embed="rId4"/>
          <a:stretch>
            <a:fillRect/>
          </a:stretch>
        </p:blipFill>
        <p:spPr>
          <a:xfrm>
            <a:off x="5562600" y="3276600"/>
            <a:ext cx="2133600" cy="1041400"/>
          </a:xfrm>
          <a:prstGeom prst="rect">
            <a:avLst/>
          </a:prstGeom>
          <a:noFill/>
          <a:ln>
            <a:noFill/>
            <a:miter lim="800000"/>
          </a:ln>
        </p:spPr>
      </p:pic>
      <p:pic>
        <p:nvPicPr>
          <p:cNvPr id="14357" name="Picture 32"/>
          <p:cNvPicPr>
            <a:picLocks noChangeAspect="1"/>
          </p:cNvPicPr>
          <p:nvPr/>
        </p:nvPicPr>
        <p:blipFill>
          <a:blip r:embed="rId5"/>
          <a:stretch>
            <a:fillRect/>
          </a:stretch>
        </p:blipFill>
        <p:spPr>
          <a:xfrm>
            <a:off x="5614988" y="4800600"/>
            <a:ext cx="2057400" cy="1019175"/>
          </a:xfrm>
          <a:prstGeom prst="rect">
            <a:avLst/>
          </a:prstGeom>
          <a:noFill/>
          <a:ln>
            <a:noFill/>
            <a:miter lim="800000"/>
          </a:ln>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5"/>
          <p:cNvSpPr>
            <a:spLocks noGrp="1" noChangeArrowheads="1"/>
          </p:cNvSpPr>
          <p:nvPr>
            <p:ph idx="1"/>
          </p:nvPr>
        </p:nvSpPr>
        <p:spPr>
          <a:xfrm>
            <a:off x="457200" y="1143000"/>
            <a:ext cx="8229600" cy="5029200"/>
          </a:xfrm>
          <a:prstGeom prst="rect">
            <a:avLst/>
          </a:prstGeom>
        </p:spPr>
        <p:txBody>
          <a:bodyPr vert="horz" wrap="square" lIns="91440" tIns="45720" rIns="91440" bIns="45720" numCol="1" rtlCol="0" anchor="t" anchorCtr="0" compatLnSpc="1">
            <a:prstTxWarp prst="textNoShape">
              <a:avLst/>
            </a:prstTxWarp>
            <a:normAutofit/>
          </a:bodyPr>
          <a:lstStyle>
            <a:defPPr/>
          </a:lstStyle>
          <a:p>
            <a:pPr marL="457200" marR="0" lvl="0" indent="-457200" algn="just" defTabSz="914400" rtl="0" eaLnBrk="1" fontAlgn="auto" latinLnBrk="0" hangingPunct="1">
              <a:lnSpc>
                <a:spcPct val="110000"/>
              </a:lnSpc>
              <a:spcBef>
                <a:spcPct val="0"/>
              </a:spcBef>
              <a:spcAft>
                <a:spcPct val="0"/>
              </a:spcAft>
              <a:buClrTx/>
              <a:buSzTx/>
              <a:buFont typeface="Wingdings" pitchFamily="2" charset="2"/>
              <a:buChar char="Ø"/>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 single-layer network </a:t>
            </a:r>
          </a:p>
          <a:p>
            <a:pPr marL="914400" marR="0" lvl="1" indent="-457200" algn="just" defTabSz="914400" rtl="0" eaLnBrk="1" fontAlgn="auto"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each node as both input and output units.</a:t>
            </a:r>
          </a:p>
          <a:p>
            <a:pPr marL="685800" marR="0" lvl="1" indent="-228600" algn="just" defTabSz="914400" rtl="0" eaLnBrk="1" fontAlgn="auto" latinLnBrk="0" hangingPunct="1">
              <a:lnSpc>
                <a:spcPct val="110000"/>
              </a:lnSpc>
              <a:spcBef>
                <a:spcPct val="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457200" marR="0" lvl="0" indent="-457200" algn="just" defTabSz="914400" rtl="0" eaLnBrk="1" fontAlgn="auto" latinLnBrk="0" hangingPunct="1">
              <a:lnSpc>
                <a:spcPct val="110000"/>
              </a:lnSpc>
              <a:spcBef>
                <a:spcPct val="0"/>
              </a:spcBef>
              <a:spcAft>
                <a:spcPct val="0"/>
              </a:spcAft>
              <a:buClrTx/>
              <a:buSzTx/>
              <a:buFont typeface="Wingdings" pitchFamily="2" charset="2"/>
              <a:buChar char="Ø"/>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More than an Associative Memory, Discrete Hopfield Network can be used in several applications.</a:t>
            </a:r>
          </a:p>
          <a:p>
            <a:pPr marL="914400" marR="0" lvl="1" indent="-457200" algn="just" defTabSz="914400" rtl="0" eaLnBrk="1" fontAlgn="auto"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Other applications such as combinatorial optimization.</a:t>
            </a:r>
          </a:p>
          <a:p>
            <a:pPr marL="457200" marR="0" lvl="1" indent="-457200" algn="just" defTabSz="914400" rtl="0" eaLnBrk="1" fontAlgn="auto" latinLnBrk="0" hangingPunct="1">
              <a:lnSpc>
                <a:spcPct val="110000"/>
              </a:lnSpc>
              <a:spcBef>
                <a:spcPct val="0"/>
              </a:spcBef>
              <a:spcAft>
                <a:spcPct val="0"/>
              </a:spcAft>
              <a:buClrTx/>
              <a:buSzTx/>
              <a:buFont typeface="Wingdings" pitchFamily="2" charset="2"/>
              <a:buChar char="Ø"/>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457200" marR="0" lvl="0" indent="-457200" algn="just" defTabSz="914400" rtl="0" eaLnBrk="1" fontAlgn="auto" latinLnBrk="0" hangingPunct="1">
              <a:lnSpc>
                <a:spcPct val="110000"/>
              </a:lnSpc>
              <a:spcBef>
                <a:spcPct val="0"/>
              </a:spcBef>
              <a:spcAft>
                <a:spcPct val="0"/>
              </a:spcAft>
              <a:buClrTx/>
              <a:buSzTx/>
              <a:buFont typeface="Wingdings" pitchFamily="2" charset="2"/>
              <a:buChar char="Ø"/>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Different forms: discrete &amp; continuous.</a:t>
            </a:r>
          </a:p>
          <a:p>
            <a:pPr marL="457200" marR="0" lvl="0" indent="-457200" algn="just" defTabSz="914400" rtl="0" eaLnBrk="1" fontAlgn="auto" latinLnBrk="0" hangingPunct="1">
              <a:lnSpc>
                <a:spcPct val="110000"/>
              </a:lnSpc>
              <a:spcBef>
                <a:spcPct val="0"/>
              </a:spcBef>
              <a:spcAft>
                <a:spcPct val="0"/>
              </a:spcAft>
              <a:buClrTx/>
              <a:buSzTx/>
              <a:buFont typeface="Wingdings" pitchFamily="2" charset="2"/>
              <a:buChar char="Ø"/>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457200" marR="0" lvl="0" indent="-457200" algn="just" defTabSz="914400" rtl="0" eaLnBrk="1" fontAlgn="auto" latinLnBrk="0" hangingPunct="1">
              <a:lnSpc>
                <a:spcPct val="110000"/>
              </a:lnSpc>
              <a:spcBef>
                <a:spcPct val="0"/>
              </a:spcBef>
              <a:spcAft>
                <a:spcPct val="0"/>
              </a:spcAft>
              <a:buClrTx/>
              <a:buSzTx/>
              <a:buFont typeface="Wingdings" pitchFamily="2" charset="2"/>
              <a:buChar char="Ø"/>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Major contribution of John Hopfield to NN:</a:t>
            </a:r>
          </a:p>
          <a:p>
            <a:pPr marL="914400" marR="0" lvl="1" indent="-457200" algn="just" defTabSz="914400" rtl="0" eaLnBrk="1" fontAlgn="auto"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Treating a network as a dynamic system.</a:t>
            </a:r>
          </a:p>
          <a:p>
            <a:pPr marL="914400" marR="0" lvl="1" indent="-457200" algn="just" defTabSz="914400" rtl="0" eaLnBrk="1" fontAlgn="auto"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Introduction of energy function into Neural Network Research.</a:t>
            </a:r>
          </a:p>
        </p:txBody>
      </p:sp>
      <p:sp>
        <p:nvSpPr>
          <p:cNvPr id="15363" name="Text Box 4"/>
          <p:cNvSpPr txBox="1">
            <a:spLocks noChangeArrowheads="1"/>
          </p:cNvSpPr>
          <p:nvPr/>
        </p:nvSpPr>
        <p:spPr bwMode="auto">
          <a:xfrm>
            <a:off x="457200" y="457200"/>
            <a:ext cx="771525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DISCRETE HOPFIELD NETWORK (DHN)</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6"/>
          <p:cNvGraphicFramePr>
            <a:graphicFrameLocks noGrp="1" noChangeAspect="1"/>
          </p:cNvGraphicFramePr>
          <p:nvPr>
            <p:ph sz="half" idx="1"/>
          </p:nvPr>
        </p:nvGraphicFramePr>
        <p:xfrm>
          <a:off x="1905000" y="3103563"/>
          <a:ext cx="841375" cy="650875"/>
        </p:xfrm>
        <a:graphic>
          <a:graphicData uri="http://schemas.openxmlformats.org/presentationml/2006/ole">
            <mc:AlternateContent xmlns:mc="http://schemas.openxmlformats.org/markup-compatibility/2006">
              <mc:Choice xmlns:v="urn:schemas-microsoft-com:vml" Requires="v">
                <p:oleObj name="Equation" r:id="rId2" imgW="841375" imgH="650875" progId="Equation.3">
                  <p:embed/>
                </p:oleObj>
              </mc:Choice>
              <mc:Fallback>
                <p:oleObj name="Equation" r:id="rId2" imgW="841375" imgH="650875" progId="Equation.3">
                  <p:embed/>
                  <p:pic>
                    <p:nvPicPr>
                      <p:cNvPr id="0" name="OLE substitute image"/>
                      <p:cNvPicPr/>
                      <p:nvPr/>
                    </p:nvPicPr>
                    <p:blipFill>
                      <a:blip r:embed="rId3"/>
                      <a:stretch>
                        <a:fillRect/>
                      </a:stretch>
                    </p:blipFill>
                    <p:spPr>
                      <a:xfrm>
                        <a:off x="1905000" y="3103563"/>
                        <a:ext cx="841375" cy="650875"/>
                      </a:xfrm>
                      <a:prstGeom prst="rect">
                        <a:avLst/>
                      </a:prstGeom>
                      <a:noFill/>
                      <a:ln w="9525">
                        <a:noFill/>
                        <a:miter lim="800000"/>
                      </a:ln>
                      <a:effectLst/>
                    </p:spPr>
                  </p:pic>
                </p:oleObj>
              </mc:Fallback>
            </mc:AlternateContent>
          </a:graphicData>
        </a:graphic>
      </p:graphicFrame>
      <p:sp>
        <p:nvSpPr>
          <p:cNvPr id="16387" name="Text Box 4"/>
          <p:cNvSpPr txBox="1">
            <a:spLocks noChangeArrowheads="1"/>
          </p:cNvSpPr>
          <p:nvPr/>
        </p:nvSpPr>
        <p:spPr bwMode="auto">
          <a:xfrm>
            <a:off x="457200" y="457200"/>
            <a:ext cx="82296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ARCHITECTURE OF DHN</a:t>
            </a:r>
          </a:p>
        </p:txBody>
      </p:sp>
      <p:sp>
        <p:nvSpPr>
          <p:cNvPr id="16388" name="Rectangle 5"/>
          <p:cNvSpPr>
            <a:spLocks noChangeArrowheads="1"/>
          </p:cNvSpPr>
          <p:nvPr/>
        </p:nvSpPr>
        <p:spPr bwMode="auto">
          <a:xfrm>
            <a:off x="457200" y="1143000"/>
            <a:ext cx="8229600" cy="1662113"/>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457200" marR="0" lvl="0" indent="-457200" algn="just" defTabSz="914400" rtl="0" eaLnBrk="0" fontAlgn="base" latinLnBrk="0" hangingPunct="0">
              <a:lnSpc>
                <a:spcPct val="10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Architecture</a:t>
            </a:r>
          </a:p>
          <a:p>
            <a:pPr marL="0" marR="0" lvl="0" indent="0" algn="just" defTabSz="914400" rtl="0" eaLnBrk="0" fontAlgn="base" latinLnBrk="0" hangingPunct="0">
              <a:lnSpc>
                <a:spcPct val="100000"/>
              </a:lnSpc>
              <a:spcBef>
                <a:spcPct val="0"/>
              </a:spcBef>
              <a:spcAft>
                <a:spcPct val="0"/>
              </a:spcAft>
              <a:buClrTx/>
              <a:buSzTx/>
              <a:buFontTx/>
              <a:buNone/>
              <a:defRPr/>
            </a:pPr>
            <a:endParaRPr kumimoji="0" lang="en-US" sz="2000" b="1" i="0" u="none" strike="noStrike" kern="1200" cap="none" spc="0" normalizeH="0" baseline="0" noProof="0">
              <a:ln>
                <a:noFill/>
              </a:ln>
              <a:solidFill>
                <a:schemeClr val="tx1"/>
              </a:solidFill>
              <a:effectLst/>
              <a:uLnTx/>
              <a:uFillTx/>
              <a:latin typeface="Verdana" pitchFamily="34" charset="0"/>
              <a:ea typeface="+mn-ea"/>
              <a:cs typeface="+mn-cs"/>
            </a:endParaRPr>
          </a:p>
          <a:p>
            <a:pPr marL="914400" marR="0" lvl="1" indent="-457200" algn="just" defTabSz="914400" rtl="0" eaLnBrk="1" fontAlgn="base" latinLnBrk="0" hangingPunct="1">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Single-layer (units serve as both input and output):</a:t>
            </a:r>
          </a:p>
          <a:p>
            <a:pPr marL="1314450" marR="0" lvl="1" indent="-285750" algn="just" defTabSz="914400" rtl="0" eaLnBrk="0" fontAlgn="base" latinLnBrk="0" hangingPunct="0">
              <a:lnSpc>
                <a:spcPct val="100000"/>
              </a:lnSpc>
              <a:spcBef>
                <a:spcPct val="0"/>
              </a:spcBef>
              <a:spcAft>
                <a:spcPct val="0"/>
              </a:spcAft>
              <a:buClrTx/>
              <a:buSzTx/>
              <a:buFont typeface="Wingdings" pitchFamily="2" charset="2"/>
              <a:buChar char="ü"/>
              <a:defRPr/>
            </a:pPr>
            <a:r>
              <a:rPr kumimoji="0" lang="en-US" sz="18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nodes are threshold units (binary or bipolar).</a:t>
            </a:r>
          </a:p>
          <a:p>
            <a:pPr marL="1314450" marR="0" lvl="1" indent="-285750" algn="just" defTabSz="914400" rtl="0" eaLnBrk="0" fontAlgn="base" latinLnBrk="0" hangingPunct="0">
              <a:lnSpc>
                <a:spcPct val="100000"/>
              </a:lnSpc>
              <a:spcBef>
                <a:spcPct val="0"/>
              </a:spcBef>
              <a:spcAft>
                <a:spcPct val="0"/>
              </a:spcAft>
              <a:buClrTx/>
              <a:buSzTx/>
              <a:buFont typeface="Wingdings" pitchFamily="2" charset="2"/>
              <a:buChar char="ü"/>
              <a:defRPr/>
            </a:pPr>
            <a:r>
              <a:rPr kumimoji="0" lang="en-US" sz="18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weights: fully connected, symmetric, and zero diagonal.</a:t>
            </a:r>
          </a:p>
        </p:txBody>
      </p:sp>
      <p:sp>
        <p:nvSpPr>
          <p:cNvPr id="16389" name="Rectangle 8"/>
          <p:cNvSpPr>
            <a:spLocks noChangeArrowheads="1"/>
          </p:cNvSpPr>
          <p:nvPr/>
        </p:nvSpPr>
        <p:spPr bwMode="auto">
          <a:xfrm>
            <a:off x="457200" y="4114800"/>
            <a:ext cx="3581400" cy="1016000"/>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1" indent="0" algn="just" defTabSz="914400" rtl="0" eaLnBrk="0" fontAlgn="base" latinLnBrk="0" hangingPunct="0">
              <a:lnSpc>
                <a:spcPct val="10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x</a:t>
            </a:r>
            <a:r>
              <a:rPr kumimoji="0" lang="en-US" sz="2000" b="0" i="0" u="none" strike="noStrike" kern="1200" cap="none" spc="0" normalizeH="0" baseline="-2500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i</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are external inputs, which may be transient or permanent.</a:t>
            </a:r>
          </a:p>
        </p:txBody>
      </p:sp>
      <p:pic>
        <p:nvPicPr>
          <p:cNvPr id="16390" name="Picture 10" descr="wdhkyd.jpg"/>
          <p:cNvPicPr>
            <a:picLocks noChangeAspect="1"/>
          </p:cNvPicPr>
          <p:nvPr/>
        </p:nvPicPr>
        <p:blipFill>
          <a:blip r:embed="rId4"/>
          <a:stretch>
            <a:fillRect/>
          </a:stretch>
        </p:blipFill>
        <p:spPr>
          <a:xfrm>
            <a:off x="4038600" y="3048000"/>
            <a:ext cx="4343400" cy="3308350"/>
          </a:xfrm>
          <a:prstGeom prst="rect">
            <a:avLst/>
          </a:prstGeom>
          <a:noFill/>
          <a:ln>
            <a:noFill/>
            <a:miter lim="800000"/>
          </a:ln>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descr="dhm1"/>
          <p:cNvPicPr>
            <a:picLocks noChangeAspect="1"/>
          </p:cNvPicPr>
          <p:nvPr/>
        </p:nvPicPr>
        <p:blipFill>
          <a:blip r:embed="rId2"/>
          <a:stretch>
            <a:fillRect/>
          </a:stretch>
        </p:blipFill>
        <p:spPr>
          <a:xfrm>
            <a:off x="1063625" y="685800"/>
            <a:ext cx="7016750" cy="4457700"/>
          </a:xfrm>
          <a:prstGeom prst="rect">
            <a:avLst/>
          </a:prstGeom>
          <a:noFill/>
          <a:ln>
            <a:noFill/>
            <a:miter lim="800000"/>
          </a:ln>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descr="dhm2"/>
          <p:cNvPicPr>
            <a:picLocks noChangeAspect="1"/>
          </p:cNvPicPr>
          <p:nvPr/>
        </p:nvPicPr>
        <p:blipFill>
          <a:blip r:embed="rId2"/>
          <a:stretch>
            <a:fillRect/>
          </a:stretch>
        </p:blipFill>
        <p:spPr>
          <a:xfrm>
            <a:off x="1154113" y="685800"/>
            <a:ext cx="6835775" cy="4721225"/>
          </a:xfrm>
          <a:prstGeom prst="rect">
            <a:avLst/>
          </a:prstGeom>
          <a:noFill/>
          <a:ln>
            <a:noFill/>
            <a:miter lim="800000"/>
          </a:ln>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4"/>
          <p:cNvSpPr txBox="1">
            <a:spLocks noChangeArrowheads="1"/>
          </p:cNvSpPr>
          <p:nvPr/>
        </p:nvSpPr>
        <p:spPr bwMode="auto">
          <a:xfrm>
            <a:off x="457200" y="457200"/>
            <a:ext cx="82296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STORAGE CAPACITY OF DHN</a:t>
            </a:r>
          </a:p>
        </p:txBody>
      </p:sp>
      <p:sp>
        <p:nvSpPr>
          <p:cNvPr id="19459" name="Rectangle 5"/>
          <p:cNvSpPr>
            <a:spLocks noChangeArrowheads="1"/>
          </p:cNvSpPr>
          <p:nvPr/>
        </p:nvSpPr>
        <p:spPr bwMode="auto">
          <a:xfrm>
            <a:off x="457200" y="1143000"/>
            <a:ext cx="8305800" cy="452437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just" defTabSz="914400" rtl="0" eaLnBrk="0" fontAlgn="base" latinLnBrk="0" hangingPunct="0">
              <a:lnSpc>
                <a:spcPct val="120000"/>
              </a:lnSpc>
              <a:spcBef>
                <a:spcPct val="0"/>
              </a:spcBef>
              <a:spcAft>
                <a:spcPct val="0"/>
              </a:spcAft>
              <a:buClrTx/>
              <a:buSzTx/>
              <a:buFontTx/>
              <a:buNone/>
              <a:defRPr/>
            </a:pP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P</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maximum number of random patterns of dimension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n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can be stored in a DHM of n nodes</a:t>
            </a:r>
          </a:p>
          <a:p>
            <a:pPr marL="0" marR="0" lvl="0" indent="0" algn="just" defTabSz="914400" rtl="0" eaLnBrk="0" fontAlgn="base" latinLnBrk="0" hangingPunct="0">
              <a:lnSpc>
                <a:spcPct val="120000"/>
              </a:lnSpc>
              <a:spcBef>
                <a:spcPct val="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Hopfield’s observation:</a:t>
            </a:r>
          </a:p>
          <a:p>
            <a:pPr marL="0" marR="0" lvl="0" indent="0" algn="just" defTabSz="914400" rtl="0" eaLnBrk="0" fontAlgn="base" latinLnBrk="0" hangingPunct="0">
              <a:lnSpc>
                <a:spcPct val="120000"/>
              </a:lnSpc>
              <a:spcBef>
                <a:spcPct val="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Theoretical analysis:</a:t>
            </a:r>
          </a:p>
          <a:p>
            <a:pPr marL="457200" marR="0" lvl="1" indent="0" algn="just" defTabSz="914400" rtl="0" eaLnBrk="0" fontAlgn="base" latinLnBrk="0" hangingPunct="0">
              <a:lnSpc>
                <a:spcPct val="120000"/>
              </a:lnSpc>
              <a:spcBef>
                <a:spcPct val="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0" marR="0" lvl="1" indent="0" algn="just" defTabSz="914400" rtl="0" eaLnBrk="0" fontAlgn="base" latinLnBrk="0" hangingPunct="0">
              <a:lnSpc>
                <a:spcPct val="120000"/>
              </a:lnSpc>
              <a:spcBef>
                <a:spcPct val="0"/>
              </a:spcBef>
              <a:spcAft>
                <a:spcPct val="0"/>
              </a:spcAft>
              <a:buClrTx/>
              <a:buSzTx/>
              <a:buFontTx/>
              <a:buNone/>
              <a:tabLst>
                <a:tab pos="228600" algn="l"/>
              </a:tabLst>
              <a:defRPr/>
            </a:pPr>
            <a:r>
              <a:rPr kumimoji="0" lang="en-US" sz="2000" b="1" i="1" u="none" strike="noStrike" kern="1200" cap="none" spc="0" normalizeH="0" baseline="0" noProof="0" err="1">
                <a:ln>
                  <a:noFill/>
                </a:ln>
                <a:solidFill>
                  <a:schemeClr val="accent6">
                    <a:lumMod val="50000"/>
                  </a:schemeClr>
                </a:solidFill>
                <a:effectLst/>
                <a:uLnTx/>
                <a:uFillTx/>
                <a:latin typeface="Tahoma" pitchFamily="34" charset="0"/>
                <a:ea typeface="+mj-ea" pitchFamily="34" charset="0"/>
                <a:cs typeface="Tahoma" panose="020B0604030504040204" pitchFamily="34" charset="0"/>
              </a:rPr>
              <a:t>P/n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decreases because larger n</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sym typeface="Wingdings" pitchFamily="2" charset="2"/>
              </a:rPr>
              <a:t> leads to more interference between stored patterns.</a:t>
            </a:r>
          </a:p>
          <a:p>
            <a:pPr marL="457200" marR="0" lvl="1" indent="0" algn="just" defTabSz="914400" rtl="0" eaLnBrk="0" fontAlgn="base" latinLnBrk="0" hangingPunct="0">
              <a:lnSpc>
                <a:spcPct val="120000"/>
              </a:lnSpc>
              <a:spcBef>
                <a:spcPct val="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sym typeface="Wingdings" pitchFamily="2" charset="2"/>
            </a:endParaRPr>
          </a:p>
          <a:p>
            <a:pPr marL="0" marR="0" lvl="0" indent="0" algn="just" defTabSz="914400" rtl="0" eaLnBrk="0" fontAlgn="base" latinLnBrk="0" hangingPunct="0">
              <a:lnSpc>
                <a:spcPct val="12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sym typeface="Wingdings" pitchFamily="2" charset="2"/>
              </a:rPr>
              <a:t>Some work to modify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sym typeface="Wingdings" pitchFamily="2" charset="2"/>
              </a:rPr>
              <a:t>HM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sym typeface="Wingdings" pitchFamily="2" charset="2"/>
              </a:rPr>
              <a:t>to increase its capacity to close to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sym typeface="Wingdings" pitchFamily="2" charset="2"/>
              </a:rPr>
              <a:t>n, W </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sym typeface="Wingdings" pitchFamily="2" charset="2"/>
              </a:rPr>
              <a:t>is trained (not computed by Hebbian rule).</a:t>
            </a:r>
          </a:p>
        </p:txBody>
      </p:sp>
      <p:graphicFrame>
        <p:nvGraphicFramePr>
          <p:cNvPr id="19460" name="Object 6"/>
          <p:cNvGraphicFramePr>
            <a:graphicFrameLocks noChangeAspect="1"/>
          </p:cNvGraphicFramePr>
          <p:nvPr/>
        </p:nvGraphicFramePr>
        <p:xfrm>
          <a:off x="3232150" y="2209800"/>
          <a:ext cx="2101850" cy="593725"/>
        </p:xfrm>
        <a:graphic>
          <a:graphicData uri="http://schemas.openxmlformats.org/presentationml/2006/ole">
            <mc:AlternateContent xmlns:mc="http://schemas.openxmlformats.org/markup-compatibility/2006">
              <mc:Choice xmlns:v="urn:schemas-microsoft-com:vml" Requires="v">
                <p:oleObj name="Equation" r:id="rId2" imgW="2101850" imgH="593725" progId="Equation.3">
                  <p:embed/>
                </p:oleObj>
              </mc:Choice>
              <mc:Fallback>
                <p:oleObj name="Equation" r:id="rId2" imgW="2101850" imgH="593725" progId="Equation.3">
                  <p:embed/>
                  <p:pic>
                    <p:nvPicPr>
                      <p:cNvPr id="0" name="OLE substitute image"/>
                      <p:cNvPicPr/>
                      <p:nvPr/>
                    </p:nvPicPr>
                    <p:blipFill>
                      <a:blip r:embed="rId3"/>
                      <a:stretch>
                        <a:fillRect/>
                      </a:stretch>
                    </p:blipFill>
                    <p:spPr>
                      <a:xfrm>
                        <a:off x="3232150" y="2209800"/>
                        <a:ext cx="2101850" cy="593725"/>
                      </a:xfrm>
                      <a:prstGeom prst="rect">
                        <a:avLst/>
                      </a:prstGeom>
                      <a:noFill/>
                      <a:ln>
                        <a:noFill/>
                        <a:miter lim="800000"/>
                      </a:ln>
                      <a:effectLst/>
                    </p:spPr>
                  </p:pic>
                </p:oleObj>
              </mc:Fallback>
            </mc:AlternateContent>
          </a:graphicData>
        </a:graphic>
      </p:graphicFrame>
      <p:graphicFrame>
        <p:nvGraphicFramePr>
          <p:cNvPr id="19461" name="Object 7"/>
          <p:cNvGraphicFramePr>
            <a:graphicFrameLocks noChangeAspect="1"/>
          </p:cNvGraphicFramePr>
          <p:nvPr/>
        </p:nvGraphicFramePr>
        <p:xfrm>
          <a:off x="3048000" y="2933700"/>
          <a:ext cx="2668588" cy="647700"/>
        </p:xfrm>
        <a:graphic>
          <a:graphicData uri="http://schemas.openxmlformats.org/presentationml/2006/ole">
            <mc:AlternateContent xmlns:mc="http://schemas.openxmlformats.org/markup-compatibility/2006">
              <mc:Choice xmlns:v="urn:schemas-microsoft-com:vml" Requires="v">
                <p:oleObj name="Equation" r:id="rId4" imgW="2668588" imgH="647700" progId="Equation.3">
                  <p:embed/>
                </p:oleObj>
              </mc:Choice>
              <mc:Fallback>
                <p:oleObj name="Equation" r:id="rId4" imgW="2668588" imgH="647700" progId="Equation.3">
                  <p:embed/>
                  <p:pic>
                    <p:nvPicPr>
                      <p:cNvPr id="0" name="OLE substitute image"/>
                      <p:cNvPicPr/>
                      <p:nvPr/>
                    </p:nvPicPr>
                    <p:blipFill>
                      <a:blip r:embed="rId5"/>
                      <a:stretch>
                        <a:fillRect/>
                      </a:stretch>
                    </p:blipFill>
                    <p:spPr>
                      <a:xfrm>
                        <a:off x="3048000" y="2933700"/>
                        <a:ext cx="2668588" cy="647700"/>
                      </a:xfrm>
                      <a:prstGeom prst="rect">
                        <a:avLst/>
                      </a:prstGeom>
                      <a:noFill/>
                      <a:ln>
                        <a:noFill/>
                        <a:miter lim="800000"/>
                      </a:ln>
                      <a:effectLst/>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p:cNvSpPr txBox="1">
            <a:spLocks noChangeArrowheads="1"/>
          </p:cNvSpPr>
          <p:nvPr/>
        </p:nvSpPr>
        <p:spPr bwMode="auto">
          <a:xfrm>
            <a:off x="457200" y="457200"/>
            <a:ext cx="82296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CONTINUOUS HOPFIELD NET</a:t>
            </a:r>
          </a:p>
        </p:txBody>
      </p:sp>
      <p:sp>
        <p:nvSpPr>
          <p:cNvPr id="20483" name="Rectangle 5"/>
          <p:cNvSpPr>
            <a:spLocks noChangeArrowheads="1"/>
          </p:cNvSpPr>
          <p:nvPr/>
        </p:nvSpPr>
        <p:spPr bwMode="auto">
          <a:xfrm>
            <a:off x="457200" y="1143000"/>
            <a:ext cx="8229600" cy="4318000"/>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457200" marR="0" lvl="0" indent="-457200" algn="just" defTabSz="914400" rtl="0" eaLnBrk="0" fontAlgn="base" latinLnBrk="0" hangingPunct="0">
              <a:lnSpc>
                <a:spcPct val="120000"/>
              </a:lnSpc>
              <a:spcBef>
                <a:spcPct val="0"/>
              </a:spcBef>
              <a:spcAft>
                <a:spcPct val="0"/>
              </a:spcAft>
              <a:buClrTx/>
              <a:buSzTx/>
              <a:buFont typeface="Wingdings" pitchFamily="2" charset="2"/>
              <a:buChar char="Ø"/>
              <a:defRPr/>
            </a:pPr>
            <a:r>
              <a:rPr kumimoji="0" lang="en-US" sz="2000" b="1"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Architecture</a:t>
            </a:r>
          </a:p>
          <a:p>
            <a:pPr marL="0" marR="0" lvl="0" indent="0" algn="just" defTabSz="914400" rtl="0" eaLnBrk="0" fontAlgn="base" latinLnBrk="0" hangingPunct="0">
              <a:lnSpc>
                <a:spcPct val="120000"/>
              </a:lnSpc>
              <a:spcBef>
                <a:spcPct val="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0" fontAlgn="base" latinLnBrk="0" hangingPunct="0">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Continuous node output, and continuous time</a:t>
            </a:r>
          </a:p>
          <a:p>
            <a:pPr marL="914400" marR="0" lvl="1" indent="-457200" algn="just" defTabSz="914400" rtl="0" eaLnBrk="0" fontAlgn="base" latinLnBrk="0" hangingPunct="0">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0" fontAlgn="base" latinLnBrk="0" hangingPunct="0">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Fully connected with symmetric weights</a:t>
            </a:r>
          </a:p>
          <a:p>
            <a:pPr marL="914400" marR="0" lvl="1" indent="-457200" algn="just" defTabSz="914400" rtl="0" eaLnBrk="0" fontAlgn="base" latinLnBrk="0" hangingPunct="0">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0" fontAlgn="base" latinLnBrk="0" hangingPunct="0">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Internal activation</a:t>
            </a:r>
          </a:p>
          <a:p>
            <a:pPr marL="914400" marR="0" lvl="1" indent="-457200" algn="just" defTabSz="914400" rtl="0" eaLnBrk="0" fontAlgn="base" latinLnBrk="0" hangingPunct="0">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0" fontAlgn="base" latinLnBrk="0" hangingPunct="0">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Output (state)		       </a:t>
            </a:r>
          </a:p>
          <a:p>
            <a:pPr marL="457200" marR="0" lvl="1" indent="0" algn="just" defTabSz="914400" rtl="0" eaLnBrk="0" fontAlgn="base" latinLnBrk="0" hangingPunct="0">
              <a:lnSpc>
                <a:spcPct val="120000"/>
              </a:lnSpc>
              <a:spcBef>
                <a:spcPct val="0"/>
              </a:spcBef>
              <a:spcAft>
                <a:spcPct val="0"/>
              </a:spcAft>
              <a:buClrTx/>
              <a:buSzTx/>
              <a:buFontTx/>
              <a:buNone/>
              <a:defRPr/>
            </a:pPr>
            <a:endParaRPr kumimoji="0" lang="en-US" sz="11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0" marR="0" lvl="1" indent="0" algn="just" defTabSz="914400" rtl="0" eaLnBrk="0" fontAlgn="base" latinLnBrk="0" hangingPunct="0">
              <a:lnSpc>
                <a:spcPct val="12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where </a:t>
            </a:r>
            <a:r>
              <a:rPr kumimoji="0" lang="en-US" sz="2000" b="1" i="1"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f</a:t>
            </a: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  is a sigmoid function to ensure binary/bipolar output. E.g. for bipolar, use hyperbolic tangent function:</a:t>
            </a:r>
          </a:p>
        </p:txBody>
      </p:sp>
      <p:graphicFrame>
        <p:nvGraphicFramePr>
          <p:cNvPr id="20484" name="Object 6"/>
          <p:cNvGraphicFramePr>
            <a:graphicFrameLocks noChangeAspect="1"/>
          </p:cNvGraphicFramePr>
          <p:nvPr/>
        </p:nvGraphicFramePr>
        <p:xfrm>
          <a:off x="6096000" y="2667000"/>
          <a:ext cx="1435100" cy="346075"/>
        </p:xfrm>
        <a:graphic>
          <a:graphicData uri="http://schemas.openxmlformats.org/presentationml/2006/ole">
            <mc:AlternateContent xmlns:mc="http://schemas.openxmlformats.org/markup-compatibility/2006">
              <mc:Choice xmlns:v="urn:schemas-microsoft-com:vml" Requires="v">
                <p:oleObj name="Equation" r:id="rId2" imgW="1435100" imgH="346075" progId="Equation.3">
                  <p:embed/>
                </p:oleObj>
              </mc:Choice>
              <mc:Fallback>
                <p:oleObj name="Equation" r:id="rId2" imgW="1435100" imgH="346075" progId="Equation.3">
                  <p:embed/>
                  <p:pic>
                    <p:nvPicPr>
                      <p:cNvPr id="0" name="OLE substitute image"/>
                      <p:cNvPicPr/>
                      <p:nvPr/>
                    </p:nvPicPr>
                    <p:blipFill>
                      <a:blip r:embed="rId3"/>
                      <a:stretch>
                        <a:fillRect/>
                      </a:stretch>
                    </p:blipFill>
                    <p:spPr>
                      <a:xfrm>
                        <a:off x="6096000" y="2667000"/>
                        <a:ext cx="1435100" cy="346075"/>
                      </a:xfrm>
                      <a:prstGeom prst="rect">
                        <a:avLst/>
                      </a:prstGeom>
                      <a:noFill/>
                      <a:ln>
                        <a:noFill/>
                        <a:miter lim="800000"/>
                      </a:ln>
                      <a:effectLst/>
                    </p:spPr>
                  </p:pic>
                </p:oleObj>
              </mc:Fallback>
            </mc:AlternateContent>
          </a:graphicData>
        </a:graphic>
      </p:graphicFrame>
      <p:graphicFrame>
        <p:nvGraphicFramePr>
          <p:cNvPr id="20485" name="Object 7"/>
          <p:cNvGraphicFramePr>
            <a:graphicFrameLocks noChangeAspect="1"/>
          </p:cNvGraphicFramePr>
          <p:nvPr/>
        </p:nvGraphicFramePr>
        <p:xfrm>
          <a:off x="3846513" y="3213100"/>
          <a:ext cx="3908425" cy="671513"/>
        </p:xfrm>
        <a:graphic>
          <a:graphicData uri="http://schemas.openxmlformats.org/presentationml/2006/ole">
            <mc:AlternateContent xmlns:mc="http://schemas.openxmlformats.org/markup-compatibility/2006">
              <mc:Choice xmlns:v="urn:schemas-microsoft-com:vml" Requires="v">
                <p:oleObj name="Equation" r:id="rId4" imgW="3908425" imgH="671513" progId="Equation.3">
                  <p:embed/>
                </p:oleObj>
              </mc:Choice>
              <mc:Fallback>
                <p:oleObj name="Equation" r:id="rId4" imgW="3908425" imgH="671513" progId="Equation.3">
                  <p:embed/>
                  <p:pic>
                    <p:nvPicPr>
                      <p:cNvPr id="0" name="OLE substitute image"/>
                      <p:cNvPicPr/>
                      <p:nvPr/>
                    </p:nvPicPr>
                    <p:blipFill>
                      <a:blip r:embed="rId5"/>
                      <a:stretch>
                        <a:fillRect/>
                      </a:stretch>
                    </p:blipFill>
                    <p:spPr>
                      <a:xfrm>
                        <a:off x="3846513" y="3213100"/>
                        <a:ext cx="3908425" cy="671513"/>
                      </a:xfrm>
                      <a:prstGeom prst="rect">
                        <a:avLst/>
                      </a:prstGeom>
                      <a:noFill/>
                      <a:ln>
                        <a:noFill/>
                        <a:miter lim="800000"/>
                      </a:ln>
                      <a:effectLst/>
                    </p:spPr>
                  </p:pic>
                </p:oleObj>
              </mc:Fallback>
            </mc:AlternateContent>
          </a:graphicData>
        </a:graphic>
      </p:graphicFrame>
      <p:graphicFrame>
        <p:nvGraphicFramePr>
          <p:cNvPr id="20486" name="Object 8"/>
          <p:cNvGraphicFramePr>
            <a:graphicFrameLocks noChangeAspect="1"/>
          </p:cNvGraphicFramePr>
          <p:nvPr/>
        </p:nvGraphicFramePr>
        <p:xfrm>
          <a:off x="3246438" y="4191000"/>
          <a:ext cx="1325562" cy="301625"/>
        </p:xfrm>
        <a:graphic>
          <a:graphicData uri="http://schemas.openxmlformats.org/presentationml/2006/ole">
            <mc:AlternateContent xmlns:mc="http://schemas.openxmlformats.org/markup-compatibility/2006">
              <mc:Choice xmlns:v="urn:schemas-microsoft-com:vml" Requires="v">
                <p:oleObj name="Equation" r:id="rId6" imgW="1325562" imgH="301625" progId="Equation.3">
                  <p:embed/>
                </p:oleObj>
              </mc:Choice>
              <mc:Fallback>
                <p:oleObj name="Equation" r:id="rId6" imgW="1325562" imgH="301625" progId="Equation.3">
                  <p:embed/>
                  <p:pic>
                    <p:nvPicPr>
                      <p:cNvPr id="0" name="OLE substitute image"/>
                      <p:cNvPicPr/>
                      <p:nvPr/>
                    </p:nvPicPr>
                    <p:blipFill>
                      <a:blip r:embed="rId7"/>
                      <a:stretch>
                        <a:fillRect/>
                      </a:stretch>
                    </p:blipFill>
                    <p:spPr>
                      <a:xfrm>
                        <a:off x="3246438" y="4191000"/>
                        <a:ext cx="1325562" cy="301625"/>
                      </a:xfrm>
                      <a:prstGeom prst="rect">
                        <a:avLst/>
                      </a:prstGeom>
                      <a:noFill/>
                      <a:ln>
                        <a:noFill/>
                        <a:miter lim="800000"/>
                      </a:ln>
                      <a:effectLst/>
                    </p:spPr>
                  </p:pic>
                </p:oleObj>
              </mc:Fallback>
            </mc:AlternateContent>
          </a:graphicData>
        </a:graphic>
      </p:graphicFrame>
      <p:graphicFrame>
        <p:nvGraphicFramePr>
          <p:cNvPr id="20487" name="Object 9"/>
          <p:cNvGraphicFramePr>
            <a:graphicFrameLocks noChangeAspect="1"/>
          </p:cNvGraphicFramePr>
          <p:nvPr/>
        </p:nvGraphicFramePr>
        <p:xfrm>
          <a:off x="3417888" y="5557838"/>
          <a:ext cx="2220912" cy="614362"/>
        </p:xfrm>
        <a:graphic>
          <a:graphicData uri="http://schemas.openxmlformats.org/presentationml/2006/ole">
            <mc:AlternateContent xmlns:mc="http://schemas.openxmlformats.org/markup-compatibility/2006">
              <mc:Choice xmlns:v="urn:schemas-microsoft-com:vml" Requires="v">
                <p:oleObj name="Equation" r:id="rId8" imgW="2220912" imgH="614362" progId="Equation.3">
                  <p:embed/>
                </p:oleObj>
              </mc:Choice>
              <mc:Fallback>
                <p:oleObj name="Equation" r:id="rId8" imgW="2220912" imgH="614362" progId="Equation.3">
                  <p:embed/>
                  <p:pic>
                    <p:nvPicPr>
                      <p:cNvPr id="0" name="OLE substitute image"/>
                      <p:cNvPicPr/>
                      <p:nvPr/>
                    </p:nvPicPr>
                    <p:blipFill>
                      <a:blip r:embed="rId9"/>
                      <a:stretch>
                        <a:fillRect/>
                      </a:stretch>
                    </p:blipFill>
                    <p:spPr>
                      <a:xfrm>
                        <a:off x="3417888" y="5557838"/>
                        <a:ext cx="2220912" cy="614362"/>
                      </a:xfrm>
                      <a:prstGeom prst="rect">
                        <a:avLst/>
                      </a:prstGeom>
                      <a:noFill/>
                      <a:ln>
                        <a:noFill/>
                        <a:miter lim="800000"/>
                      </a:ln>
                      <a:effectLst/>
                    </p:spPr>
                  </p:pic>
                </p:oleObj>
              </mc:Fallback>
            </mc:AlternateContent>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4"/>
          <p:cNvSpPr txBox="1">
            <a:spLocks noChangeArrowheads="1"/>
          </p:cNvSpPr>
          <p:nvPr/>
        </p:nvSpPr>
        <p:spPr bwMode="auto">
          <a:xfrm>
            <a:off x="533400" y="457200"/>
            <a:ext cx="81534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CONTINUOUS HOPFIELD NET</a:t>
            </a:r>
          </a:p>
        </p:txBody>
      </p:sp>
      <p:sp>
        <p:nvSpPr>
          <p:cNvPr id="21507" name="Rectangle 5"/>
          <p:cNvSpPr>
            <a:spLocks noChangeArrowheads="1"/>
          </p:cNvSpPr>
          <p:nvPr/>
        </p:nvSpPr>
        <p:spPr bwMode="auto">
          <a:xfrm>
            <a:off x="457200" y="1371600"/>
            <a:ext cx="8229600" cy="3416300"/>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0" fontAlgn="base" latinLnBrk="0" hangingPunct="0">
              <a:lnSpc>
                <a:spcPct val="120000"/>
              </a:lnSpc>
              <a:spcBef>
                <a:spcPct val="0"/>
              </a:spcBef>
              <a:spcAft>
                <a:spcPct val="0"/>
              </a:spcAft>
              <a:buClrTx/>
              <a:buSzTx/>
              <a:buFontTx/>
              <a:buNone/>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Computation: all units change their output (states) at the same time, based on states of all others.</a:t>
            </a:r>
          </a:p>
          <a:p>
            <a:pPr marL="0" marR="0" lvl="0" indent="0" algn="l" defTabSz="914400" rtl="0" eaLnBrk="0" fontAlgn="base" latinLnBrk="0" hangingPunct="0">
              <a:lnSpc>
                <a:spcPct val="120000"/>
              </a:lnSpc>
              <a:spcBef>
                <a:spcPct val="0"/>
              </a:spcBef>
              <a:spcAft>
                <a:spcPct val="0"/>
              </a:spcAft>
              <a:buClrTx/>
              <a:buSzTx/>
              <a:buFontTx/>
              <a:buNone/>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l" defTabSz="914400" rtl="0" eaLnBrk="0" fontAlgn="base" latinLnBrk="0" hangingPunct="0">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Compute net:</a:t>
            </a:r>
          </a:p>
          <a:p>
            <a:pPr marL="914400" marR="0" lvl="1" indent="-457200" algn="l" defTabSz="914400" rtl="0" eaLnBrk="0" fontAlgn="base" latinLnBrk="0" hangingPunct="0">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just" defTabSz="914400" rtl="0" eaLnBrk="0" fontAlgn="base" latinLnBrk="0" hangingPunct="0">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Compute internal activation       by first-order Taylor  expansion</a:t>
            </a:r>
          </a:p>
          <a:p>
            <a:pPr marL="914400" marR="0" lvl="1" indent="-457200" algn="l" defTabSz="914400" rtl="0" eaLnBrk="0" fontAlgn="base" latinLnBrk="0" hangingPunct="0">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l" defTabSz="914400" rtl="0" eaLnBrk="0" fontAlgn="base" latinLnBrk="0" hangingPunct="0">
              <a:lnSpc>
                <a:spcPct val="120000"/>
              </a:lnSpc>
              <a:spcBef>
                <a:spcPct val="0"/>
              </a:spcBef>
              <a:spcAft>
                <a:spcPct val="0"/>
              </a:spcAft>
              <a:buClrTx/>
              <a:buSzTx/>
              <a:buFont typeface="Arial" pitchFamily="34" charset="0"/>
              <a:buChar char="•"/>
              <a:defRPr/>
            </a:pPr>
            <a:endPar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1" indent="-457200" algn="l" defTabSz="914400" rtl="0" eaLnBrk="0" fontAlgn="base" latinLnBrk="0" hangingPunct="0">
              <a:lnSpc>
                <a:spcPct val="120000"/>
              </a:lnSpc>
              <a:spcBef>
                <a:spcPct val="0"/>
              </a:spcBef>
              <a:spcAft>
                <a:spcPct val="0"/>
              </a:spcAft>
              <a:buClrTx/>
              <a:buSzTx/>
              <a:buFont typeface="Arial" pitchFamily="34" charset="0"/>
              <a:buChar char="•"/>
              <a:defRPr/>
            </a:pPr>
            <a:r>
              <a:rPr kumimoji="0" lang="en-US" sz="2000" b="0" i="0" u="none" strike="noStrike" kern="1200" cap="none" spc="0" normalizeH="0" baseline="0" noProof="0">
                <a:ln>
                  <a:noFill/>
                </a:ln>
                <a:solidFill>
                  <a:schemeClr val="accent6">
                    <a:lumMod val="50000"/>
                  </a:schemeClr>
                </a:solidFill>
                <a:effectLst/>
                <a:uLnTx/>
                <a:uFillTx/>
                <a:latin typeface="Tahoma" pitchFamily="34" charset="0"/>
                <a:ea typeface="+mj-ea" pitchFamily="34" charset="0"/>
                <a:cs typeface="Tahoma" panose="020B0604030504040204" pitchFamily="34" charset="0"/>
              </a:rPr>
              <a:t>Compute output</a:t>
            </a:r>
          </a:p>
        </p:txBody>
      </p:sp>
      <p:graphicFrame>
        <p:nvGraphicFramePr>
          <p:cNvPr id="21508" name="Object 6"/>
          <p:cNvGraphicFramePr>
            <a:graphicFrameLocks noChangeAspect="1"/>
          </p:cNvGraphicFramePr>
          <p:nvPr/>
        </p:nvGraphicFramePr>
        <p:xfrm>
          <a:off x="4495800" y="3276600"/>
          <a:ext cx="457200" cy="304800"/>
        </p:xfrm>
        <a:graphic>
          <a:graphicData uri="http://schemas.openxmlformats.org/presentationml/2006/ole">
            <mc:AlternateContent xmlns:mc="http://schemas.openxmlformats.org/markup-compatibility/2006">
              <mc:Choice xmlns:v="urn:schemas-microsoft-com:vml" Requires="v">
                <p:oleObj name="Equation" r:id="rId2" imgW="457200" imgH="304800" progId="Equation.3">
                  <p:embed/>
                </p:oleObj>
              </mc:Choice>
              <mc:Fallback>
                <p:oleObj name="Equation" r:id="rId2" imgW="457200" imgH="304800" progId="Equation.3">
                  <p:embed/>
                  <p:pic>
                    <p:nvPicPr>
                      <p:cNvPr id="0" name="OLE substitute image"/>
                      <p:cNvPicPr/>
                      <p:nvPr/>
                    </p:nvPicPr>
                    <p:blipFill>
                      <a:blip r:embed="rId3"/>
                      <a:stretch>
                        <a:fillRect/>
                      </a:stretch>
                    </p:blipFill>
                    <p:spPr>
                      <a:xfrm>
                        <a:off x="4495800" y="3276600"/>
                        <a:ext cx="457200" cy="304800"/>
                      </a:xfrm>
                      <a:prstGeom prst="rect">
                        <a:avLst/>
                      </a:prstGeom>
                      <a:noFill/>
                      <a:ln>
                        <a:noFill/>
                        <a:miter lim="800000"/>
                      </a:ln>
                      <a:effectLst/>
                    </p:spPr>
                  </p:pic>
                </p:oleObj>
              </mc:Fallback>
            </mc:AlternateContent>
          </a:graphicData>
        </a:graphic>
      </p:graphicFrame>
      <p:graphicFrame>
        <p:nvGraphicFramePr>
          <p:cNvPr id="21509" name="Object 7"/>
          <p:cNvGraphicFramePr>
            <a:graphicFrameLocks noChangeAspect="1"/>
          </p:cNvGraphicFramePr>
          <p:nvPr/>
        </p:nvGraphicFramePr>
        <p:xfrm>
          <a:off x="2103438" y="3810000"/>
          <a:ext cx="4937125" cy="557213"/>
        </p:xfrm>
        <a:graphic>
          <a:graphicData uri="http://schemas.openxmlformats.org/presentationml/2006/ole">
            <mc:AlternateContent xmlns:mc="http://schemas.openxmlformats.org/markup-compatibility/2006">
              <mc:Choice xmlns:v="urn:schemas-microsoft-com:vml" Requires="v">
                <p:oleObj name="Equation" r:id="rId4" imgW="4937125" imgH="557213" progId="Equation.3">
                  <p:embed/>
                </p:oleObj>
              </mc:Choice>
              <mc:Fallback>
                <p:oleObj name="Equation" r:id="rId4" imgW="4937125" imgH="557213" progId="Equation.3">
                  <p:embed/>
                  <p:pic>
                    <p:nvPicPr>
                      <p:cNvPr id="0" name="OLE substitute image"/>
                      <p:cNvPicPr/>
                      <p:nvPr/>
                    </p:nvPicPr>
                    <p:blipFill>
                      <a:blip r:embed="rId5"/>
                      <a:stretch>
                        <a:fillRect/>
                      </a:stretch>
                    </p:blipFill>
                    <p:spPr>
                      <a:xfrm>
                        <a:off x="2103438" y="3810000"/>
                        <a:ext cx="4937125" cy="557213"/>
                      </a:xfrm>
                      <a:prstGeom prst="rect">
                        <a:avLst/>
                      </a:prstGeom>
                      <a:noFill/>
                      <a:ln>
                        <a:noFill/>
                        <a:miter lim="800000"/>
                      </a:ln>
                      <a:effectLst/>
                    </p:spPr>
                  </p:pic>
                </p:oleObj>
              </mc:Fallback>
            </mc:AlternateContent>
          </a:graphicData>
        </a:graphic>
      </p:graphicFrame>
      <p:graphicFrame>
        <p:nvGraphicFramePr>
          <p:cNvPr id="21510" name="Object 8"/>
          <p:cNvGraphicFramePr>
            <a:graphicFrameLocks noChangeAspect="1"/>
          </p:cNvGraphicFramePr>
          <p:nvPr/>
        </p:nvGraphicFramePr>
        <p:xfrm>
          <a:off x="3551238" y="4803775"/>
          <a:ext cx="1325562" cy="301625"/>
        </p:xfrm>
        <a:graphic>
          <a:graphicData uri="http://schemas.openxmlformats.org/presentationml/2006/ole">
            <mc:AlternateContent xmlns:mc="http://schemas.openxmlformats.org/markup-compatibility/2006">
              <mc:Choice xmlns:v="urn:schemas-microsoft-com:vml" Requires="v">
                <p:oleObj name="Equation" r:id="rId6" imgW="1325562" imgH="301625" progId="Equation.3">
                  <p:embed/>
                </p:oleObj>
              </mc:Choice>
              <mc:Fallback>
                <p:oleObj name="Equation" r:id="rId6" imgW="1325562" imgH="301625" progId="Equation.3">
                  <p:embed/>
                  <p:pic>
                    <p:nvPicPr>
                      <p:cNvPr id="0" name="OLE substitute image"/>
                      <p:cNvPicPr/>
                      <p:nvPr/>
                    </p:nvPicPr>
                    <p:blipFill>
                      <a:blip r:embed="rId7"/>
                      <a:stretch>
                        <a:fillRect/>
                      </a:stretch>
                    </p:blipFill>
                    <p:spPr>
                      <a:xfrm>
                        <a:off x="3551238" y="4803775"/>
                        <a:ext cx="1325562" cy="301625"/>
                      </a:xfrm>
                      <a:prstGeom prst="rect">
                        <a:avLst/>
                      </a:prstGeom>
                      <a:noFill/>
                      <a:ln>
                        <a:noFill/>
                        <a:miter lim="800000"/>
                      </a:ln>
                      <a:effectLst/>
                    </p:spPr>
                  </p:pic>
                </p:oleObj>
              </mc:Fallback>
            </mc:AlternateContent>
          </a:graphicData>
        </a:graphic>
      </p:graphicFrame>
      <p:graphicFrame>
        <p:nvGraphicFramePr>
          <p:cNvPr id="21511" name="Object 9"/>
          <p:cNvGraphicFramePr>
            <a:graphicFrameLocks noChangeAspect="1"/>
          </p:cNvGraphicFramePr>
          <p:nvPr/>
        </p:nvGraphicFramePr>
        <p:xfrm>
          <a:off x="3276600" y="2438400"/>
          <a:ext cx="2047875" cy="612775"/>
        </p:xfrm>
        <a:graphic>
          <a:graphicData uri="http://schemas.openxmlformats.org/presentationml/2006/ole">
            <mc:AlternateContent xmlns:mc="http://schemas.openxmlformats.org/markup-compatibility/2006">
              <mc:Choice xmlns:v="urn:schemas-microsoft-com:vml" Requires="v">
                <p:oleObj name="Equation" r:id="rId8" imgW="2047875" imgH="612775" progId="Equation.3">
                  <p:embed/>
                </p:oleObj>
              </mc:Choice>
              <mc:Fallback>
                <p:oleObj name="Equation" r:id="rId8" imgW="2047875" imgH="612775" progId="Equation.3">
                  <p:embed/>
                  <p:pic>
                    <p:nvPicPr>
                      <p:cNvPr id="0" name="OLE substitute image"/>
                      <p:cNvPicPr/>
                      <p:nvPr/>
                    </p:nvPicPr>
                    <p:blipFill>
                      <a:blip r:embed="rId9"/>
                      <a:stretch>
                        <a:fillRect/>
                      </a:stretch>
                    </p:blipFill>
                    <p:spPr>
                      <a:xfrm>
                        <a:off x="3276600" y="2438400"/>
                        <a:ext cx="2047875" cy="612775"/>
                      </a:xfrm>
                      <a:prstGeom prst="rect">
                        <a:avLst/>
                      </a:prstGeom>
                      <a:noFill/>
                      <a:ln>
                        <a:noFill/>
                        <a:miter lim="800000"/>
                      </a:ln>
                      <a:effectLst/>
                    </p:spPr>
                  </p:pic>
                </p:oleObj>
              </mc:Fallback>
            </mc:AlternateContent>
          </a:graphicData>
        </a:graphic>
      </p:graphicFrame>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ChangeArrowheads="1"/>
          </p:cNvSpPr>
          <p:nvPr/>
        </p:nvSpPr>
        <p:spPr bwMode="auto">
          <a:xfrm>
            <a:off x="457200" y="457200"/>
            <a:ext cx="8229600" cy="492125"/>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2600" b="1" i="0" u="none" strike="noStrike" kern="1200" cap="none" spc="0" normalizeH="0" baseline="0" noProof="0">
                <a:ln>
                  <a:noFill/>
                </a:ln>
                <a:solidFill>
                  <a:srgbClr val="C00000"/>
                </a:solidFill>
                <a:effectLst/>
                <a:uLnTx/>
                <a:uFillTx/>
                <a:latin typeface="Tahoma" pitchFamily="34" charset="0"/>
                <a:ea typeface="+mj-ea" pitchFamily="34" charset="0"/>
                <a:cs typeface="Tahoma" panose="020B0604030504040204" pitchFamily="34" charset="0"/>
              </a:rPr>
              <a:t>SUMMARY</a:t>
            </a:r>
          </a:p>
        </p:txBody>
      </p:sp>
      <p:sp>
        <p:nvSpPr>
          <p:cNvPr id="22531" name="Text Box 5"/>
          <p:cNvSpPr txBox="1">
            <a:spLocks noChangeArrowheads="1"/>
          </p:cNvSpPr>
          <p:nvPr/>
        </p:nvSpPr>
        <p:spPr bwMode="auto">
          <a:xfrm>
            <a:off x="457200" y="1143000"/>
            <a:ext cx="8229600" cy="3939540"/>
          </a:xfrm>
          <a:prstGeom prst="rect">
            <a:avLst/>
          </a:prstGeom>
          <a:noFill/>
          <a:ln w="9525">
            <a:noFill/>
            <a:miter lim="800000"/>
          </a:ln>
        </p:spPr>
        <p:txBody>
          <a:bodyPr>
            <a:spAutoFit/>
          </a:bodyPr>
          <a:lstStyle>
            <a:defPPr>
              <a:defRPr lang="en-US"/>
            </a:defPPr>
            <a:lvl1pPr marL="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1pPr>
            <a:lvl2pPr marL="4572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2pPr>
            <a:lvl3pPr marL="9144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3pPr>
            <a:lvl4pPr marL="13716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4pPr>
            <a:lvl5pPr marL="1828800" indent="0" algn="l" defTabSz="914400" rtl="0" eaLnBrk="0" fontAlgn="base" hangingPunct="0">
              <a:lnSpc>
                <a:spcPct val="100000"/>
              </a:lnSpc>
              <a:spcBef>
                <a:spcPct val="0"/>
              </a:spcBef>
              <a:spcAft>
                <a:spcPct val="0"/>
              </a:spcAft>
              <a:buClrTx/>
              <a:buSzTx/>
              <a:buFontTx/>
              <a:buNone/>
              <a:defRPr kumimoji="0" sz="1800" b="0" i="0" u="none" baseline="0">
                <a:solidFill>
                  <a:schemeClr val="tx1"/>
                </a:solidFill>
                <a:effectLst/>
                <a:latin typeface="Verdana" pitchFamily="34" charset="0"/>
              </a:defRPr>
            </a:lvl5pPr>
          </a:lstStyle>
          <a:p>
            <a:pPr marL="0" marR="0" lvl="0" indent="0" algn="l" defTabSz="914400" rtl="0" eaLnBrk="0" fontAlgn="base" latinLnBrk="0" hangingPunct="0">
              <a:lnSpc>
                <a:spcPct val="110000"/>
              </a:lnSpc>
              <a:spcBef>
                <a:spcPct val="0"/>
              </a:spcBef>
              <a:spcAft>
                <a:spcPct val="0"/>
              </a:spcAft>
              <a:buClrTx/>
              <a:buSzTx/>
              <a:buFontTx/>
              <a:buNone/>
              <a:defRPr/>
            </a:pPr>
            <a:r>
              <a:rPr kumimoji="0" lang="en-US" sz="2000" b="0" i="0" u="none" strike="noStrike" kern="1200" cap="none" spc="0" normalizeH="0" baseline="0" noProof="0" dirty="0">
                <a:ln>
                  <a:noFill/>
                </a:ln>
                <a:solidFill>
                  <a:schemeClr val="accent6">
                    <a:lumMod val="50000"/>
                  </a:schemeClr>
                </a:solidFill>
                <a:effectLst/>
                <a:uLnTx/>
                <a:uFillTx/>
                <a:latin typeface="Tahoma" pitchFamily="34" charset="0"/>
                <a:ea typeface="+mj-ea" pitchFamily="34" charset="0"/>
                <a:cs typeface="Tahoma" panose="020B0604030504040204" pitchFamily="34" charset="0"/>
              </a:rPr>
              <a:t>This chapter discussed on the various associative networks:</a:t>
            </a:r>
          </a:p>
          <a:p>
            <a:pPr marL="0" marR="0" lvl="0" indent="0" algn="l" defTabSz="914400" rtl="0" eaLnBrk="0" fontAlgn="base" latinLnBrk="0" hangingPunct="0">
              <a:lnSpc>
                <a:spcPct val="110000"/>
              </a:lnSpc>
              <a:spcBef>
                <a:spcPct val="0"/>
              </a:spcBef>
              <a:spcAft>
                <a:spcPct val="0"/>
              </a:spcAft>
              <a:buClrTx/>
              <a:buSzTx/>
              <a:buFontTx/>
              <a:buNone/>
              <a:defRPr/>
            </a:pPr>
            <a:endParaRPr kumimoji="0" lang="en-US" sz="2000" b="0" i="0" u="none" strike="noStrike" kern="1200" cap="none" spc="0" normalizeH="0" baseline="0" noProof="0" dirty="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indent="-457200">
              <a:lnSpc>
                <a:spcPct val="110000"/>
              </a:lnSpc>
              <a:buFont typeface="Arial" pitchFamily="34" charset="0"/>
              <a:buChar char="•"/>
              <a:defRPr/>
            </a:pPr>
            <a:r>
              <a:rPr lang="en-US" altLang="en-US" sz="2000" dirty="0" err="1">
                <a:solidFill>
                  <a:srgbClr val="984807"/>
                </a:solidFill>
                <a:latin typeface="Tahoma" pitchFamily="34" charset="0"/>
                <a:ea typeface="Tahoma" pitchFamily="34" charset="0"/>
              </a:rPr>
              <a:t>Kohonen</a:t>
            </a:r>
            <a:r>
              <a:rPr lang="en-US" altLang="en-US" sz="2000" dirty="0">
                <a:solidFill>
                  <a:srgbClr val="984807"/>
                </a:solidFill>
                <a:latin typeface="Tahoma" pitchFamily="34" charset="0"/>
                <a:ea typeface="Tahoma" pitchFamily="34" charset="0"/>
              </a:rPr>
              <a:t> Self-organizing Feature Maps</a:t>
            </a:r>
          </a:p>
          <a:p>
            <a:pPr marL="457200">
              <a:lnSpc>
                <a:spcPct val="110000"/>
              </a:lnSpc>
              <a:defRPr/>
            </a:pPr>
            <a:endParaRPr lang="en-US" altLang="en-US" sz="2000" dirty="0">
              <a:solidFill>
                <a:srgbClr val="984807"/>
              </a:solidFill>
              <a:latin typeface="Tahoma" pitchFamily="34" charset="0"/>
              <a:ea typeface="Tahoma" pitchFamily="34" charset="0"/>
            </a:endParaRPr>
          </a:p>
          <a:p>
            <a:pPr marL="914400" indent="-457200">
              <a:lnSpc>
                <a:spcPct val="110000"/>
              </a:lnSpc>
              <a:buFont typeface="Arial" pitchFamily="34" charset="0"/>
              <a:buChar char="•"/>
              <a:defRPr/>
            </a:pPr>
            <a:r>
              <a:rPr lang="en-US" altLang="en-US" sz="2000" dirty="0">
                <a:solidFill>
                  <a:srgbClr val="984807"/>
                </a:solidFill>
                <a:latin typeface="Tahoma" pitchFamily="34" charset="0"/>
                <a:ea typeface="Tahoma" pitchFamily="34" charset="0"/>
              </a:rPr>
              <a:t>Adaptive Resonance Theory</a:t>
            </a:r>
            <a:endParaRPr kumimoji="0" lang="en-US" sz="2000" b="0" i="0" u="none" strike="noStrike" kern="1200" cap="none" spc="0" normalizeH="0" baseline="0" noProof="0" dirty="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0" indent="-457200" algn="l" defTabSz="914400" rtl="0" eaLnBrk="0" fontAlgn="base" latinLnBrk="0" hangingPunct="0">
              <a:lnSpc>
                <a:spcPct val="110000"/>
              </a:lnSpc>
              <a:spcBef>
                <a:spcPct val="0"/>
              </a:spcBef>
              <a:spcAft>
                <a:spcPct val="0"/>
              </a:spcAft>
              <a:buClrTx/>
              <a:buSzTx/>
              <a:buFont typeface="Arial" pitchFamily="34" charset="0"/>
              <a:buChar char="•"/>
              <a:defRPr/>
            </a:pPr>
            <a:endParaRPr kumimoji="0" lang="en-US" sz="2000" b="0" i="0" u="none" strike="noStrike" kern="1200" cap="none" spc="0" normalizeH="0" baseline="0" noProof="0" dirty="0">
              <a:ln>
                <a:noFill/>
              </a:ln>
              <a:solidFill>
                <a:schemeClr val="accent6">
                  <a:lumMod val="50000"/>
                </a:schemeClr>
              </a:solidFill>
              <a:effectLst/>
              <a:uLnTx/>
              <a:uFillTx/>
              <a:latin typeface="Tahoma" pitchFamily="34" charset="0"/>
              <a:ea typeface="+mj-ea" pitchFamily="34" charset="0"/>
              <a:cs typeface="Tahoma" panose="020B0604030504040204" pitchFamily="34" charset="0"/>
            </a:endParaRPr>
          </a:p>
          <a:p>
            <a:pPr marL="914400" marR="0" lvl="0" indent="-457200" algn="l" defTabSz="914400" rtl="0" eaLnBrk="0" fontAlgn="base" latinLnBrk="0" hangingPunct="0">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dirty="0">
                <a:ln>
                  <a:noFill/>
                </a:ln>
                <a:solidFill>
                  <a:schemeClr val="accent6">
                    <a:lumMod val="50000"/>
                  </a:schemeClr>
                </a:solidFill>
                <a:effectLst/>
                <a:uLnTx/>
                <a:uFillTx/>
                <a:latin typeface="Tahoma" pitchFamily="34" charset="0"/>
                <a:ea typeface="+mj-ea" pitchFamily="34" charset="0"/>
                <a:cs typeface="Tahoma" panose="020B0604030504040204" pitchFamily="34" charset="0"/>
              </a:rPr>
              <a:t>Bidirectional Associative Memory Network</a:t>
            </a:r>
          </a:p>
          <a:p>
            <a:pPr marL="914400" marR="0" lvl="0" indent="-457200" algn="l" defTabSz="914400" rtl="0" eaLnBrk="0" fontAlgn="base" latinLnBrk="0" hangingPunct="0">
              <a:lnSpc>
                <a:spcPct val="110000"/>
              </a:lnSpc>
              <a:spcBef>
                <a:spcPct val="0"/>
              </a:spcBef>
              <a:spcAft>
                <a:spcPct val="0"/>
              </a:spcAft>
              <a:buClrTx/>
              <a:buSzTx/>
              <a:buFont typeface="Arial" pitchFamily="34" charset="0"/>
              <a:buChar char="•"/>
              <a:defRPr/>
            </a:pPr>
            <a:endParaRPr kumimoji="0" lang="en-US" sz="2000" b="0" i="0" u="none" strike="noStrike" kern="1200" cap="none" spc="0" normalizeH="0" baseline="0" noProof="0" dirty="0">
              <a:ln>
                <a:noFill/>
              </a:ln>
              <a:solidFill>
                <a:schemeClr val="accent6">
                  <a:lumMod val="50000"/>
                </a:schemeClr>
              </a:solidFill>
              <a:effectLst/>
              <a:uLnTx/>
              <a:uFillTx/>
              <a:latin typeface="Tahoma" pitchFamily="34" charset="0"/>
              <a:ea typeface="+mj-ea"/>
              <a:cs typeface="Tahoma" panose="020B0604030504040204" pitchFamily="34" charset="0"/>
            </a:endParaRPr>
          </a:p>
          <a:p>
            <a:pPr marL="914400" marR="0" lvl="0" indent="-457200" algn="l" defTabSz="914400" rtl="0" eaLnBrk="0" fontAlgn="base" latinLnBrk="0" hangingPunct="0">
              <a:lnSpc>
                <a:spcPct val="110000"/>
              </a:lnSpc>
              <a:spcBef>
                <a:spcPct val="0"/>
              </a:spcBef>
              <a:spcAft>
                <a:spcPct val="0"/>
              </a:spcAft>
              <a:buClrTx/>
              <a:buSzTx/>
              <a:buFont typeface="Arial" pitchFamily="34" charset="0"/>
              <a:buChar char="•"/>
              <a:defRPr/>
            </a:pPr>
            <a:r>
              <a:rPr kumimoji="0" lang="en-US" sz="2000" b="0" i="0" u="none" strike="noStrike" kern="1200" cap="none" spc="0" normalizeH="0" baseline="0" noProof="0" dirty="0">
                <a:ln>
                  <a:noFill/>
                </a:ln>
                <a:solidFill>
                  <a:schemeClr val="accent6">
                    <a:lumMod val="50000"/>
                  </a:schemeClr>
                </a:solidFill>
                <a:effectLst/>
                <a:uLnTx/>
                <a:uFillTx/>
                <a:latin typeface="Tahoma" pitchFamily="34" charset="0"/>
                <a:ea typeface="+mj-ea" pitchFamily="34" charset="0"/>
                <a:cs typeface="Tahoma" panose="020B0604030504040204" pitchFamily="34" charset="0"/>
              </a:rPr>
              <a:t>Hopfield Nets</a:t>
            </a:r>
          </a:p>
          <a:p>
            <a:pPr marL="914400" marR="0" lvl="0" indent="-457200" algn="l" defTabSz="914400" rtl="0" eaLnBrk="0" fontAlgn="base" latinLnBrk="0" hangingPunct="0">
              <a:lnSpc>
                <a:spcPct val="110000"/>
              </a:lnSpc>
              <a:spcBef>
                <a:spcPct val="0"/>
              </a:spcBef>
              <a:spcAft>
                <a:spcPct val="0"/>
              </a:spcAft>
              <a:buClrTx/>
              <a:buSzTx/>
              <a:buFont typeface="Arial" pitchFamily="34" charset="0"/>
              <a:buChar char="•"/>
              <a:defRPr/>
            </a:pPr>
            <a:endParaRPr kumimoji="0" lang="en-US" sz="2000" b="0" i="0" u="none" strike="noStrike" kern="1200" cap="none" spc="0" normalizeH="0" baseline="0" noProof="0" dirty="0">
              <a:ln>
                <a:noFill/>
              </a:ln>
              <a:solidFill>
                <a:schemeClr val="accent6">
                  <a:lumMod val="50000"/>
                </a:schemeClr>
              </a:solidFill>
              <a:effectLst/>
              <a:uLnTx/>
              <a:uFillTx/>
              <a:latin typeface="Tahoma" pitchFamily="34" charset="0"/>
              <a:ea typeface="+mj-ea"/>
              <a:cs typeface="Tahoma" panose="020B0604030504040204" pitchFamily="34" charset="0"/>
            </a:endParaRPr>
          </a:p>
          <a:p>
            <a:pPr marL="457200" marR="0" lvl="0" indent="0" algn="l" defTabSz="914400" rtl="0" eaLnBrk="0" fontAlgn="base" latinLnBrk="0" hangingPunct="0">
              <a:lnSpc>
                <a:spcPct val="100000"/>
              </a:lnSpc>
              <a:spcBef>
                <a:spcPct val="50000"/>
              </a:spcBef>
              <a:spcAft>
                <a:spcPct val="0"/>
              </a:spcAft>
              <a:buClrTx/>
              <a:buSzTx/>
              <a:buFontTx/>
              <a:buNone/>
              <a:defRPr/>
            </a:pPr>
            <a:endParaRPr kumimoji="0" lang="en-US" sz="2000" b="0" i="0" u="none" strike="noStrike" kern="1200" cap="none" spc="0" normalizeH="0" baseline="0" noProof="0" dirty="0">
              <a:ln>
                <a:noFill/>
              </a:ln>
              <a:solidFill>
                <a:schemeClr val="tx1"/>
              </a:solidFill>
              <a:effectLst/>
              <a:uLnTx/>
              <a:uFillTx/>
              <a:latin typeface="Verdana" pitchFamily="34" charset="0"/>
              <a:ea typeface="+mn-ea"/>
              <a:cs typeface="+mn-cs"/>
            </a:endParaRP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5.0.5"/>
  <p:tag name="AS_OS" val="Microsoft Windows NT 10.0.17763.0"/>
  <p:tag name="AS_RELEASE_DATE" val="2021.06.14"/>
  <p:tag name="AS_TITLE" val="Aspose.Slides for .NET Standard 2.0"/>
  <p:tag name="AS_VERSION" val="21.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pitchFamily="34" charset="0"/>
        <a:cs typeface="Arial" pitchFamily="34" charset="0"/>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Arial" pitchFamily="34" charset="0"/>
        <a:cs typeface="Noto Sans CJK SC"/>
      </a:majorFont>
      <a:minorFont>
        <a:latin typeface="Calibri"/>
        <a:ea typeface="Arial" pitchFamily="34" charset="0"/>
        <a:cs typeface="Noto Sans CJK S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Arial" pitchFamily="34" charset="0"/>
        <a:cs typeface="Noto Sans CJK SC"/>
      </a:majorFont>
      <a:minorFont>
        <a:latin typeface="Calibri"/>
        <a:ea typeface="Arial" pitchFamily="34" charset="0"/>
        <a:cs typeface="Noto Sans CJK SC"/>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Verdana" panose="020B0604030504040204" pitchFamily="34" charset="0"/>
            <a:cs typeface="Noto Sans CJK SC"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Arial" pitchFamily="34" charset="0"/>
        <a:cs typeface="Arial" pitchFamily="34" charset="0"/>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Arial" pitchFamily="34" charset="0"/>
        <a:cs typeface="Arial" pitchFamily="34" charset="0"/>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Arial" pitchFamily="34" charset="0"/>
        <a:cs typeface="Arial" pitchFamily="34" charset="0"/>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1789</Words>
  <Application>Microsoft Office PowerPoint</Application>
  <PresentationFormat>On-screen Show (4:3)</PresentationFormat>
  <Paragraphs>310</Paragraphs>
  <Slides>42</Slides>
  <Notes>22</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42</vt:i4>
      </vt:variant>
    </vt:vector>
  </HeadingPairs>
  <TitlesOfParts>
    <vt:vector size="54" baseType="lpstr">
      <vt:lpstr>Arial</vt:lpstr>
      <vt:lpstr>Calibri</vt:lpstr>
      <vt:lpstr>Tahoma</vt:lpstr>
      <vt:lpstr>Times New Roman</vt:lpstr>
      <vt:lpstr>Verdana</vt:lpstr>
      <vt:lpstr>Wingdings</vt:lpstr>
      <vt:lpstr>Office Theme</vt:lpstr>
      <vt:lpstr>Office Theme</vt:lpstr>
      <vt:lpstr>Office Theme</vt:lpstr>
      <vt:lpstr>Office Theme</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Dr. Morarjee Kolla</cp:lastModifiedBy>
  <cp:revision>5</cp:revision>
  <cp:lastPrinted>2021-08-28T04:48:00Z</cp:lastPrinted>
  <dcterms:created xsi:type="dcterms:W3CDTF">2021-08-28T04:48:00Z</dcterms:created>
  <dcterms:modified xsi:type="dcterms:W3CDTF">2021-08-28T04:56:11Z</dcterms:modified>
</cp:coreProperties>
</file>