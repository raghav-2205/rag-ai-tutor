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709"/>
          </a:xfrm>
        </p:spPr>
        <p:txBody>
          <a:bodyPr/>
          <a:lstStyle/>
          <a:p>
            <a:r>
              <a:rPr lang="en-I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rules of thumb,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8708"/>
            <a:ext cx="12192000" cy="6119291"/>
          </a:xfrm>
        </p:spPr>
        <p:txBody>
          <a:bodyPr>
            <a:normAutofit fontScale="70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rules of thumb that must be followed while designing an architecture.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fall into two categories.  Process and Structure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rules of thumb:-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1.The architecture should be the product of a single architect or a group of architects with an identified leader.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architect \ team should have a set of functional requirements and non-functional requirements ( quality attributes ) that the architecture is supposed to satisfy. The quality attribute list should be prioritised.</a:t>
            </a:r>
          </a:p>
          <a:p>
            <a:pPr marL="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3.The architecture should be well documented.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 architecture should be communicated / presented to the stakeholders who should be actively involved in its review.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The architecture should be analysed for quantitative measures like maximum throughput(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amount of a product or service that a company can produce and deliver to a client within a specified period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evaluated for quality attributes.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The architecture should lend itself to incremental implementation via the creation of a skeletal system in which the communication paths are exercised but at first have minimal functionality.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The architecture should result in a specific set of resource contention areas, the resolution of which id clearly specified, circulated, and maintained. If performance is a concern the architects should produce time budgets for the major transactions or threads in the system.</a:t>
            </a:r>
          </a:p>
        </p:txBody>
      </p:sp>
    </p:spTree>
    <p:extLst>
      <p:ext uri="{BB962C8B-B14F-4D97-AF65-F5344CB8AC3E}">
        <p14:creationId xmlns:p14="http://schemas.microsoft.com/office/powerpoint/2010/main" val="905052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rules of thumb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architecture should have well defined modules whose functional responsibilities are allocated on the principles of information hiding and separation of concerns.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Each module should have a well defined interface that encapsulates changeable aspects from other software that uses its facilities.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Every task and process should be written such that its assignment to a specific processor can be easily changed perhaps even at runtime.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 architecture should feature a small number of simple interaction patterns . That is the system should do the same thing in the same way throughout.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Modules that produce data should be separate from modules that produce data.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050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376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</vt:lpstr>
      <vt:lpstr>Calibri</vt:lpstr>
      <vt:lpstr>Calibri Light</vt:lpstr>
      <vt:lpstr>Times New Roman</vt:lpstr>
      <vt:lpstr>Wingdings</vt:lpstr>
      <vt:lpstr>Office Theme</vt:lpstr>
      <vt:lpstr>Architecture rules of thumb,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chakra</dc:creator>
  <cp:lastModifiedBy>SAI CHARAN THOTA</cp:lastModifiedBy>
  <cp:revision>17</cp:revision>
  <dcterms:created xsi:type="dcterms:W3CDTF">2021-09-06T14:31:59Z</dcterms:created>
  <dcterms:modified xsi:type="dcterms:W3CDTF">2021-09-09T05:30:16Z</dcterms:modified>
</cp:coreProperties>
</file>