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81" r:id="rId2"/>
    <p:sldId id="433" r:id="rId3"/>
    <p:sldId id="435" r:id="rId4"/>
    <p:sldId id="382" r:id="rId5"/>
    <p:sldId id="432" r:id="rId6"/>
    <p:sldId id="434" r:id="rId7"/>
    <p:sldId id="436" r:id="rId8"/>
    <p:sldId id="402" r:id="rId9"/>
    <p:sldId id="437" r:id="rId10"/>
    <p:sldId id="409" r:id="rId11"/>
    <p:sldId id="438" r:id="rId12"/>
    <p:sldId id="411" r:id="rId13"/>
    <p:sldId id="43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34938-A4B9-46C4-90BD-6E3787AEDFA4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5D7B7-AF5C-4E5F-8FF7-5CA3D606A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317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B336D-B58C-4095-B83C-36EA2CEE00E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511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CF07-ECA6-469F-B2A0-5130AC4EE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69FC7-A3DD-4362-B0B4-9316DF85D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1C7CE-4CF7-4B93-B1BC-1013FEE6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0F4B6-A105-4A36-95F4-DC6F4F77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3E525-71F5-4BC4-9B49-B2F68AE2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89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2E8A-9A1F-44D2-9959-550282EC2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60694-8081-4768-BDBF-4229084B0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FE181-4FB9-4D74-9DD1-120BD3DC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EB561-08F8-4DB6-9DB6-F4EC5CD1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74C1A-5115-4D1A-B497-E7817122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06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8F95-CA9C-4237-8B54-42BE2E48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8BB6D-0B66-4AF0-B4BE-80F350346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46F1-9E40-4750-AEAC-ECA81D7F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F4027-0E27-466E-8FBF-5602D19A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7B601-B53E-4779-A664-183C2A41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9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D897-E908-4AC4-88B0-71604F5F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0A372-7BE3-4DE7-83CB-5FE095EAC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EB95F-3724-4FF0-A10E-0BFF692E6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07866-C516-4233-A2EE-0D7DBFCD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722BA-F150-4FF6-BD90-E26F3DCC1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B28FB-DF6D-47C1-92A9-A9258AA3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06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0AC0-127E-49E5-928A-05B93CC9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92001-C80C-46B8-9EE2-0C660A8E4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45B8C-98DA-497C-AC40-07CDAE0B9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33D72-9CBF-467A-A51B-8430D34AF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733FD-D7BE-4D64-9205-5C1C5D660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218022-7A07-4B44-850F-DB90B0BCF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10F19-CFB3-4E4D-9143-84E0AE5C1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2B1375-FAC6-4998-8FD3-B05D945E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42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C23B-D502-48BB-ACDE-618D9B81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30DF1-F4C1-4245-B0C5-50151EF17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1A32E-D18A-41F4-8244-8A6EC847A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66508-726D-4829-9443-05A4569B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5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D319D-0D3D-49E9-84BA-9B81D5AEC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BB1417-9165-4E6F-A9F6-19B2E52F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DB63F-D391-428E-82B3-B386025C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73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1E0E-5AA9-4FF5-87F1-F56C7F6B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85BC6-4CF2-42D3-BC48-FD8BA5C35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57AD5-F3EA-4110-9B6A-D5D3F26B9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FE35A-CC92-4884-B2EC-28C4EF7B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26352-633C-49F9-9E4C-4299D877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786AC-28DD-497D-BF8E-75A1D680D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146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34EA-997E-4049-A136-EE6D47C9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064F9-11E2-4E3F-AD67-D3DED3E33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87777-BDA8-4DD7-BF4C-2620EB30C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94FC7-C0B0-4DC3-95C2-8E5DE5459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36E36-284A-499D-874A-CBAF7364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760CA-DBDE-4C3D-AA67-122932A9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35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8FDC-E250-4DC7-9806-72502CC8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4FF7B-E14B-4CC5-BDF8-915443539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E0CC5-6E16-4A81-93CE-54B3E22B9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35BA5-9F21-4F98-AB36-2600FBC2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20E6C-E835-4064-80AF-301E0B28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55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57BAD-764F-4309-AE17-4AC95D05E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D370A-7A2F-41CD-A6E9-66376DFF4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14B89-ACD5-454A-8D92-0643CFCA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B29F0-899F-4028-AF7D-CB4189B6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7064D-841B-4E66-969E-1C81449F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8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33AE8-DD7E-4DB2-8159-607DEF86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14ECC-5656-48A7-AE59-A95A233D1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65179-D0C6-4024-9D7A-A0C09E8FF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63206-2A6B-4D9B-BBBE-8C5C5F64B3AB}" type="datetimeFigureOut">
              <a:rPr lang="en-IN" smtClean="0"/>
              <a:t>02-11-2021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08827-0E4B-4C1B-A34C-3A63D8475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B6133-0137-43B1-83A6-C03DFD1EB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6BD5A-7090-459B-94DC-6492EC86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92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software-testing-introduction-importance.html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sitepulse.com/blog/why-your-website-is-down-basics-how-to-fix-it-from-home" TargetMode="External"/><Relationship Id="rId2" Type="http://schemas.openxmlformats.org/officeDocument/2006/relationships/hyperlink" Target="https://www.websitepulse.com/blog/database-performance-monitoring-optimization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7766"/>
          </a:xfrm>
        </p:spPr>
        <p:txBody>
          <a:bodyPr/>
          <a:lstStyle/>
          <a:p>
            <a:r>
              <a:rPr lang="en-I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backend integration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47890"/>
            <a:ext cx="12192000" cy="601010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Backend Testing and How to perform it?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 system testing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efforts go through GUI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is because testing validates if the software is ‘fit for use’ by the end-user or not.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software has a lot of other elements too that aren’t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 visible or available to the user for direct interaction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not make these elements any less important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they must too undergo thorough testing. 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all these well-functioning elements makes a fully formed software application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can combine everything we do not directly see as ‘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backend testing ensures that your application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fine at the server-side and it assures the quality of the database.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Backend Testing elements are: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Servers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28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F933C7-6BEA-47C0-AC1C-DA70150BFE8A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Testing?</a:t>
            </a:r>
          </a:p>
          <a:p>
            <a:endParaRPr lang="en-IN" sz="2400" b="1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Testing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type of software testing that checks the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schema(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skeleton structure that represents the logical view of the entire database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.),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tables, triggers(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trigger can be 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invoked when a row is inserted into a specified table or when certain table columns are being updated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etc. of the Database under test. </a:t>
            </a:r>
          </a:p>
          <a:p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checks data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integrity(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 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consistency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may involve creating complex queries to load/stress test the Database and check its responsiveness.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Testing is Important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 </a:t>
            </a:r>
            <a:r>
              <a:rPr lang="en-US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software testing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because it ensures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values and information received and stored into database are valid or not.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testing helps to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data loss, saves aborted transaction data and no unauthorized access to the information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119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B0A18C-44B9-4879-9091-2A2C538CBA32}"/>
              </a:ext>
            </a:extLst>
          </p:cNvPr>
          <p:cNvSpPr txBox="1"/>
          <p:nvPr/>
        </p:nvSpPr>
        <p:spPr>
          <a:xfrm>
            <a:off x="318051" y="145774"/>
            <a:ext cx="1164866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 us consider a Banking application wherein a user makes transactions. 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 from Database Testing or DB Testing viewpoint following, things are important:</a:t>
            </a:r>
          </a:p>
          <a:p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the transaction information in the application database 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displays them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correctly to the user.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information is lost in the process.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unauthorized individual is allowed to access the user’s information.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all these above objectives, we need to use data validation or data testing.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022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9603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testing</a:t>
            </a:r>
          </a:p>
          <a:p>
            <a:pPr marL="0" indent="0">
              <a:buNone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stands for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 Interface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this is basically where all the programming logic resides. It does not have a UI which is one of the biggest challenges when it comes to testing it. 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The purpose of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Testing is to check the functionality, reliability, performance, and security of the programming interfaces.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API Testing, instead of using standard user inputs(keyboard) and outputs, you use software to send calls to the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API, get output, and note down the system’s response.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tests are very different from GUI Tests and won’t concentrate on the look and feel of an application. It mainly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concentrates on the business logic layer of the software architecture.</a:t>
            </a:r>
          </a:p>
          <a:p>
            <a:pPr marL="0" indent="0">
              <a:buNone/>
            </a:pPr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19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PI Testing image">
            <a:extLst>
              <a:ext uri="{FF2B5EF4-FFF2-40B4-BE49-F238E27FC236}">
                <a16:creationId xmlns:a16="http://schemas.microsoft.com/office/drawing/2014/main" id="{66A008A3-3E77-4168-BBA7-18809B6D7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18" y="109183"/>
            <a:ext cx="11302906" cy="645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541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5AFA64-F919-4091-9E27-B45EE1682030}"/>
              </a:ext>
            </a:extLst>
          </p:cNvPr>
          <p:cNvSpPr txBox="1"/>
          <p:nvPr/>
        </p:nvSpPr>
        <p:spPr>
          <a:xfrm>
            <a:off x="150124" y="0"/>
            <a:ext cx="11856346" cy="6120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Server Testing:</a:t>
            </a:r>
          </a:p>
          <a:p>
            <a:pPr algn="l"/>
            <a:endParaRPr lang="en-US" sz="24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 testing typically involves running a series of script-based tests on the server tests where the app or site is stored. </a:t>
            </a:r>
          </a:p>
          <a:p>
            <a:pPr algn="just"/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i="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 testing allows your development team to identify and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 flaws like downtime or run-time errors, for example.</a:t>
            </a:r>
          </a:p>
          <a:p>
            <a:pPr algn="just"/>
            <a:endParaRPr lang="en-US" sz="2400" dirty="0">
              <a:solidFill>
                <a:srgbClr val="5454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1125"/>
              </a:spcBef>
              <a:spcAft>
                <a:spcPts val="1125"/>
              </a:spcAft>
            </a:pPr>
            <a:r>
              <a:rPr lang="en-IN" sz="24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Here are three good reasons to perform server tests:</a:t>
            </a:r>
            <a:endParaRPr lang="en-IN" sz="2400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bugs:</a:t>
            </a: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find bugs and other errors that might affect the app or website performance. Thanks to server testing, you can determine whether any new feature will affect how a project works.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400" b="0" i="0" dirty="0">
              <a:solidFill>
                <a:srgbClr val="54545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rgbClr val="5454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i="0" dirty="0">
              <a:solidFill>
                <a:srgbClr val="54545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618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B1A058-B68E-482F-AD11-4A8C807172D5}"/>
              </a:ext>
            </a:extLst>
          </p:cNvPr>
          <p:cNvSpPr txBox="1"/>
          <p:nvPr/>
        </p:nvSpPr>
        <p:spPr>
          <a:xfrm>
            <a:off x="0" y="-106017"/>
            <a:ext cx="11953461" cy="552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b="1" dirty="0">
              <a:solidFill>
                <a:srgbClr val="54545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concurrent usage:</a:t>
            </a: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When you conduct the tests, you will understand the </a:t>
            </a: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maximum number of concurrent users a site or an app can handle at any given time</a:t>
            </a: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dirty="0">
              <a:solidFill>
                <a:srgbClr val="54545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will also have </a:t>
            </a: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good idea of the amount of bandwidth, storage, or processing capacity you need to acquire if your targets</a:t>
            </a: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 current capacity falls short.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 website or app performance:</a:t>
            </a:r>
            <a:r>
              <a:rPr lang="en-IN" sz="24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 testing can help you </a:t>
            </a:r>
            <a:r>
              <a:rPr lang="en-IN" sz="24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the time required to request code and </a:t>
            </a:r>
            <a:r>
              <a:rPr lang="en-IN" sz="2400" u="sng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database optimization</a:t>
            </a: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dirty="0">
              <a:solidFill>
                <a:srgbClr val="545454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reduce the occurrence of memory leaks</a:t>
            </a: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leak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occurs when programmers create a memory in heap and forget to delete it. </a:t>
            </a: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 </a:t>
            </a:r>
            <a:r>
              <a:rPr lang="en-IN" sz="2400" u="sng" dirty="0">
                <a:solidFill>
                  <a:srgbClr val="005D9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system crashes</a:t>
            </a:r>
            <a:r>
              <a:rPr lang="en-IN" sz="24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526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0086"/>
            <a:ext cx="12192000" cy="261483"/>
          </a:xfrm>
        </p:spPr>
        <p:txBody>
          <a:bodyPr>
            <a:normAutofit fontScale="90000"/>
          </a:bodyPr>
          <a:lstStyle/>
          <a:p>
            <a:br>
              <a:rPr lang="en-IN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SG" sz="48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REPL-driven development</a:t>
            </a:r>
            <a:br>
              <a:rPr lang="en-IN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</a:t>
            </a:r>
            <a:r>
              <a:rPr lang="en-IN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br>
              <a:rPr lang="en-SG" sz="1800" b="1" i="1" dirty="0">
                <a:solidFill>
                  <a:schemeClr val="accent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</a:br>
            <a:endParaRPr lang="en-IN" sz="4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22" y="1510748"/>
            <a:ext cx="12036032" cy="545275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“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REPL” is an acronym for Read, Evaluate, Print and Loop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that’s precisely what the computer does..!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 (READ, EVAL, PRINT, LOOP)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computer environment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to Shell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(Unix/Linux) and command prompt.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Read-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-Print Loop, or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computer environment where user inputs are read and evaluated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then the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are returned to the user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REPL is an 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 feedback workflow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 continually runs your code without the need to manually run an explicit compile-build-run cycle.</a:t>
            </a:r>
          </a:p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671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D45E63-E313-47B0-B899-5E72597A87E2}"/>
              </a:ext>
            </a:extLst>
          </p:cNvPr>
          <p:cNvSpPr txBox="1"/>
          <p:nvPr/>
        </p:nvSpPr>
        <p:spPr>
          <a:xfrm>
            <a:off x="0" y="304801"/>
            <a:ext cx="12192000" cy="704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make this work, the computer does four things: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ead the user input (your Python commands).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valuate your code (to work out what you mean).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rint any results (so you can see the computer’s response).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back to step 1 (to continue the conversation).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REPLs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facilitate exploratory programming and debugging because the programmer can inspect the printed result before deciding what expression to provide for the next read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read–eval–print loop involves the programmer more frequently than the classic edit–compile–run–debug cycle.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722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REPLs provide an interactive environment to explore tools available in 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environments or programming languages. 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include the 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console,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IPython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Bash shell,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developer console found in most web browsers.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 driven development 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 the foundation of working with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Clojure effectively.</a:t>
            </a:r>
          </a:p>
          <a:p>
            <a:pPr marL="0" indent="0" algn="just">
              <a:buNone/>
            </a:pPr>
            <a:endParaRPr lang="en-IN" sz="24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Clojure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high level, dynamic functional programming language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Clojure is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based on the LISP programming language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compilers which makes it run on both Java and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runtime environment.</a:t>
            </a:r>
          </a:p>
          <a:p>
            <a:pPr marL="0" indent="0">
              <a:buNone/>
            </a:pPr>
            <a:br>
              <a:rPr lang="en-IN" sz="2400" dirty="0">
                <a:solidFill>
                  <a:srgbClr val="FF0000"/>
                </a:solidFill>
              </a:rPr>
            </a:b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357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5A8142-046D-4B61-8850-EFF503EC4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583" y="119271"/>
            <a:ext cx="9660834" cy="630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80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Clojure is a powerful, fun and </a:t>
            </a: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productive language for developing applications and services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language design is supported by a powerful development environment known as the REPL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(read, evaluate, print, loop). The REPL gives you instant feedback on what your code does and enables you to test either a single expression or run the whole application (including tests).</a:t>
            </a:r>
          </a:p>
          <a:p>
            <a:pPr mar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Clojure </a:t>
            </a: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</a:t>
            </a: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development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 is the environment in which all Clojure code runs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whether </a:t>
            </a: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 be during development, testing and production systems.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soon as I open a Clojure file I </a:t>
            </a: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start the REPL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 </a:t>
            </a: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fast feedback from my code as we design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it, testing our </a:t>
            </a: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assumptions and design choices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we are designing the  code, we evaluate expressions and print the result under the expression as a comment. Adding results as comments is a great way to demonstrate the design of your code in a journal.</a:t>
            </a:r>
          </a:p>
        </p:txBody>
      </p:sp>
    </p:spTree>
    <p:extLst>
      <p:ext uri="{BB962C8B-B14F-4D97-AF65-F5344CB8AC3E}">
        <p14:creationId xmlns:p14="http://schemas.microsoft.com/office/powerpoint/2010/main" val="1707801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71219A-1622-4064-80C2-F1501AD05E68}"/>
              </a:ext>
            </a:extLst>
          </p:cNvPr>
          <p:cNvSpPr txBox="1"/>
          <p:nvPr/>
        </p:nvSpPr>
        <p:spPr>
          <a:xfrm>
            <a:off x="-1" y="1"/>
            <a:ext cx="11940209" cy="7663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clojure.main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clojure.main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 provides functions that allow Clojure programs and interactive sessions to be launched via Java’s application launche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tool java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clojure.main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–help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an interactive Read-Eval-Print Loop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options: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--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,path Run a script from a file or resource  , - Run a script from standard input, -e, --eval string Evaluate expressions in string; print non-nil value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Clojure programmers, they use a REPL integration in their editor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enables them to write expressions directly in their editor buffer and have them evaluated in the REPL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one hotkey.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Clojure.testlibrary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 part of the 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Clojure standard library that provides a simple way to start writing unit tests.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921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1310</Words>
  <Application>Microsoft Office PowerPoint</Application>
  <PresentationFormat>Widescreen</PresentationFormat>
  <Paragraphs>112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Testing backend integration points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REPL-driven development Repl :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backend integration points</dc:title>
  <dc:creator>SAI CHARAN THOTA</dc:creator>
  <cp:lastModifiedBy>SAI CHARAN THOTA</cp:lastModifiedBy>
  <cp:revision>2</cp:revision>
  <dcterms:created xsi:type="dcterms:W3CDTF">2021-11-01T16:53:10Z</dcterms:created>
  <dcterms:modified xsi:type="dcterms:W3CDTF">2021-11-02T01:29:01Z</dcterms:modified>
</cp:coreProperties>
</file>