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8464" r:id="rId2"/>
    <p:sldMasterId id="2147488476" r:id="rId3"/>
    <p:sldMasterId id="2147488488" r:id="rId4"/>
    <p:sldMasterId id="2147488500" r:id="rId5"/>
    <p:sldMasterId id="2147488524" r:id="rId6"/>
  </p:sldMasterIdLst>
  <p:notesMasterIdLst>
    <p:notesMasterId r:id="rId84"/>
  </p:notesMasterIdLst>
  <p:sldIdLst>
    <p:sldId id="259" r:id="rId7"/>
    <p:sldId id="262" r:id="rId8"/>
    <p:sldId id="265" r:id="rId9"/>
    <p:sldId id="268" r:id="rId10"/>
    <p:sldId id="271" r:id="rId11"/>
    <p:sldId id="274" r:id="rId12"/>
    <p:sldId id="277" r:id="rId13"/>
    <p:sldId id="280" r:id="rId14"/>
    <p:sldId id="283" r:id="rId15"/>
    <p:sldId id="286" r:id="rId16"/>
    <p:sldId id="289" r:id="rId17"/>
    <p:sldId id="292" r:id="rId18"/>
    <p:sldId id="295" r:id="rId19"/>
    <p:sldId id="298" r:id="rId20"/>
    <p:sldId id="301" r:id="rId21"/>
    <p:sldId id="304" r:id="rId22"/>
    <p:sldId id="307" r:id="rId23"/>
    <p:sldId id="310" r:id="rId24"/>
    <p:sldId id="313" r:id="rId25"/>
    <p:sldId id="316" r:id="rId26"/>
    <p:sldId id="319" r:id="rId27"/>
    <p:sldId id="322" r:id="rId28"/>
    <p:sldId id="325" r:id="rId29"/>
    <p:sldId id="328" r:id="rId30"/>
    <p:sldId id="331" r:id="rId31"/>
    <p:sldId id="334" r:id="rId32"/>
    <p:sldId id="337" r:id="rId33"/>
    <p:sldId id="340" r:id="rId34"/>
    <p:sldId id="343" r:id="rId35"/>
    <p:sldId id="346" r:id="rId36"/>
    <p:sldId id="349" r:id="rId37"/>
    <p:sldId id="352" r:id="rId38"/>
    <p:sldId id="355" r:id="rId39"/>
    <p:sldId id="358" r:id="rId40"/>
    <p:sldId id="361" r:id="rId41"/>
    <p:sldId id="364" r:id="rId42"/>
    <p:sldId id="367" r:id="rId43"/>
    <p:sldId id="370" r:id="rId44"/>
    <p:sldId id="373" r:id="rId45"/>
    <p:sldId id="376" r:id="rId46"/>
    <p:sldId id="379" r:id="rId47"/>
    <p:sldId id="382" r:id="rId48"/>
    <p:sldId id="385" r:id="rId49"/>
    <p:sldId id="388" r:id="rId50"/>
    <p:sldId id="391" r:id="rId51"/>
    <p:sldId id="394" r:id="rId52"/>
    <p:sldId id="397" r:id="rId53"/>
    <p:sldId id="400" r:id="rId54"/>
    <p:sldId id="403" r:id="rId55"/>
    <p:sldId id="406" r:id="rId56"/>
    <p:sldId id="409" r:id="rId57"/>
    <p:sldId id="412" r:id="rId58"/>
    <p:sldId id="415" r:id="rId59"/>
    <p:sldId id="418" r:id="rId60"/>
    <p:sldId id="421" r:id="rId61"/>
    <p:sldId id="424" r:id="rId62"/>
    <p:sldId id="427" r:id="rId63"/>
    <p:sldId id="430" r:id="rId64"/>
    <p:sldId id="433" r:id="rId65"/>
    <p:sldId id="436" r:id="rId66"/>
    <p:sldId id="439" r:id="rId67"/>
    <p:sldId id="442" r:id="rId68"/>
    <p:sldId id="451" r:id="rId69"/>
    <p:sldId id="454" r:id="rId70"/>
    <p:sldId id="460" r:id="rId71"/>
    <p:sldId id="463" r:id="rId72"/>
    <p:sldId id="466" r:id="rId73"/>
    <p:sldId id="469" r:id="rId74"/>
    <p:sldId id="472" r:id="rId75"/>
    <p:sldId id="475" r:id="rId76"/>
    <p:sldId id="478" r:id="rId77"/>
    <p:sldId id="481" r:id="rId78"/>
    <p:sldId id="484" r:id="rId79"/>
    <p:sldId id="487" r:id="rId80"/>
    <p:sldId id="490" r:id="rId81"/>
    <p:sldId id="493" r:id="rId82"/>
    <p:sldId id="496" r:id="rId83"/>
  </p:sldIdLst>
  <p:sldSz cx="9144000" cy="6858000" type="screen4x3"/>
  <p:notesSz cx="6858000" cy="9144000"/>
  <p:custDataLst>
    <p:tags r:id="rId8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0"/>
    <p:restoredTop sz="0"/>
  </p:normalViewPr>
  <p:slideViewPr>
    <p:cSldViewPr>
      <p:cViewPr varScale="1">
        <p:scale>
          <a:sx n="86" d="100"/>
          <a:sy n="86" d="100"/>
        </p:scale>
        <p:origin x="1339" y="48"/>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slide" Target="slides/slide57.xml"/><Relationship Id="rId68" Type="http://schemas.openxmlformats.org/officeDocument/2006/relationships/slide" Target="slides/slide62.xml"/><Relationship Id="rId76" Type="http://schemas.openxmlformats.org/officeDocument/2006/relationships/slide" Target="slides/slide70.xml"/><Relationship Id="rId84" Type="http://schemas.openxmlformats.org/officeDocument/2006/relationships/notesMaster" Target="notesMasters/notesMaster1.xml"/><Relationship Id="rId89" Type="http://schemas.openxmlformats.org/officeDocument/2006/relationships/tableStyles" Target="tableStyles.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slide" Target="slides/slide68.xml"/><Relationship Id="rId79" Type="http://schemas.openxmlformats.org/officeDocument/2006/relationships/slide" Target="slides/slide73.xml"/><Relationship Id="rId87"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tags" Target="tags/tag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Header Placeholder 1"/>
          <p:cNvSpPr>
            <a:spLocks noGrp="1"/>
          </p:cNvSpPr>
          <p:nvPr>
            <p:ph type="hdr" sz="quarter"/>
          </p:nvPr>
        </p:nvSpPr>
        <p:spPr>
          <a:xfrm>
            <a:off x="0" y="0"/>
            <a:ext cx="3013075" cy="465138"/>
          </a:xfrm>
          <a:prstGeom prst="rect">
            <a:avLst/>
          </a:prstGeom>
        </p:spPr>
        <p:txBody>
          <a:bodyPr vert="horz" lIns="92930" tIns="46465" rIns="92930" bIns="46465" rtlCol="0"/>
          <a:lstStyle>
            <a:lvl1pPr algn="l" eaLnBrk="1" fontAlgn="auto" hangingPunct="1">
              <a:spcBef>
                <a:spcPct val="0"/>
              </a:spcBef>
              <a:spcAft>
                <a:spcPct val="0"/>
              </a:spcAft>
              <a:defRPr sz="1200">
                <a:latin typeface="+mn-lt"/>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25603" name="Date Placeholder 2"/>
          <p:cNvSpPr>
            <a:spLocks noGrp="1"/>
          </p:cNvSpPr>
          <p:nvPr>
            <p:ph type="dt" idx="1"/>
          </p:nvPr>
        </p:nvSpPr>
        <p:spPr>
          <a:xfrm>
            <a:off x="3940175" y="0"/>
            <a:ext cx="3013075" cy="465138"/>
          </a:xfrm>
          <a:prstGeom prst="rect">
            <a:avLst/>
          </a:prstGeom>
        </p:spPr>
        <p:txBody>
          <a:bodyPr vert="horz" lIns="92930" tIns="46465" rIns="92930" bIns="46465" rtlCol="0"/>
          <a:lstStyle>
            <a:lvl1pPr algn="r" eaLnBrk="1" fontAlgn="auto" hangingPunct="1">
              <a:spcBef>
                <a:spcPct val="0"/>
              </a:spcBef>
              <a:spcAft>
                <a:spcPct val="0"/>
              </a:spcAft>
              <a:defRPr sz="1200">
                <a:latin typeface="+mn-lt"/>
              </a:defRPr>
            </a:lvl1pPr>
          </a:lstStyle>
          <a:p>
            <a:pPr marL="0" marR="0" lvl="0" indent="0" algn="r" defTabSz="914400" rtl="0" eaLnBrk="1" fontAlgn="auto" latinLnBrk="0" hangingPunct="1">
              <a:lnSpc>
                <a:spcPct val="100000"/>
              </a:lnSpc>
              <a:spcBef>
                <a:spcPct val="0"/>
              </a:spcBef>
              <a:spcAft>
                <a:spcPct val="0"/>
              </a:spcAft>
              <a:buClrTx/>
              <a:buSzTx/>
              <a:buFontTx/>
              <a:buNone/>
              <a:defRPr/>
            </a:pPr>
            <a:fld id="{C2C61C08-2E61-493F-A675-1743D70D5E7D}" type="hfDateTime">
              <a:rPr kumimoji="0" lang="en-US" sz="1200" b="0" i="0" u="none" strike="noStrike" kern="1200" cap="none" spc="0" normalizeH="0" baseline="0" noProof="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ct val="0"/>
                </a:spcBef>
                <a:spcAft>
                  <a:spcPct val="0"/>
                </a:spcAft>
                <a:buClrTx/>
                <a:buSzTx/>
                <a:buFontTx/>
                <a:buNone/>
                <a:defRPr/>
              </a:pPr>
              <a:t>*</a:t>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25604" name="Slide Image Placeholder 3"/>
          <p:cNvSpPr>
            <a:spLocks noGrp="1" noRot="1" noChangeAspect="1"/>
          </p:cNvSpPr>
          <p:nvPr>
            <p:ph type="sldImg" idx="2"/>
          </p:nvPr>
        </p:nvSpPr>
        <p:spPr>
          <a:xfrm>
            <a:off x="1150938" y="698500"/>
            <a:ext cx="4652962" cy="3490913"/>
          </a:xfrm>
          <a:prstGeom prst="rect">
            <a:avLst/>
          </a:prstGeom>
          <a:noFill/>
          <a:ln w="12700">
            <a:solidFill>
              <a:prstClr val="black"/>
            </a:solidFill>
          </a:ln>
        </p:spPr>
      </p:sp>
      <p:sp>
        <p:nvSpPr>
          <p:cNvPr id="25605" name="Notes Placeholder 4"/>
          <p:cNvSpPr>
            <a:spLocks noGrp="1"/>
          </p:cNvSpPr>
          <p:nvPr>
            <p:ph type="body" sz="quarter" idx="3"/>
          </p:nvPr>
        </p:nvSpPr>
        <p:spPr>
          <a:xfrm>
            <a:off x="695325" y="4421188"/>
            <a:ext cx="5564188" cy="4189412"/>
          </a:xfrm>
          <a:prstGeom prst="rect">
            <a:avLst/>
          </a:prstGeom>
        </p:spPr>
        <p:txBody>
          <a:bodyPr vert="horz" lIns="92930" tIns="46465" rIns="92930" bIns="46465"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p>
        </p:txBody>
      </p:sp>
      <p:sp>
        <p:nvSpPr>
          <p:cNvPr id="25606" name="Footer Placeholder 5"/>
          <p:cNvSpPr>
            <a:spLocks noGrp="1"/>
          </p:cNvSpPr>
          <p:nvPr>
            <p:ph type="ftr" sz="quarter" idx="4"/>
          </p:nvPr>
        </p:nvSpPr>
        <p:spPr>
          <a:xfrm>
            <a:off x="0" y="8842375"/>
            <a:ext cx="3013075" cy="465138"/>
          </a:xfrm>
          <a:prstGeom prst="rect">
            <a:avLst/>
          </a:prstGeom>
        </p:spPr>
        <p:txBody>
          <a:bodyPr vert="horz" lIns="92930" tIns="46465" rIns="92930" bIns="46465" rtlCol="0" anchor="b"/>
          <a:lstStyle>
            <a:lvl1pPr algn="l" eaLnBrk="1" fontAlgn="auto" hangingPunct="1">
              <a:spcBef>
                <a:spcPct val="0"/>
              </a:spcBef>
              <a:spcAft>
                <a:spcPct val="0"/>
              </a:spcAft>
              <a:defRPr sz="1200">
                <a:latin typeface="+mn-lt"/>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25607" name="Slide Number Placeholder 6"/>
          <p:cNvSpPr>
            <a:spLocks noGrp="1"/>
          </p:cNvSpPr>
          <p:nvPr>
            <p:ph type="sldNum" sz="quarter" idx="5"/>
          </p:nvPr>
        </p:nvSpPr>
        <p:spPr>
          <a:xfrm>
            <a:off x="3940175" y="8842375"/>
            <a:ext cx="3013075" cy="465138"/>
          </a:xfrm>
          <a:prstGeom prst="rect">
            <a:avLst/>
          </a:prstGeom>
        </p:spPr>
        <p:txBody>
          <a:bodyPr lIns="92930" tIns="46465" rIns="92930" bIns="46465" numCol="1" anchor="b" anchorCtr="0" compatLnSpc="1">
            <a:prstTxWarp prst="textNoShape">
              <a:avLst/>
            </a:prstTxWarp>
            <a:noAutofit/>
          </a:bodyPr>
          <a:lstStyle>
            <a:defPPr>
              <a:defRPr lang="en-US"/>
            </a:defPPr>
            <a:lvl1pPr marL="0" indent="0" algn="r" defTabSz="914400" rtl="0" eaLnBrk="1" fontAlgn="base" hangingPunct="1">
              <a:lnSpc>
                <a:spcPct val="100000"/>
              </a:lnSpc>
              <a:spcBef>
                <a:spcPct val="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B5F02EAB-46E2-4EA8-BB65-83364C68CB36}" type="slidenum">
              <a:rPr lang="en-US" altLang="en-US" sz="1200">
                <a:latin typeface="Calibri" pitchFamily="34" charset="0"/>
              </a:rPr>
              <a:t>‹#›</a:t>
            </a:fld>
            <a:endParaRPr lang="en-US" altLang="en-US" sz="1200">
              <a:latin typeface="Calibri" pitchFamily="34" charset="0"/>
            </a:endParaRPr>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FC6C1773-3860-428C-AE71-199A3FEACB94}" type="slidenum">
              <a:rPr lang="en-US" altLang="en-US" sz="1200">
                <a:solidFill>
                  <a:srgbClr val="000000"/>
                </a:solidFill>
                <a:latin typeface="Times New Roman" pitchFamily="18" charset="0"/>
              </a:rPr>
              <a:t>3</a:t>
            </a:fld>
            <a:endParaRPr lang="en-US" altLang="en-US" sz="1200">
              <a:solidFill>
                <a:srgbClr val="000000"/>
              </a:solidFill>
              <a:latin typeface="Times New Roman" pitchFamily="18" charset="0"/>
            </a:endParaRPr>
          </a:p>
        </p:txBody>
      </p:sp>
      <p:sp>
        <p:nvSpPr>
          <p:cNvPr id="30723"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30724"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D79E5B00-C9C9-413D-9664-C39AE81791A1}" type="slidenum">
              <a:rPr lang="en-US" altLang="en-US" sz="1200">
                <a:solidFill>
                  <a:srgbClr val="000000"/>
                </a:solidFill>
                <a:latin typeface="Times New Roman" pitchFamily="18" charset="0"/>
              </a:rPr>
              <a:t>4</a:t>
            </a:fld>
            <a:endParaRPr lang="en-US" altLang="en-US" sz="1200">
              <a:solidFill>
                <a:srgbClr val="000000"/>
              </a:solidFill>
              <a:latin typeface="Times New Roman" pitchFamily="18" charset="0"/>
            </a:endParaRPr>
          </a:p>
        </p:txBody>
      </p:sp>
      <p:sp>
        <p:nvSpPr>
          <p:cNvPr id="32771"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32772"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B153D47D-A854-4168-94C1-F41294CB3CFA}" type="slidenum">
              <a:rPr lang="en-US" altLang="en-US" sz="1200">
                <a:solidFill>
                  <a:srgbClr val="000000"/>
                </a:solidFill>
                <a:latin typeface="Times New Roman" pitchFamily="18" charset="0"/>
              </a:rPr>
              <a:t>7</a:t>
            </a:fld>
            <a:endParaRPr lang="en-US" altLang="en-US" sz="1200">
              <a:solidFill>
                <a:srgbClr val="000000"/>
              </a:solidFill>
              <a:latin typeface="Times New Roman" pitchFamily="18" charset="0"/>
            </a:endParaRPr>
          </a:p>
        </p:txBody>
      </p:sp>
      <p:sp>
        <p:nvSpPr>
          <p:cNvPr id="36867"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36868"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CBB8E0BB-1340-463D-96BF-B0CCD3C41DC2}" type="slidenum">
              <a:rPr lang="en-US" altLang="en-US" sz="1200">
                <a:solidFill>
                  <a:srgbClr val="000000"/>
                </a:solidFill>
                <a:latin typeface="Times New Roman" pitchFamily="18" charset="0"/>
              </a:rPr>
              <a:t>8</a:t>
            </a:fld>
            <a:endParaRPr lang="en-US" altLang="en-US" sz="1200">
              <a:solidFill>
                <a:srgbClr val="000000"/>
              </a:solidFill>
              <a:latin typeface="Times New Roman" pitchFamily="18" charset="0"/>
            </a:endParaRPr>
          </a:p>
        </p:txBody>
      </p:sp>
      <p:sp>
        <p:nvSpPr>
          <p:cNvPr id="38915"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38916"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5C3B53A3-2B06-4025-BBC1-7EE20F28C807}" type="slidenum">
              <a:rPr lang="en-US" altLang="en-US" sz="1200">
                <a:solidFill>
                  <a:srgbClr val="000000"/>
                </a:solidFill>
                <a:latin typeface="Times New Roman" pitchFamily="18" charset="0"/>
              </a:rPr>
              <a:t>13</a:t>
            </a:fld>
            <a:endParaRPr lang="en-US" altLang="en-US" sz="1200">
              <a:solidFill>
                <a:srgbClr val="000000"/>
              </a:solidFill>
              <a:latin typeface="Times New Roman" pitchFamily="18" charset="0"/>
            </a:endParaRPr>
          </a:p>
        </p:txBody>
      </p:sp>
      <p:sp>
        <p:nvSpPr>
          <p:cNvPr id="45059"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45060"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999F2029-428E-4A38-A6D4-9957039BEBEF}" type="slidenum">
              <a:rPr lang="en-US" altLang="en-US" sz="1200">
                <a:solidFill>
                  <a:srgbClr val="000000"/>
                </a:solidFill>
                <a:latin typeface="Times New Roman" pitchFamily="18" charset="0"/>
              </a:rPr>
              <a:t>15</a:t>
            </a:fld>
            <a:endParaRPr lang="en-US" altLang="en-US" sz="1200">
              <a:solidFill>
                <a:srgbClr val="000000"/>
              </a:solidFill>
              <a:latin typeface="Times New Roman" pitchFamily="18" charset="0"/>
            </a:endParaRPr>
          </a:p>
        </p:txBody>
      </p:sp>
      <p:sp>
        <p:nvSpPr>
          <p:cNvPr id="48131"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48132"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88B0F96D-B741-4FBF-A97A-48E94C7610D9}" type="slidenum">
              <a:rPr lang="en-US" altLang="en-US" sz="1200">
                <a:solidFill>
                  <a:srgbClr val="000000"/>
                </a:solidFill>
                <a:latin typeface="Times New Roman" pitchFamily="18" charset="0"/>
              </a:rPr>
              <a:t>16</a:t>
            </a:fld>
            <a:endParaRPr lang="en-US" altLang="en-US" sz="1200">
              <a:solidFill>
                <a:srgbClr val="000000"/>
              </a:solidFill>
              <a:latin typeface="Times New Roman" pitchFamily="18" charset="0"/>
            </a:endParaRPr>
          </a:p>
        </p:txBody>
      </p:sp>
      <p:sp>
        <p:nvSpPr>
          <p:cNvPr id="50179"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50180"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592A9561-A44F-4678-9203-53870C62CFB9}" type="slidenum">
              <a:rPr lang="en-US" altLang="en-US" sz="1200">
                <a:solidFill>
                  <a:srgbClr val="000000"/>
                </a:solidFill>
                <a:latin typeface="Times New Roman" pitchFamily="18" charset="0"/>
              </a:rPr>
              <a:t>17</a:t>
            </a:fld>
            <a:endParaRPr lang="en-US" altLang="en-US" sz="1200">
              <a:solidFill>
                <a:srgbClr val="000000"/>
              </a:solidFill>
              <a:latin typeface="Times New Roman" pitchFamily="18" charset="0"/>
            </a:endParaRPr>
          </a:p>
        </p:txBody>
      </p:sp>
      <p:sp>
        <p:nvSpPr>
          <p:cNvPr id="52227"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52228"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70C9888C-DDE6-4715-A9DE-976D79341385}" type="slidenum">
              <a:rPr lang="en-US" altLang="en-US" sz="1200">
                <a:solidFill>
                  <a:srgbClr val="000000"/>
                </a:solidFill>
                <a:latin typeface="Times New Roman" pitchFamily="18" charset="0"/>
              </a:rPr>
              <a:t>18</a:t>
            </a:fld>
            <a:endParaRPr lang="en-US" altLang="en-US" sz="1200">
              <a:solidFill>
                <a:srgbClr val="000000"/>
              </a:solidFill>
              <a:latin typeface="Times New Roman" pitchFamily="18" charset="0"/>
            </a:endParaRPr>
          </a:p>
        </p:txBody>
      </p:sp>
      <p:sp>
        <p:nvSpPr>
          <p:cNvPr id="54275"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54276"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2AE4A8A8-DE50-4DDD-9400-8E2B364C1B4F}" type="slidenum">
              <a:rPr lang="en-US" altLang="en-US" sz="1200">
                <a:solidFill>
                  <a:srgbClr val="000000"/>
                </a:solidFill>
                <a:latin typeface="Times New Roman" pitchFamily="18" charset="0"/>
              </a:rPr>
              <a:t>19</a:t>
            </a:fld>
            <a:endParaRPr lang="en-US" altLang="en-US" sz="1200">
              <a:solidFill>
                <a:srgbClr val="000000"/>
              </a:solidFill>
              <a:latin typeface="Times New Roman" pitchFamily="18" charset="0"/>
            </a:endParaRPr>
          </a:p>
        </p:txBody>
      </p:sp>
      <p:sp>
        <p:nvSpPr>
          <p:cNvPr id="56323"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56324"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D4F87649-8DBC-482E-B98D-EE2C57538782}" type="slidenum">
              <a:rPr lang="en-US" altLang="en-US" sz="1200">
                <a:solidFill>
                  <a:srgbClr val="000000"/>
                </a:solidFill>
                <a:latin typeface="Times New Roman" pitchFamily="18" charset="0"/>
              </a:rPr>
              <a:t>20</a:t>
            </a:fld>
            <a:endParaRPr lang="en-US" altLang="en-US" sz="1200">
              <a:solidFill>
                <a:srgbClr val="000000"/>
              </a:solidFill>
              <a:latin typeface="Times New Roman" pitchFamily="18" charset="0"/>
            </a:endParaRPr>
          </a:p>
        </p:txBody>
      </p:sp>
      <p:sp>
        <p:nvSpPr>
          <p:cNvPr id="58371"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58372"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54AF57E3-9F1F-429B-9D43-EB31B995FCFF}" type="slidenum">
              <a:rPr lang="en-US" altLang="en-US" sz="1200">
                <a:solidFill>
                  <a:srgbClr val="000000"/>
                </a:solidFill>
                <a:latin typeface="Times New Roman" pitchFamily="18" charset="0"/>
              </a:rPr>
              <a:t>21</a:t>
            </a:fld>
            <a:endParaRPr lang="en-US" altLang="en-US" sz="1200">
              <a:solidFill>
                <a:srgbClr val="000000"/>
              </a:solidFill>
              <a:latin typeface="Times New Roman" pitchFamily="18" charset="0"/>
            </a:endParaRPr>
          </a:p>
        </p:txBody>
      </p:sp>
      <p:sp>
        <p:nvSpPr>
          <p:cNvPr id="60419"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60420"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34F570D9-238E-4157-9093-468148D1D9C3}" type="slidenum">
              <a:rPr lang="en-US" altLang="en-US" sz="1200">
                <a:solidFill>
                  <a:srgbClr val="000000"/>
                </a:solidFill>
                <a:latin typeface="Times New Roman" pitchFamily="18" charset="0"/>
              </a:rPr>
              <a:t>22</a:t>
            </a:fld>
            <a:endParaRPr lang="en-US" altLang="en-US" sz="1200">
              <a:solidFill>
                <a:srgbClr val="000000"/>
              </a:solidFill>
              <a:latin typeface="Times New Roman" pitchFamily="18" charset="0"/>
            </a:endParaRPr>
          </a:p>
        </p:txBody>
      </p:sp>
      <p:sp>
        <p:nvSpPr>
          <p:cNvPr id="62467"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62468"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EEB183E6-0FCD-4E0B-8A8E-9EE57FE98771}" type="slidenum">
              <a:rPr lang="en-US" altLang="en-US" sz="1200">
                <a:solidFill>
                  <a:srgbClr val="000000"/>
                </a:solidFill>
                <a:latin typeface="Times New Roman" pitchFamily="18" charset="0"/>
              </a:rPr>
              <a:t>23</a:t>
            </a:fld>
            <a:endParaRPr lang="en-US" altLang="en-US" sz="1200">
              <a:solidFill>
                <a:srgbClr val="000000"/>
              </a:solidFill>
              <a:latin typeface="Times New Roman" pitchFamily="18" charset="0"/>
            </a:endParaRPr>
          </a:p>
        </p:txBody>
      </p:sp>
      <p:sp>
        <p:nvSpPr>
          <p:cNvPr id="64515"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64516"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4A2E02DE-49A6-4E9A-B8FC-F36807D20771}" type="slidenum">
              <a:rPr lang="en-US" altLang="en-US" sz="1200">
                <a:solidFill>
                  <a:srgbClr val="000000"/>
                </a:solidFill>
                <a:latin typeface="Times New Roman" pitchFamily="18" charset="0"/>
              </a:rPr>
              <a:t>24</a:t>
            </a:fld>
            <a:endParaRPr lang="en-US" altLang="en-US" sz="1200">
              <a:solidFill>
                <a:srgbClr val="000000"/>
              </a:solidFill>
              <a:latin typeface="Times New Roman" pitchFamily="18" charset="0"/>
            </a:endParaRPr>
          </a:p>
        </p:txBody>
      </p:sp>
      <p:sp>
        <p:nvSpPr>
          <p:cNvPr id="66563"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66564"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E268FCD3-B8AA-491C-829E-72F7417DE5FA}" type="slidenum">
              <a:rPr lang="en-US" altLang="en-US" sz="1200">
                <a:solidFill>
                  <a:srgbClr val="000000"/>
                </a:solidFill>
                <a:latin typeface="Times New Roman" pitchFamily="18" charset="0"/>
              </a:rPr>
              <a:t>25</a:t>
            </a:fld>
            <a:endParaRPr lang="en-US" altLang="en-US" sz="1200">
              <a:solidFill>
                <a:srgbClr val="000000"/>
              </a:solidFill>
              <a:latin typeface="Times New Roman" pitchFamily="18" charset="0"/>
            </a:endParaRPr>
          </a:p>
        </p:txBody>
      </p:sp>
      <p:sp>
        <p:nvSpPr>
          <p:cNvPr id="68611"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68612"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BCE90EBE-AD27-4FA4-BEA6-D806F02177F5}" type="slidenum">
              <a:rPr lang="en-US" altLang="en-US" sz="1200">
                <a:solidFill>
                  <a:srgbClr val="000000"/>
                </a:solidFill>
                <a:latin typeface="Times New Roman" pitchFamily="18" charset="0"/>
              </a:rPr>
              <a:t>35</a:t>
            </a:fld>
            <a:endParaRPr lang="en-US" altLang="en-US" sz="1200">
              <a:solidFill>
                <a:srgbClr val="000000"/>
              </a:solidFill>
              <a:latin typeface="Times New Roman" pitchFamily="18" charset="0"/>
            </a:endParaRPr>
          </a:p>
        </p:txBody>
      </p:sp>
      <p:sp>
        <p:nvSpPr>
          <p:cNvPr id="79875"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79876"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F52E02FD-3DE0-4F83-AF5B-56C6630F499E}" type="slidenum">
              <a:rPr lang="en-US" altLang="en-US" sz="1200">
                <a:solidFill>
                  <a:srgbClr val="000000"/>
                </a:solidFill>
                <a:latin typeface="Times New Roman" pitchFamily="18" charset="0"/>
              </a:rPr>
              <a:t>36</a:t>
            </a:fld>
            <a:endParaRPr lang="en-US" altLang="en-US" sz="1200">
              <a:solidFill>
                <a:srgbClr val="000000"/>
              </a:solidFill>
              <a:latin typeface="Times New Roman" pitchFamily="18" charset="0"/>
            </a:endParaRPr>
          </a:p>
        </p:txBody>
      </p:sp>
      <p:sp>
        <p:nvSpPr>
          <p:cNvPr id="81923"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81924"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2"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FBF4F84A-5D45-4CBC-A35E-343E84B09333}" type="slidenum">
              <a:rPr lang="en-US" altLang="en-US" sz="1200">
                <a:solidFill>
                  <a:srgbClr val="000000"/>
                </a:solidFill>
                <a:latin typeface="Times New Roman" pitchFamily="18" charset="0"/>
              </a:rPr>
              <a:t>40</a:t>
            </a:fld>
            <a:endParaRPr lang="en-US" altLang="en-US" sz="1200">
              <a:solidFill>
                <a:srgbClr val="000000"/>
              </a:solidFill>
              <a:latin typeface="Times New Roman" pitchFamily="18" charset="0"/>
            </a:endParaRPr>
          </a:p>
        </p:txBody>
      </p:sp>
      <p:sp>
        <p:nvSpPr>
          <p:cNvPr id="87043"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87044"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6"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8E089213-1D0D-4CC7-B70C-94CB44B7401A}" type="slidenum">
              <a:rPr lang="en-US" altLang="en-US" sz="1200">
                <a:solidFill>
                  <a:srgbClr val="000000"/>
                </a:solidFill>
                <a:latin typeface="Times New Roman" pitchFamily="18" charset="0"/>
              </a:rPr>
              <a:t>45</a:t>
            </a:fld>
            <a:endParaRPr lang="en-US" altLang="en-US" sz="1200">
              <a:solidFill>
                <a:srgbClr val="000000"/>
              </a:solidFill>
              <a:latin typeface="Times New Roman" pitchFamily="18" charset="0"/>
            </a:endParaRPr>
          </a:p>
        </p:txBody>
      </p:sp>
      <p:sp>
        <p:nvSpPr>
          <p:cNvPr id="93187"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93188"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330"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ECC918B2-53B3-4933-833D-F0FC9415777B}" type="slidenum">
              <a:rPr lang="en-US" altLang="en-US" sz="1200">
                <a:solidFill>
                  <a:srgbClr val="000000"/>
                </a:solidFill>
                <a:latin typeface="Times New Roman" pitchFamily="18" charset="0"/>
              </a:rPr>
              <a:t>50</a:t>
            </a:fld>
            <a:endParaRPr lang="en-US" altLang="en-US" sz="1200">
              <a:solidFill>
                <a:srgbClr val="000000"/>
              </a:solidFill>
              <a:latin typeface="Times New Roman" pitchFamily="18" charset="0"/>
            </a:endParaRPr>
          </a:p>
        </p:txBody>
      </p:sp>
      <p:sp>
        <p:nvSpPr>
          <p:cNvPr id="99331"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99332"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378"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BDD324F2-C38B-404F-82EF-B23B2E22C93F}" type="slidenum">
              <a:rPr lang="en-US" altLang="en-US" sz="1200">
                <a:solidFill>
                  <a:srgbClr val="000000"/>
                </a:solidFill>
                <a:latin typeface="Times New Roman" pitchFamily="18" charset="0"/>
              </a:rPr>
              <a:t>51</a:t>
            </a:fld>
            <a:endParaRPr lang="en-US" altLang="en-US" sz="1200">
              <a:solidFill>
                <a:srgbClr val="000000"/>
              </a:solidFill>
              <a:latin typeface="Times New Roman" pitchFamily="18" charset="0"/>
            </a:endParaRPr>
          </a:p>
        </p:txBody>
      </p:sp>
      <p:sp>
        <p:nvSpPr>
          <p:cNvPr id="101379"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101380"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6"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F3C7E42B-F6D9-4D96-87A1-FF3DD46E0910}" type="slidenum">
              <a:rPr lang="en-US" altLang="en-US" sz="1200">
                <a:solidFill>
                  <a:srgbClr val="000000"/>
                </a:solidFill>
                <a:latin typeface="Times New Roman" pitchFamily="18" charset="0"/>
              </a:rPr>
              <a:t>52</a:t>
            </a:fld>
            <a:endParaRPr lang="en-US" altLang="en-US" sz="1200">
              <a:solidFill>
                <a:srgbClr val="000000"/>
              </a:solidFill>
              <a:latin typeface="Times New Roman" pitchFamily="18" charset="0"/>
            </a:endParaRPr>
          </a:p>
        </p:txBody>
      </p:sp>
      <p:sp>
        <p:nvSpPr>
          <p:cNvPr id="103427"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103428"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4"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9DF67B1B-D763-4E54-8CDC-7C4191560F18}" type="slidenum">
              <a:rPr lang="en-US" altLang="en-US" sz="1200">
                <a:solidFill>
                  <a:srgbClr val="000000"/>
                </a:solidFill>
                <a:latin typeface="Times New Roman" pitchFamily="18" charset="0"/>
              </a:rPr>
              <a:t>53</a:t>
            </a:fld>
            <a:endParaRPr lang="en-US" altLang="en-US" sz="1200">
              <a:solidFill>
                <a:srgbClr val="000000"/>
              </a:solidFill>
              <a:latin typeface="Times New Roman" pitchFamily="18" charset="0"/>
            </a:endParaRPr>
          </a:p>
        </p:txBody>
      </p:sp>
      <p:sp>
        <p:nvSpPr>
          <p:cNvPr id="105475"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105476"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2"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277C8951-2832-495E-B39E-46D65F29EA9B}" type="slidenum">
              <a:rPr lang="en-US" altLang="en-US" sz="1200">
                <a:solidFill>
                  <a:srgbClr val="000000"/>
                </a:solidFill>
                <a:latin typeface="Times New Roman" pitchFamily="18" charset="0"/>
              </a:rPr>
              <a:t>54</a:t>
            </a:fld>
            <a:endParaRPr lang="en-US" altLang="en-US" sz="1200">
              <a:solidFill>
                <a:srgbClr val="000000"/>
              </a:solidFill>
              <a:latin typeface="Times New Roman" pitchFamily="18" charset="0"/>
            </a:endParaRPr>
          </a:p>
        </p:txBody>
      </p:sp>
      <p:sp>
        <p:nvSpPr>
          <p:cNvPr id="107523"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107524"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42" name="Rectangle 8"/>
          <p:cNvSpPr>
            <a:spLocks noGrp="1"/>
          </p:cNvSpPr>
          <p:nvPr>
            <p:ph type="sldNum"/>
          </p:nvPr>
        </p:nvSpPr>
        <p:spPr>
          <a:xfrm>
            <a:off x="3940175" y="8842375"/>
            <a:ext cx="3013075" cy="465138"/>
          </a:xfrm>
          <a:prstGeom prst="rect">
            <a:avLst/>
          </a:prstGeom>
          <a:noFill/>
          <a:ln>
            <a:noFill/>
            <a:miter lim="800000"/>
          </a:ln>
        </p:spPr>
        <p:txBody>
          <a:bodyPr lIns="92930" tIns="46465" rIns="92930" bIns="46465"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defTabSz="449262"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869843B8-42DA-4124-9F98-132A48A1D91E}" type="slidenum">
              <a:rPr lang="en-US" altLang="en-US" sz="1200">
                <a:solidFill>
                  <a:srgbClr val="000000"/>
                </a:solidFill>
                <a:latin typeface="Times New Roman" pitchFamily="18" charset="0"/>
              </a:rPr>
              <a:t>58</a:t>
            </a:fld>
            <a:endParaRPr lang="en-US" altLang="en-US" sz="1200">
              <a:solidFill>
                <a:srgbClr val="000000"/>
              </a:solidFill>
              <a:latin typeface="Times New Roman" pitchFamily="18" charset="0"/>
            </a:endParaRPr>
          </a:p>
        </p:txBody>
      </p:sp>
      <p:sp>
        <p:nvSpPr>
          <p:cNvPr id="112643" name="Rectangle 1"/>
          <p:cNvSpPr>
            <a:spLocks noGrp="1" noRot="1" noChangeAspect="1" noTextEdit="1"/>
          </p:cNvSpPr>
          <p:nvPr>
            <p:ph type="sldImg" idx="2"/>
          </p:nvPr>
        </p:nvSpPr>
        <p:spPr bwMode="auto">
          <a:xfrm>
            <a:off x="1143000" y="685800"/>
            <a:ext cx="4572000" cy="3429000"/>
          </a:xfrm>
          <a:solidFill>
            <a:srgbClr val="FFFFFF"/>
          </a:solidFill>
          <a:ln w="12700">
            <a:solidFill>
              <a:srgbClr val="000000"/>
            </a:solidFill>
            <a:miter lim="800000"/>
          </a:ln>
          <a:effectLst/>
        </p:spPr>
      </p:sp>
      <p:sp>
        <p:nvSpPr>
          <p:cNvPr id="112644" name="Rectangle 2"/>
          <p:cNvSpPr>
            <a:spLocks noGrp="1"/>
          </p:cNvSpPr>
          <p:nvPr>
            <p:ph type="body" idx="3"/>
          </p:nvPr>
        </p:nvSpPr>
        <p:spPr bwMode="auto">
          <a:xfrm>
            <a:off x="685800" y="4343400"/>
            <a:ext cx="5486400" cy="4114800"/>
          </a:xfrm>
          <a:noFill/>
          <a:ln w="9525" cap="flat">
            <a:noFill/>
            <a:round/>
          </a:ln>
          <a:effectLst/>
        </p:spPr>
        <p:txBody>
          <a:bodyPr wrap="none" lIns="92930" tIns="46465" rIns="92930" bIns="46465" anchor="ctr"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defRPr>
            </a:lvl5pPr>
          </a:lstStyle>
          <a:p>
            <a:pPr marL="0" inden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EBFF2901-859F-49E3-A067-C54C6E9E57C0}" type="slidenum">
              <a:rPr lang="en-US" altLang="en-US">
                <a:ea typeface="DejaVu Sans"/>
              </a:rPr>
              <a:t>63</a:t>
            </a:fld>
            <a:endParaRPr lang="en-US" altLang="en-US">
              <a:ea typeface="DejaVu Sans"/>
            </a:endParaRPr>
          </a:p>
        </p:txBody>
      </p:sp>
      <p:sp>
        <p:nvSpPr>
          <p:cNvPr id="28675"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28676"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4DBCC680-13D1-42E5-8B53-D7DFD8A94C39}" type="slidenum">
              <a:rPr lang="en-US" altLang="en-US">
                <a:ea typeface="DejaVu Sans"/>
              </a:rPr>
              <a:t>64</a:t>
            </a:fld>
            <a:endParaRPr lang="en-US" altLang="en-US">
              <a:ea typeface="DejaVu Sans"/>
            </a:endParaRPr>
          </a:p>
        </p:txBody>
      </p:sp>
      <p:sp>
        <p:nvSpPr>
          <p:cNvPr id="30723"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30724"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DD3C17D6-F786-4CBB-8BB5-E1B37D088818}" type="slidenum">
              <a:rPr lang="en-US" altLang="en-US">
                <a:ea typeface="DejaVu Sans"/>
              </a:rPr>
              <a:t>65</a:t>
            </a:fld>
            <a:endParaRPr lang="en-US" altLang="en-US">
              <a:ea typeface="DejaVu Sans"/>
            </a:endParaRPr>
          </a:p>
        </p:txBody>
      </p:sp>
      <p:sp>
        <p:nvSpPr>
          <p:cNvPr id="34819"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34820"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4F3AB93B-E2A6-40AF-B330-188D2A45533D}" type="slidenum">
              <a:rPr lang="en-US" altLang="en-US">
                <a:ea typeface="DejaVu Sans"/>
              </a:rPr>
              <a:t>66</a:t>
            </a:fld>
            <a:endParaRPr lang="en-US" altLang="en-US">
              <a:ea typeface="DejaVu Sans"/>
            </a:endParaRPr>
          </a:p>
        </p:txBody>
      </p:sp>
      <p:sp>
        <p:nvSpPr>
          <p:cNvPr id="36867"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36868"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1E854798-C879-488F-9F56-B3CA6F398CCC}" type="slidenum">
              <a:rPr lang="en-US" altLang="en-US">
                <a:ea typeface="DejaVu Sans"/>
              </a:rPr>
              <a:t>67</a:t>
            </a:fld>
            <a:endParaRPr lang="en-US" altLang="en-US">
              <a:ea typeface="DejaVu Sans"/>
            </a:endParaRPr>
          </a:p>
        </p:txBody>
      </p:sp>
      <p:sp>
        <p:nvSpPr>
          <p:cNvPr id="38915"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38916"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79BE003B-7907-48D7-9F0F-A8989E49759C}" type="slidenum">
              <a:rPr lang="en-US" altLang="en-US">
                <a:ea typeface="DejaVu Sans"/>
              </a:rPr>
              <a:t>68</a:t>
            </a:fld>
            <a:endParaRPr lang="en-US" altLang="en-US">
              <a:ea typeface="DejaVu Sans"/>
            </a:endParaRPr>
          </a:p>
        </p:txBody>
      </p:sp>
      <p:sp>
        <p:nvSpPr>
          <p:cNvPr id="40963"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40964"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1411A565-0822-4C93-BC70-F5B12FEB1FCE}" type="slidenum">
              <a:rPr lang="en-US" altLang="en-US">
                <a:ea typeface="DejaVu Sans"/>
              </a:rPr>
              <a:t>69</a:t>
            </a:fld>
            <a:endParaRPr lang="en-US" altLang="en-US">
              <a:ea typeface="DejaVu Sans"/>
            </a:endParaRPr>
          </a:p>
        </p:txBody>
      </p:sp>
      <p:sp>
        <p:nvSpPr>
          <p:cNvPr id="43011"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43012"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F66004A4-8EED-4960-84F3-9DA521B86095}" type="slidenum">
              <a:rPr lang="en-US" altLang="en-US">
                <a:ea typeface="DejaVu Sans"/>
              </a:rPr>
              <a:t>70</a:t>
            </a:fld>
            <a:endParaRPr lang="en-US" altLang="en-US">
              <a:ea typeface="DejaVu Sans"/>
            </a:endParaRPr>
          </a:p>
        </p:txBody>
      </p:sp>
      <p:sp>
        <p:nvSpPr>
          <p:cNvPr id="45059"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45060"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lvl1pPr marL="0" indent="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6" charset="0"/>
              <a:buNone/>
              <a:defRPr kumimoji="0" lang="en-GB" altLang="en-US" sz="1200" b="0" i="0" u="none" baseline="0">
                <a:solidFill>
                  <a:srgbClr val="000000"/>
                </a:solidFill>
                <a:effectLst/>
                <a:latin typeface="Times New Roman" pitchFamily="16" charset="0"/>
              </a:defRPr>
            </a:lvl5p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78483169-0E3F-415E-822E-8A64E319F524}" type="datetimeFigureOut">
              <a:rPr lang="en-US" smtClean="0"/>
              <a:t>8/28/2021</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B97B663B-61CA-4EAC-A200-7C14A5141123}" type="datetimeFigureOut">
              <a:rPr lang="en-US" smtClean="0"/>
              <a:t>8/28/2021</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C68CE836-10B4-4DEF-A818-1F1FE51C91D9}" type="datetimeFigureOut">
              <a:rPr lang="en-US" smtClean="0"/>
              <a:t>8/28/2021</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F90DAE5B-1858-454A-8DA5-328E8ECAD785}" type="datetimeFigureOut">
              <a:rPr lang="en-US" smtClean="0"/>
              <a:t>8/28/2021</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65743DED-B330-4F60-A6BA-0F354EF91A14}" type="datetimeFigureOut">
              <a:rPr lang="en-US" smtClean="0"/>
              <a:t>8/28/2021</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294C9296-FEC7-4ED9-9AA1-BFAE8EA3BA9D}" type="datetimeFigureOut">
              <a:rPr lang="en-US" smtClean="0"/>
              <a:t>8/28/2021</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130D124E-6DCD-4A5B-97C6-E12E4E51AFDE}" type="datetimeFigureOut">
              <a:rPr lang="en-US" smtClean="0"/>
              <a:t>8/28/2021</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A706A0B3-93DD-4634-AA69-7F0E2F7A979F}" type="datetimeFigureOut">
              <a:rPr lang="en-US" smtClean="0"/>
              <a:t>8/28/2021</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C4022B3E-EE83-41C0-AFF9-E4B544270C87}" type="datetimeFigureOut">
              <a:rPr lang="en-US" smtClean="0"/>
              <a:t>8/28/2021</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7AA4DD76-2FB4-418C-885A-341A5A120230}" type="datetimeFigureOut">
              <a:rPr lang="en-US" smtClean="0"/>
              <a:t>8/28/2021</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00F19832-8CC0-4302-A5CF-B83C6C951255}" type="datetimeFigureOut">
              <a:rPr lang="en-US" smtClean="0"/>
              <a:t>8/28/2021</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itle Slide">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12" name="Title 1"/>
          <p:cNvSpPr>
            <a:spLocks noGrp="1"/>
          </p:cNvSpPr>
          <p:nvPr>
            <p:ph type="ctrTitle"/>
          </p:nvPr>
        </p:nvSpPr>
        <p:spPr>
          <a:xfrm>
            <a:off x="685800" y="2130425"/>
            <a:ext cx="7772400" cy="1470025"/>
          </a:xfrm>
        </p:spPr>
        <p:txBody>
          <a:bodyPr>
            <a:scene3d>
              <a:camera prst="orthographicFront"/>
              <a:lightRig rig="soft" dir="tl"/>
            </a:scene3d>
            <a:sp3d contourW="25400" prstMaterial="matte">
              <a:bevelT w="25400" h="55880" prst="artDeco"/>
              <a:contourClr>
                <a:schemeClr val="accent2">
                  <a:tint val="20000"/>
                </a:schemeClr>
              </a:contourClr>
            </a:sp3d>
          </a:bodyPr>
          <a:lstStyle/>
          <a:p>
            <a:r>
              <a:rPr lang="en-US"/>
              <a:t>Click to edit Master title style</a:t>
            </a: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Title and Conten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idx="4294967295"/>
          </p:nvPr>
        </p:nvSpPr>
        <p:spPr>
          <a:xfrm>
            <a:off x="0" y="304800"/>
            <a:ext cx="4800600" cy="487362"/>
          </a:xfrm>
        </p:spPr>
        <p:txBody>
          <a:bodyPr>
            <a:normAutofit fontScale="90000"/>
            <a:scene3d>
              <a:camera prst="orthographicFront"/>
              <a:lightRig rig="soft" dir="tl"/>
            </a:scene3d>
            <a:sp3d contourW="25400" prstMaterial="matte">
              <a:bevelT w="25400" h="55880" prst="artDeco"/>
              <a:contourClr>
                <a:schemeClr val="accent2">
                  <a:tint val="20000"/>
                </a:schemeClr>
              </a:contourClr>
            </a:sp3d>
          </a:bodyPr>
          <a:lstStyle/>
          <a:p>
            <a:r>
              <a:rPr lang="en-US"/>
              <a:t>Click to edit Master title style</a:t>
            </a:r>
          </a:p>
        </p:txBody>
      </p:sp>
      <p:sp>
        <p:nvSpPr>
          <p:cNvPr id="4100" name="Slide Number Placeholder 5"/>
          <p:cNvSpPr>
            <a:spLocks noGrp="1"/>
          </p:cNvSpPr>
          <p:nvPr>
            <p:ph type="sldNum" sz="quarter"/>
          </p:nvPr>
        </p:nvSpPr>
        <p:spPr>
          <a:xfrm>
            <a:off x="8686800" y="6400800"/>
            <a:ext cx="457200" cy="441325"/>
          </a:xfrm>
          <a:prstGeom prst="rect">
            <a:avLst/>
          </a:prstGeom>
          <a:gradFill rotWithShape="1">
            <a:gsLst>
              <a:gs pos="0">
                <a:srgbClr val="2C5D98"/>
              </a:gs>
              <a:gs pos="80000">
                <a:srgbClr val="3C7BC7"/>
              </a:gs>
              <a:gs pos="100000">
                <a:srgbClr val="3A7CCB"/>
              </a:gs>
            </a:gsLst>
            <a:lin ang="16200000"/>
          </a:gradFill>
          <a:ln>
            <a:noFill/>
            <a:miter lim="800000"/>
          </a:ln>
          <a:effectLst>
            <a:outerShdw blurRad="40000" dist="23000" dir="5400000">
              <a:srgbClr val="000000">
                <a:alpha val="34999"/>
              </a:srgbClr>
            </a:outerShdw>
          </a:effectLst>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fld id="{CE2B6BC3-EDB0-4E09-8F4C-55CFB5233B2F}" type="slidenum">
              <a:rPr lang="en-US" altLang="en-US">
                <a:latin typeface="Calibri" pitchFamily="34" charset="0"/>
              </a:rPr>
              <a:t>‹#›</a:t>
            </a:fld>
            <a:endParaRPr lang="en-US" altLang="en-US">
              <a:latin typeface="Calibri" pitchFamily="34" charset="0"/>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cSld name="Section Header">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124" name="Slide Number Placeholder 5"/>
          <p:cNvSpPr>
            <a:spLocks noGrp="1"/>
          </p:cNvSpPr>
          <p:nvPr>
            <p:ph type="sldNum" sz="quarter" idx="10"/>
          </p:nvPr>
        </p:nvSpPr>
        <p:spPr>
          <a:xfrm>
            <a:off x="8763000" y="6492875"/>
            <a:ext cx="381000" cy="365125"/>
          </a:xfrm>
          <a:prstGeom prst="rect">
            <a:avLst/>
          </a:prstGeom>
          <a:gradFill rotWithShape="1">
            <a:gsLst>
              <a:gs pos="0">
                <a:srgbClr val="2C5D98"/>
              </a:gs>
              <a:gs pos="80000">
                <a:srgbClr val="3C7BC7"/>
              </a:gs>
              <a:gs pos="100000">
                <a:srgbClr val="3A7CCB"/>
              </a:gs>
            </a:gsLst>
            <a:lin ang="16200000"/>
          </a:gradFill>
          <a:ln>
            <a:noFill/>
            <a:miter lim="800000"/>
          </a:ln>
          <a:effectLst>
            <a:outerShdw blurRad="40000" dist="23000" dir="5400000">
              <a:srgbClr val="000000">
                <a:alpha val="34999"/>
              </a:srgbClr>
            </a:outerShdw>
          </a:effectLst>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6999D892-C596-47F4-A040-BC0264ED392E}" type="slidenum">
              <a:rPr lang="en-US" altLang="en-US" sz="1200">
                <a:latin typeface="Calibri" pitchFamily="34" charset="0"/>
              </a:rPr>
              <a:t>‹#›</a:t>
            </a:fld>
            <a:endParaRPr lang="en-US" altLang="en-US" sz="1200">
              <a:latin typeface="Calibri" pitchFamily="34" charset="0"/>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cSld name="Two Conten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48" name="Slide Number Placeholder 5"/>
          <p:cNvSpPr>
            <a:spLocks noGrp="1"/>
          </p:cNvSpPr>
          <p:nvPr>
            <p:ph type="sldNum" sz="quarter" idx="10"/>
          </p:nvPr>
        </p:nvSpPr>
        <p:spPr>
          <a:xfrm>
            <a:off x="8763000" y="6492875"/>
            <a:ext cx="381000" cy="365125"/>
          </a:xfrm>
          <a:prstGeom prst="rect">
            <a:avLst/>
          </a:prstGeom>
          <a:gradFill rotWithShape="1">
            <a:gsLst>
              <a:gs pos="0">
                <a:srgbClr val="2C5D98"/>
              </a:gs>
              <a:gs pos="80000">
                <a:srgbClr val="3C7BC7"/>
              </a:gs>
              <a:gs pos="100000">
                <a:srgbClr val="3A7CCB"/>
              </a:gs>
            </a:gsLst>
            <a:lin ang="16200000"/>
          </a:gradFill>
          <a:ln>
            <a:noFill/>
            <a:miter lim="800000"/>
          </a:ln>
          <a:effectLst>
            <a:outerShdw blurRad="40000" dist="23000" dir="5400000">
              <a:srgbClr val="000000">
                <a:alpha val="34999"/>
              </a:srgbClr>
            </a:outerShdw>
          </a:effectLst>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68CF63F9-AF3D-480A-8A78-C40A8E5B58BA}" type="slidenum">
              <a:rPr lang="en-US" altLang="en-US" sz="1200">
                <a:latin typeface="Calibri" pitchFamily="34" charset="0"/>
              </a:rPr>
              <a:t>‹#›</a:t>
            </a:fld>
            <a:endParaRPr lang="en-US" altLang="en-US" sz="1200">
              <a:latin typeface="Calibri" pitchFamily="34" charset="0"/>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cSld name="Comparis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172" name="Slide Number Placeholder 5"/>
          <p:cNvSpPr>
            <a:spLocks noGrp="1"/>
          </p:cNvSpPr>
          <p:nvPr>
            <p:ph type="sldNum" sz="quarter" idx="10"/>
          </p:nvPr>
        </p:nvSpPr>
        <p:spPr>
          <a:xfrm>
            <a:off x="8763000" y="6492875"/>
            <a:ext cx="381000" cy="365125"/>
          </a:xfrm>
          <a:prstGeom prst="rect">
            <a:avLst/>
          </a:prstGeom>
          <a:gradFill rotWithShape="1">
            <a:gsLst>
              <a:gs pos="0">
                <a:srgbClr val="2C5D98"/>
              </a:gs>
              <a:gs pos="80000">
                <a:srgbClr val="3C7BC7"/>
              </a:gs>
              <a:gs pos="100000">
                <a:srgbClr val="3A7CCB"/>
              </a:gs>
            </a:gsLst>
            <a:lin ang="16200000"/>
          </a:gradFill>
          <a:ln>
            <a:noFill/>
            <a:miter lim="800000"/>
          </a:ln>
          <a:effectLst>
            <a:outerShdw blurRad="40000" dist="23000" dir="5400000">
              <a:srgbClr val="000000">
                <a:alpha val="34999"/>
              </a:srgbClr>
            </a:outerShdw>
          </a:effectLst>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4C158911-1E48-4390-B870-00A7C6B45D83}" type="slidenum">
              <a:rPr lang="en-US" altLang="en-US" sz="1200">
                <a:latin typeface="Calibri" pitchFamily="34" charset="0"/>
              </a:rPr>
              <a:t>‹#›</a:t>
            </a:fld>
            <a:endParaRPr lang="en-US" altLang="en-US" sz="1200">
              <a:latin typeface="Calibri" pitchFamily="34" charset="0"/>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cSld name="Title Only">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196" name="Slide Number Placeholder 5"/>
          <p:cNvSpPr>
            <a:spLocks noGrp="1"/>
          </p:cNvSpPr>
          <p:nvPr>
            <p:ph type="sldNum" sz="quarter" idx="10"/>
          </p:nvPr>
        </p:nvSpPr>
        <p:spPr>
          <a:xfrm>
            <a:off x="8763000" y="6492875"/>
            <a:ext cx="381000" cy="365125"/>
          </a:xfrm>
          <a:prstGeom prst="rect">
            <a:avLst/>
          </a:prstGeom>
          <a:gradFill rotWithShape="1">
            <a:gsLst>
              <a:gs pos="0">
                <a:srgbClr val="2C5D98"/>
              </a:gs>
              <a:gs pos="80000">
                <a:srgbClr val="3C7BC7"/>
              </a:gs>
              <a:gs pos="100000">
                <a:srgbClr val="3A7CCB"/>
              </a:gs>
            </a:gsLst>
            <a:lin ang="16200000"/>
          </a:gradFill>
          <a:ln>
            <a:noFill/>
            <a:miter lim="800000"/>
          </a:ln>
          <a:effectLst>
            <a:outerShdw blurRad="40000" dist="23000" dir="5400000">
              <a:srgbClr val="000000">
                <a:alpha val="34999"/>
              </a:srgbClr>
            </a:outerShdw>
          </a:effectLst>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58EC78BA-48A7-4F2A-B1FC-9AF5653D4B4D}" type="slidenum">
              <a:rPr lang="en-US" altLang="en-US" sz="1200">
                <a:latin typeface="Calibri" pitchFamily="34" charset="0"/>
              </a:rPr>
              <a:t>‹#›</a:t>
            </a:fld>
            <a:endParaRPr lang="en-US" altLang="en-US" sz="1200">
              <a:latin typeface="Calibri" pitchFamily="34" charset="0"/>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cSld name="Blank">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9220" name="Slide Number Placeholder 5"/>
          <p:cNvSpPr>
            <a:spLocks noGrp="1"/>
          </p:cNvSpPr>
          <p:nvPr>
            <p:ph type="sldNum" sz="quarter" idx="10"/>
          </p:nvPr>
        </p:nvSpPr>
        <p:spPr>
          <a:xfrm>
            <a:off x="8763000" y="6492875"/>
            <a:ext cx="381000" cy="365125"/>
          </a:xfrm>
          <a:prstGeom prst="rect">
            <a:avLst/>
          </a:prstGeom>
          <a:gradFill rotWithShape="1">
            <a:gsLst>
              <a:gs pos="0">
                <a:srgbClr val="2C5D98"/>
              </a:gs>
              <a:gs pos="80000">
                <a:srgbClr val="3C7BC7"/>
              </a:gs>
              <a:gs pos="100000">
                <a:srgbClr val="3A7CCB"/>
              </a:gs>
            </a:gsLst>
            <a:lin ang="16200000"/>
          </a:gradFill>
          <a:ln>
            <a:noFill/>
            <a:miter lim="800000"/>
          </a:ln>
          <a:effectLst>
            <a:outerShdw blurRad="40000" dist="23000" dir="5400000">
              <a:srgbClr val="000000">
                <a:alpha val="34999"/>
              </a:srgbClr>
            </a:outerShdw>
          </a:effectLst>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556D7968-7691-4F76-A9E7-0C87F11D798A}" type="slidenum">
              <a:rPr lang="en-US" altLang="en-US" sz="1200">
                <a:latin typeface="Calibri" pitchFamily="34" charset="0"/>
              </a:rPr>
              <a:t>‹#›</a:t>
            </a:fld>
            <a:endParaRPr lang="en-US" altLang="en-US" sz="1200">
              <a:latin typeface="Calibri" pitchFamily="34" charset="0"/>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cSld name="Content with Capti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244" name="Slide Number Placeholder 5"/>
          <p:cNvSpPr>
            <a:spLocks noGrp="1"/>
          </p:cNvSpPr>
          <p:nvPr>
            <p:ph type="sldNum" sz="quarter" idx="10"/>
          </p:nvPr>
        </p:nvSpPr>
        <p:spPr>
          <a:xfrm>
            <a:off x="8534400" y="228600"/>
            <a:ext cx="381000" cy="365125"/>
          </a:xfrm>
          <a:prstGeom prst="rect">
            <a:avLst/>
          </a:prstGeom>
          <a:solidFill>
            <a:schemeClr val="tx2">
              <a:lumMod val="75000"/>
            </a:schemeClr>
          </a:solidFill>
        </p:spPr>
        <p:txBody>
          <a:bodyPr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89402787-EAA8-489C-B191-7586A85C2306}" type="slidenum">
              <a:rPr lang="en-US" altLang="en-US" sz="1200">
                <a:solidFill>
                  <a:srgbClr val="898989"/>
                </a:solidFill>
                <a:latin typeface="Calibri" pitchFamily="34" charset="0"/>
              </a:rPr>
              <a:t>‹#›</a:t>
            </a:fld>
            <a:endParaRPr lang="en-US" altLang="en-US" sz="1200">
              <a:solidFill>
                <a:srgbClr val="898989"/>
              </a:solidFill>
              <a:latin typeface="Calibri" pitchFamily="34" charset="0"/>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cSld name="Picture with Capti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268" name="Slide Number Placeholder 5"/>
          <p:cNvSpPr>
            <a:spLocks noGrp="1"/>
          </p:cNvSpPr>
          <p:nvPr>
            <p:ph type="sldNum" sz="quarter" idx="10"/>
          </p:nvPr>
        </p:nvSpPr>
        <p:spPr>
          <a:xfrm>
            <a:off x="8458200" y="228600"/>
            <a:ext cx="381000" cy="365125"/>
          </a:xfrm>
          <a:prstGeom prst="rect">
            <a:avLst/>
          </a:prstGeom>
          <a:solidFill>
            <a:schemeClr val="tx2">
              <a:lumMod val="75000"/>
            </a:schemeClr>
          </a:solidFill>
        </p:spPr>
        <p:txBody>
          <a:bodyPr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8F2F8D18-8126-40D3-8D80-5563967F724C}" type="slidenum">
              <a:rPr lang="en-US" altLang="en-US" sz="1200">
                <a:solidFill>
                  <a:srgbClr val="898989"/>
                </a:solidFill>
                <a:latin typeface="Calibri" pitchFamily="34" charset="0"/>
              </a:rPr>
              <a:t>‹#›</a:t>
            </a:fld>
            <a:endParaRPr lang="en-US" altLang="en-US" sz="1200">
              <a:solidFill>
                <a:srgbClr val="898989"/>
              </a:solidFill>
              <a:latin typeface="Calibri" pitchFamily="34" charset="0"/>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cSld name="Title and Vertical Tex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292" name="Slide Number Placeholder 5"/>
          <p:cNvSpPr>
            <a:spLocks noGrp="1"/>
          </p:cNvSpPr>
          <p:nvPr>
            <p:ph type="sldNum" sz="quarter" idx="10"/>
          </p:nvPr>
        </p:nvSpPr>
        <p:spPr>
          <a:xfrm>
            <a:off x="8610600" y="152400"/>
            <a:ext cx="381000" cy="365125"/>
          </a:xfrm>
          <a:prstGeom prst="rect">
            <a:avLst/>
          </a:prstGeom>
          <a:solidFill>
            <a:schemeClr val="tx2">
              <a:lumMod val="75000"/>
            </a:schemeClr>
          </a:solidFill>
        </p:spPr>
        <p:txBody>
          <a:bodyPr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9E5E0ED0-9D8F-4876-B456-05EE201AC01B}" type="slidenum">
              <a:rPr lang="en-US" altLang="en-US" sz="1200">
                <a:solidFill>
                  <a:srgbClr val="898989"/>
                </a:solidFill>
                <a:latin typeface="Calibri" pitchFamily="34" charset="0"/>
              </a:rPr>
              <a:t>‹#›</a:t>
            </a:fld>
            <a:endParaRPr lang="en-US" altLang="en-US" sz="1200">
              <a:solidFill>
                <a:srgbClr val="898989"/>
              </a:solidFill>
              <a:latin typeface="Calibri" pitchFamily="34" charset="0"/>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cSld name="Vertical Title and Tex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24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316" name="Slide Number Placeholder 5"/>
          <p:cNvSpPr>
            <a:spLocks noGrp="1"/>
          </p:cNvSpPr>
          <p:nvPr>
            <p:ph type="sldNum" sz="quarter" idx="10"/>
          </p:nvPr>
        </p:nvSpPr>
        <p:spPr>
          <a:xfrm>
            <a:off x="8610600" y="228600"/>
            <a:ext cx="381000" cy="365125"/>
          </a:xfrm>
          <a:prstGeom prst="rect">
            <a:avLst/>
          </a:prstGeom>
          <a:solidFill>
            <a:schemeClr val="tx2">
              <a:lumMod val="75000"/>
            </a:schemeClr>
          </a:solidFill>
        </p:spPr>
        <p:txBody>
          <a:bodyPr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7EFCAC8C-FC75-44EA-B47E-D35D58BA4135}" type="slidenum">
              <a:rPr lang="en-US" altLang="en-US" sz="1200">
                <a:solidFill>
                  <a:srgbClr val="898989"/>
                </a:solidFill>
                <a:latin typeface="Calibri" pitchFamily="34" charset="0"/>
              </a:rPr>
              <a:t>‹#›</a:t>
            </a:fld>
            <a:endParaRPr lang="en-US" altLang="en-US" sz="1200">
              <a:solidFill>
                <a:srgbClr val="898989"/>
              </a:solidFill>
              <a:latin typeface="Calibri" pitchFamily="34" charset="0"/>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cSld name="Title Slide">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12" name="Title 1"/>
          <p:cNvSpPr>
            <a:spLocks noGrp="1"/>
          </p:cNvSpPr>
          <p:nvPr>
            <p:ph type="ctrTitle"/>
          </p:nvPr>
        </p:nvSpPr>
        <p:spPr>
          <a:xfrm>
            <a:off x="685800" y="2130425"/>
            <a:ext cx="7772400" cy="1470025"/>
          </a:xfrm>
        </p:spPr>
        <p:txBody>
          <a:bodyPr>
            <a:scene3d>
              <a:camera prst="orthographicFront"/>
              <a:lightRig rig="soft" dir="tl"/>
            </a:scene3d>
            <a:sp3d contourW="25400" prstMaterial="matte">
              <a:bevelT w="25400" h="55880" prst="artDeco"/>
              <a:contourClr>
                <a:schemeClr val="accent2">
                  <a:tint val="20000"/>
                </a:schemeClr>
              </a:contourClr>
            </a:sp3d>
          </a:bodyPr>
          <a:lstStyle/>
          <a:p>
            <a:r>
              <a:rPr lang="en-US"/>
              <a:t>Click to edit Master title style</a:t>
            </a: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cSld name="Title and Conten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idx="4294967295"/>
          </p:nvPr>
        </p:nvSpPr>
        <p:spPr>
          <a:xfrm>
            <a:off x="0" y="304800"/>
            <a:ext cx="4800600" cy="487362"/>
          </a:xfrm>
        </p:spPr>
        <p:txBody>
          <a:bodyPr>
            <a:normAutofit fontScale="90000"/>
            <a:scene3d>
              <a:camera prst="orthographicFront"/>
              <a:lightRig rig="soft" dir="tl"/>
            </a:scene3d>
            <a:sp3d contourW="25400" prstMaterial="matte">
              <a:bevelT w="25400" h="55880" prst="artDeco"/>
              <a:contourClr>
                <a:schemeClr val="accent2">
                  <a:tint val="20000"/>
                </a:schemeClr>
              </a:contourClr>
            </a:sp3d>
          </a:bodyPr>
          <a:lstStyle/>
          <a:p>
            <a:r>
              <a:rPr lang="en-US"/>
              <a:t>Click to edit Master title style</a:t>
            </a:r>
          </a:p>
        </p:txBody>
      </p:sp>
      <p:sp>
        <p:nvSpPr>
          <p:cNvPr id="4100" name="Slide Number Placeholder 5"/>
          <p:cNvSpPr>
            <a:spLocks noGrp="1"/>
          </p:cNvSpPr>
          <p:nvPr>
            <p:ph type="sldNum" sz="quarter"/>
          </p:nvPr>
        </p:nvSpPr>
        <p:spPr>
          <a:xfrm>
            <a:off x="8686800" y="6400800"/>
            <a:ext cx="457200" cy="441325"/>
          </a:xfrm>
          <a:prstGeom prst="rect">
            <a:avLst/>
          </a:prstGeom>
          <a:gradFill rotWithShape="1">
            <a:gsLst>
              <a:gs pos="0">
                <a:srgbClr val="2C5D98"/>
              </a:gs>
              <a:gs pos="80000">
                <a:srgbClr val="3C7BC7"/>
              </a:gs>
              <a:gs pos="100000">
                <a:srgbClr val="3A7CCB"/>
              </a:gs>
            </a:gsLst>
            <a:lin ang="16200000"/>
          </a:gradFill>
          <a:ln>
            <a:noFill/>
            <a:miter lim="800000"/>
          </a:ln>
          <a:effectLst>
            <a:outerShdw blurRad="40000" dist="23000" dir="5400000">
              <a:srgbClr val="000000">
                <a:alpha val="34999"/>
              </a:srgbClr>
            </a:outerShdw>
          </a:effectLst>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fld id="{CE2B6BC3-EDB0-4E09-8F4C-55CFB5233B2F}" type="slidenum">
              <a:rPr lang="en-US" altLang="en-US">
                <a:latin typeface="Calibri" pitchFamily="34" charset="0"/>
              </a:rPr>
              <a:t>‹#›</a:t>
            </a:fld>
            <a:endParaRPr lang="en-US" altLang="en-US">
              <a:latin typeface="Calibri" pitchFamily="34" charset="0"/>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cSld name="Section Header">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124" name="Slide Number Placeholder 5"/>
          <p:cNvSpPr>
            <a:spLocks noGrp="1"/>
          </p:cNvSpPr>
          <p:nvPr>
            <p:ph type="sldNum" sz="quarter" idx="10"/>
          </p:nvPr>
        </p:nvSpPr>
        <p:spPr>
          <a:xfrm>
            <a:off x="8763000" y="6492875"/>
            <a:ext cx="381000" cy="365125"/>
          </a:xfrm>
          <a:prstGeom prst="rect">
            <a:avLst/>
          </a:prstGeom>
          <a:gradFill rotWithShape="1">
            <a:gsLst>
              <a:gs pos="0">
                <a:srgbClr val="2C5D98"/>
              </a:gs>
              <a:gs pos="80000">
                <a:srgbClr val="3C7BC7"/>
              </a:gs>
              <a:gs pos="100000">
                <a:srgbClr val="3A7CCB"/>
              </a:gs>
            </a:gsLst>
            <a:lin ang="16200000"/>
          </a:gradFill>
          <a:ln>
            <a:noFill/>
            <a:miter lim="800000"/>
          </a:ln>
          <a:effectLst>
            <a:outerShdw blurRad="40000" dist="23000" dir="5400000">
              <a:srgbClr val="000000">
                <a:alpha val="34999"/>
              </a:srgbClr>
            </a:outerShdw>
          </a:effectLst>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6999D892-C596-47F4-A040-BC0264ED392E}" type="slidenum">
              <a:rPr lang="en-US" altLang="en-US" sz="1200">
                <a:latin typeface="Calibri" pitchFamily="34" charset="0"/>
              </a:rPr>
              <a:t>‹#›</a:t>
            </a:fld>
            <a:endParaRPr lang="en-US" altLang="en-US" sz="1200">
              <a:latin typeface="Calibri" pitchFamily="34" charset="0"/>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woObj">
  <p:cSld name="Two Conten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48" name="Slide Number Placeholder 5"/>
          <p:cNvSpPr>
            <a:spLocks noGrp="1"/>
          </p:cNvSpPr>
          <p:nvPr>
            <p:ph type="sldNum" sz="quarter" idx="10"/>
          </p:nvPr>
        </p:nvSpPr>
        <p:spPr>
          <a:xfrm>
            <a:off x="8763000" y="6492875"/>
            <a:ext cx="381000" cy="365125"/>
          </a:xfrm>
          <a:prstGeom prst="rect">
            <a:avLst/>
          </a:prstGeom>
          <a:gradFill rotWithShape="1">
            <a:gsLst>
              <a:gs pos="0">
                <a:srgbClr val="2C5D98"/>
              </a:gs>
              <a:gs pos="80000">
                <a:srgbClr val="3C7BC7"/>
              </a:gs>
              <a:gs pos="100000">
                <a:srgbClr val="3A7CCB"/>
              </a:gs>
            </a:gsLst>
            <a:lin ang="16200000"/>
          </a:gradFill>
          <a:ln>
            <a:noFill/>
            <a:miter lim="800000"/>
          </a:ln>
          <a:effectLst>
            <a:outerShdw blurRad="40000" dist="23000" dir="5400000">
              <a:srgbClr val="000000">
                <a:alpha val="34999"/>
              </a:srgbClr>
            </a:outerShdw>
          </a:effectLst>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68CF63F9-AF3D-480A-8A78-C40A8E5B58BA}" type="slidenum">
              <a:rPr lang="en-US" altLang="en-US" sz="1200">
                <a:latin typeface="Calibri" pitchFamily="34" charset="0"/>
              </a:rPr>
              <a:t>‹#›</a:t>
            </a:fld>
            <a:endParaRPr lang="en-US" altLang="en-US" sz="1200">
              <a:latin typeface="Calibri" pitchFamily="34" charset="0"/>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cSld name="Comparis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172" name="Slide Number Placeholder 5"/>
          <p:cNvSpPr>
            <a:spLocks noGrp="1"/>
          </p:cNvSpPr>
          <p:nvPr>
            <p:ph type="sldNum" sz="quarter" idx="10"/>
          </p:nvPr>
        </p:nvSpPr>
        <p:spPr>
          <a:xfrm>
            <a:off x="8763000" y="6492875"/>
            <a:ext cx="381000" cy="365125"/>
          </a:xfrm>
          <a:prstGeom prst="rect">
            <a:avLst/>
          </a:prstGeom>
          <a:gradFill rotWithShape="1">
            <a:gsLst>
              <a:gs pos="0">
                <a:srgbClr val="2C5D98"/>
              </a:gs>
              <a:gs pos="80000">
                <a:srgbClr val="3C7BC7"/>
              </a:gs>
              <a:gs pos="100000">
                <a:srgbClr val="3A7CCB"/>
              </a:gs>
            </a:gsLst>
            <a:lin ang="16200000"/>
          </a:gradFill>
          <a:ln>
            <a:noFill/>
            <a:miter lim="800000"/>
          </a:ln>
          <a:effectLst>
            <a:outerShdw blurRad="40000" dist="23000" dir="5400000">
              <a:srgbClr val="000000">
                <a:alpha val="34999"/>
              </a:srgbClr>
            </a:outerShdw>
          </a:effectLst>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4C158911-1E48-4390-B870-00A7C6B45D83}" type="slidenum">
              <a:rPr lang="en-US" altLang="en-US" sz="1200">
                <a:latin typeface="Calibri" pitchFamily="34" charset="0"/>
              </a:rPr>
              <a:t>‹#›</a:t>
            </a:fld>
            <a:endParaRPr lang="en-US" altLang="en-US" sz="1200">
              <a:latin typeface="Calibri" pitchFamily="34" charset="0"/>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Only">
  <p:cSld name="Title Only">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196" name="Slide Number Placeholder 5"/>
          <p:cNvSpPr>
            <a:spLocks noGrp="1"/>
          </p:cNvSpPr>
          <p:nvPr>
            <p:ph type="sldNum" sz="quarter" idx="10"/>
          </p:nvPr>
        </p:nvSpPr>
        <p:spPr>
          <a:xfrm>
            <a:off x="8763000" y="6492875"/>
            <a:ext cx="381000" cy="365125"/>
          </a:xfrm>
          <a:prstGeom prst="rect">
            <a:avLst/>
          </a:prstGeom>
          <a:gradFill rotWithShape="1">
            <a:gsLst>
              <a:gs pos="0">
                <a:srgbClr val="2C5D98"/>
              </a:gs>
              <a:gs pos="80000">
                <a:srgbClr val="3C7BC7"/>
              </a:gs>
              <a:gs pos="100000">
                <a:srgbClr val="3A7CCB"/>
              </a:gs>
            </a:gsLst>
            <a:lin ang="16200000"/>
          </a:gradFill>
          <a:ln>
            <a:noFill/>
            <a:miter lim="800000"/>
          </a:ln>
          <a:effectLst>
            <a:outerShdw blurRad="40000" dist="23000" dir="5400000">
              <a:srgbClr val="000000">
                <a:alpha val="34999"/>
              </a:srgbClr>
            </a:outerShdw>
          </a:effectLst>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58EC78BA-48A7-4F2A-B1FC-9AF5653D4B4D}" type="slidenum">
              <a:rPr lang="en-US" altLang="en-US" sz="1200">
                <a:latin typeface="Calibri" pitchFamily="34" charset="0"/>
              </a:rPr>
              <a:t>‹#›</a:t>
            </a:fld>
            <a:endParaRPr lang="en-US" altLang="en-US" sz="1200">
              <a:latin typeface="Calibri" pitchFamily="34" charset="0"/>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cSld name="Blank">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9220" name="Slide Number Placeholder 5"/>
          <p:cNvSpPr>
            <a:spLocks noGrp="1"/>
          </p:cNvSpPr>
          <p:nvPr>
            <p:ph type="sldNum" sz="quarter" idx="10"/>
          </p:nvPr>
        </p:nvSpPr>
        <p:spPr>
          <a:xfrm>
            <a:off x="8763000" y="6492875"/>
            <a:ext cx="381000" cy="365125"/>
          </a:xfrm>
          <a:prstGeom prst="rect">
            <a:avLst/>
          </a:prstGeom>
          <a:gradFill rotWithShape="1">
            <a:gsLst>
              <a:gs pos="0">
                <a:srgbClr val="2C5D98"/>
              </a:gs>
              <a:gs pos="80000">
                <a:srgbClr val="3C7BC7"/>
              </a:gs>
              <a:gs pos="100000">
                <a:srgbClr val="3A7CCB"/>
              </a:gs>
            </a:gsLst>
            <a:lin ang="16200000"/>
          </a:gradFill>
          <a:ln>
            <a:noFill/>
            <a:miter lim="800000"/>
          </a:ln>
          <a:effectLst>
            <a:outerShdw blurRad="40000" dist="23000" dir="5400000">
              <a:srgbClr val="000000">
                <a:alpha val="34999"/>
              </a:srgbClr>
            </a:outerShdw>
          </a:effectLst>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556D7968-7691-4F76-A9E7-0C87F11D798A}" type="slidenum">
              <a:rPr lang="en-US" altLang="en-US" sz="1200">
                <a:latin typeface="Calibri" pitchFamily="34" charset="0"/>
              </a:rPr>
              <a:t>‹#›</a:t>
            </a:fld>
            <a:endParaRPr lang="en-US" altLang="en-US" sz="1200">
              <a:latin typeface="Calibri" pitchFamily="34" charset="0"/>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cSld name="Content with Capti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244" name="Slide Number Placeholder 5"/>
          <p:cNvSpPr>
            <a:spLocks noGrp="1"/>
          </p:cNvSpPr>
          <p:nvPr>
            <p:ph type="sldNum" sz="quarter" idx="10"/>
          </p:nvPr>
        </p:nvSpPr>
        <p:spPr>
          <a:xfrm>
            <a:off x="8534400" y="228600"/>
            <a:ext cx="381000" cy="365125"/>
          </a:xfrm>
          <a:prstGeom prst="rect">
            <a:avLst/>
          </a:prstGeom>
          <a:solidFill>
            <a:schemeClr val="tx2">
              <a:lumMod val="75000"/>
            </a:schemeClr>
          </a:solidFill>
        </p:spPr>
        <p:txBody>
          <a:bodyPr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89402787-EAA8-489C-B191-7586A85C2306}" type="slidenum">
              <a:rPr lang="en-US" altLang="en-US" sz="1200">
                <a:solidFill>
                  <a:srgbClr val="898989"/>
                </a:solidFill>
                <a:latin typeface="Calibri" pitchFamily="34" charset="0"/>
              </a:rPr>
              <a:t>‹#›</a:t>
            </a:fld>
            <a:endParaRPr lang="en-US" altLang="en-US" sz="1200">
              <a:solidFill>
                <a:srgbClr val="898989"/>
              </a:solidFill>
              <a:latin typeface="Calibri" pitchFamily="34" charset="0"/>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cSld name="Picture with Capti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268" name="Slide Number Placeholder 5"/>
          <p:cNvSpPr>
            <a:spLocks noGrp="1"/>
          </p:cNvSpPr>
          <p:nvPr>
            <p:ph type="sldNum" sz="quarter" idx="10"/>
          </p:nvPr>
        </p:nvSpPr>
        <p:spPr>
          <a:xfrm>
            <a:off x="8458200" y="228600"/>
            <a:ext cx="381000" cy="365125"/>
          </a:xfrm>
          <a:prstGeom prst="rect">
            <a:avLst/>
          </a:prstGeom>
          <a:solidFill>
            <a:schemeClr val="tx2">
              <a:lumMod val="75000"/>
            </a:schemeClr>
          </a:solidFill>
        </p:spPr>
        <p:txBody>
          <a:bodyPr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8F2F8D18-8126-40D3-8D80-5563967F724C}" type="slidenum">
              <a:rPr lang="en-US" altLang="en-US" sz="1200">
                <a:solidFill>
                  <a:srgbClr val="898989"/>
                </a:solidFill>
                <a:latin typeface="Calibri" pitchFamily="34" charset="0"/>
              </a:rPr>
              <a:t>‹#›</a:t>
            </a:fld>
            <a:endParaRPr lang="en-US" altLang="en-US" sz="1200">
              <a:solidFill>
                <a:srgbClr val="898989"/>
              </a:solidFill>
              <a:latin typeface="Calibri" pitchFamily="34" charset="0"/>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vertTx">
  <p:cSld name="Title and Vertical Tex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292" name="Slide Number Placeholder 5"/>
          <p:cNvSpPr>
            <a:spLocks noGrp="1"/>
          </p:cNvSpPr>
          <p:nvPr>
            <p:ph type="sldNum" sz="quarter" idx="10"/>
          </p:nvPr>
        </p:nvSpPr>
        <p:spPr>
          <a:xfrm>
            <a:off x="8610600" y="152400"/>
            <a:ext cx="381000" cy="365125"/>
          </a:xfrm>
          <a:prstGeom prst="rect">
            <a:avLst/>
          </a:prstGeom>
          <a:solidFill>
            <a:schemeClr val="tx2">
              <a:lumMod val="75000"/>
            </a:schemeClr>
          </a:solidFill>
        </p:spPr>
        <p:txBody>
          <a:bodyPr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9E5E0ED0-9D8F-4876-B456-05EE201AC01B}" type="slidenum">
              <a:rPr lang="en-US" altLang="en-US" sz="1200">
                <a:solidFill>
                  <a:srgbClr val="898989"/>
                </a:solidFill>
                <a:latin typeface="Calibri" pitchFamily="34" charset="0"/>
              </a:rPr>
              <a:t>‹#›</a:t>
            </a:fld>
            <a:endParaRPr lang="en-US" altLang="en-US" sz="1200">
              <a:solidFill>
                <a:srgbClr val="898989"/>
              </a:solidFill>
              <a:latin typeface="Calibri" pitchFamily="34" charset="0"/>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cSld name="Vertical Title and Tex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24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316" name="Slide Number Placeholder 5"/>
          <p:cNvSpPr>
            <a:spLocks noGrp="1"/>
          </p:cNvSpPr>
          <p:nvPr>
            <p:ph type="sldNum" sz="quarter" idx="10"/>
          </p:nvPr>
        </p:nvSpPr>
        <p:spPr>
          <a:xfrm>
            <a:off x="8610600" y="228600"/>
            <a:ext cx="381000" cy="365125"/>
          </a:xfrm>
          <a:prstGeom prst="rect">
            <a:avLst/>
          </a:prstGeom>
          <a:solidFill>
            <a:schemeClr val="tx2">
              <a:lumMod val="75000"/>
            </a:schemeClr>
          </a:solidFill>
        </p:spPr>
        <p:txBody>
          <a:bodyPr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7EFCAC8C-FC75-44EA-B47E-D35D58BA4135}" type="slidenum">
              <a:rPr lang="en-US" altLang="en-US" sz="1200">
                <a:solidFill>
                  <a:srgbClr val="898989"/>
                </a:solidFill>
                <a:latin typeface="Calibri" pitchFamily="34" charset="0"/>
              </a:rPr>
              <a:t>‹#›</a:t>
            </a:fld>
            <a:endParaRPr lang="en-US" altLang="en-US" sz="1200">
              <a:solidFill>
                <a:srgbClr val="898989"/>
              </a:solidFill>
              <a:latin typeface="Calibri" pitchFamily="34" charset="0"/>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cSld name="Title Slide">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4340" name="Date Placeholder 6"/>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mn-ea"/>
              <a:cs typeface="DejaVu Sans" charset="0"/>
            </a:endParaRPr>
          </a:p>
        </p:txBody>
      </p:sp>
      <p:sp>
        <p:nvSpPr>
          <p:cNvPr id="14341"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E91B5716-9FD7-4D1F-9D13-A5545C8EBD15}"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obj">
  <p:cSld name="Title and Conten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364" name="Date Placeholder 6"/>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mn-ea"/>
              <a:cs typeface="DejaVu Sans" charset="0"/>
            </a:endParaRPr>
          </a:p>
        </p:txBody>
      </p:sp>
      <p:sp>
        <p:nvSpPr>
          <p:cNvPr id="15365"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E298FD74-16A2-40F3-AE2A-71382FBF5C50}"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cSld name="Section Header">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16388" name="Date Placeholder 6"/>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mn-ea"/>
              <a:cs typeface="DejaVu Sans" charset="0"/>
            </a:endParaRPr>
          </a:p>
        </p:txBody>
      </p:sp>
      <p:sp>
        <p:nvSpPr>
          <p:cNvPr id="16389"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26858D00-CCEF-4119-84AA-6AF7FB8F3E88}"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woObj">
  <p:cSld name="Two Conten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7013" cy="4522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6613" y="1600200"/>
            <a:ext cx="4037012" cy="4522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412"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mn-ea"/>
              <a:cs typeface="DejaVu Sans" charset="0"/>
            </a:endParaRPr>
          </a:p>
        </p:txBody>
      </p:sp>
      <p:sp>
        <p:nvSpPr>
          <p:cNvPr id="17413" name="Slide Number Placeholder 7"/>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6CA2EECC-71BE-4D1F-B874-85FC7804F3DF}"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woTxTwoObj">
  <p:cSld name="Comparis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436"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mn-ea"/>
              <a:cs typeface="DejaVu Sans" charset="0"/>
            </a:endParaRPr>
          </a:p>
        </p:txBody>
      </p:sp>
      <p:sp>
        <p:nvSpPr>
          <p:cNvPr id="18437"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DE0BABE1-A875-463C-A974-C2332361E0E7}"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Only">
  <p:cSld name="Title Only">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19460"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mn-ea"/>
              <a:cs typeface="DejaVu Sans" charset="0"/>
            </a:endParaRPr>
          </a:p>
        </p:txBody>
      </p:sp>
      <p:sp>
        <p:nvSpPr>
          <p:cNvPr id="19461"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20B4AFBA-33D9-4E5C-B8BE-29B7EEC7230D}"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cSld name="Blank">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0484"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mn-ea"/>
              <a:cs typeface="DejaVu Sans" charset="0"/>
            </a:endParaRPr>
          </a:p>
        </p:txBody>
      </p:sp>
      <p:sp>
        <p:nvSpPr>
          <p:cNvPr id="20485"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7B2D000E-2369-40D2-B75D-7ABA0B5FF451}"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cSld name="Content with Capti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1508"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mn-ea"/>
              <a:cs typeface="DejaVu Sans" charset="0"/>
            </a:endParaRPr>
          </a:p>
        </p:txBody>
      </p:sp>
      <p:sp>
        <p:nvSpPr>
          <p:cNvPr id="21509" name="Slide Number Placeholder 7"/>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5FCAFE16-F1B0-4D0F-B877-229CB4DAD0EC}"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cSld name="Picture with Capti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vert="horz" wrap="square" lIns="90000" tIns="46800" rIns="90000" bIns="4680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49263" rtl="0" eaLnBrk="0" fontAlgn="base" latinLnBrk="0" hangingPunct="0">
              <a:lnSpc>
                <a:spcPct val="100000"/>
              </a:lnSpc>
              <a:spcBef>
                <a:spcPts val="800"/>
              </a:spcBef>
              <a:spcAft>
                <a:spcPct val="0"/>
              </a:spcAft>
              <a:buClr>
                <a:srgbClr val="000000"/>
              </a:buClr>
              <a:buSzTx/>
              <a:buFont typeface="Times New Roman" pitchFamily="18" charset="0"/>
              <a:buNone/>
              <a:defRPr/>
            </a:pPr>
            <a:endParaRPr kumimoji="0" lang="en-IN" sz="3200" b="0" i="0" u="none" strike="noStrike" kern="1200" cap="none" spc="0" normalizeH="0" baseline="0" noProof="0">
              <a:ln>
                <a:noFill/>
              </a:ln>
              <a:solidFill>
                <a:srgbClr val="000000"/>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2532"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mn-ea"/>
              <a:cs typeface="DejaVu Sans" charset="0"/>
            </a:endParaRPr>
          </a:p>
        </p:txBody>
      </p:sp>
      <p:sp>
        <p:nvSpPr>
          <p:cNvPr id="22533" name="Slide Number Placeholder 7"/>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727CDD1E-EDC2-42A7-BD8A-F9BF7BA499F1}"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vertTx">
  <p:cSld name="Title and Vertical Tex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3556" name="Date Placeholder 6"/>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mn-ea"/>
              <a:cs typeface="DejaVu Sans" charset="0"/>
            </a:endParaRPr>
          </a:p>
        </p:txBody>
      </p:sp>
      <p:sp>
        <p:nvSpPr>
          <p:cNvPr id="23557"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BB4CAC3A-2A5C-41CE-BDDC-BD73045618A8}"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cSld name="Vertical Title and Tex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7813" y="274638"/>
            <a:ext cx="2055812" cy="584835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8213" cy="58483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4580" name="Date Placeholder 6"/>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mn-ea"/>
              <a:cs typeface="DejaVu Sans" charset="0"/>
            </a:endParaRPr>
          </a:p>
        </p:txBody>
      </p:sp>
      <p:sp>
        <p:nvSpPr>
          <p:cNvPr id="24581"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85707822-910E-4C97-BB2D-A14AA2B6E7F0}"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cSld name="Title Slide">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3076" name="Date Placeholder 6"/>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3077"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C78BF960-0AD0-4545-9D51-65DD40DE25A7}"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
  <p:cSld name="Title and Conten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100" name="Date Placeholder 6"/>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4101"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AD022FF9-2589-4126-8B92-293F519CDC69}"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cSld name="Section Header">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5124" name="Date Placeholder 6"/>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5125"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89B8AB40-1D3A-4192-87C4-8366FA4E5B6E}"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woObj">
  <p:cSld name="Two Conten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7013" cy="4522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6613" y="1600200"/>
            <a:ext cx="4037012" cy="4522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148"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6149" name="Slide Number Placeholder 7"/>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C5F2809D-77D9-4EC9-8E64-0B5248992448}"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woTxTwoObj">
  <p:cSld name="Comparis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172"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7173"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7BF2E075-8B08-4637-8DF6-E317BD3F7F99}"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Only">
  <p:cSld name="Title Only">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8196"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8197"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76A99B87-5687-41D2-BEE7-5B4F7BDB5127}"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cSld name="Blank">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9220"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9221"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748B7A61-E5E4-46B5-8D3E-E1E24AFE725C}"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Tx">
  <p:cSld name="Content with Capti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244"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0245" name="Slide Number Placeholder 7"/>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B1263D81-B27E-4BA5-BDE0-6818BB1E09FD}"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cSld name="Picture with Capti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vert="horz" wrap="square" lIns="90000" tIns="46800" rIns="90000" bIns="4680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49263" rtl="0" eaLnBrk="0" fontAlgn="base" latinLnBrk="0" hangingPunct="0">
              <a:lnSpc>
                <a:spcPct val="100000"/>
              </a:lnSpc>
              <a:spcBef>
                <a:spcPts val="800"/>
              </a:spcBef>
              <a:spcAft>
                <a:spcPct val="0"/>
              </a:spcAft>
              <a:buClr>
                <a:srgbClr val="000000"/>
              </a:buClr>
              <a:buSzTx/>
              <a:buFont typeface="Times New Roman" pitchFamily="18" charset="0"/>
              <a:buNone/>
              <a:defRPr/>
            </a:pPr>
            <a:endParaRPr kumimoji="0" lang="en-IN" sz="3200" b="0" i="0" u="none" strike="noStrike" kern="1200" cap="none" spc="0" normalizeH="0" baseline="0" noProof="0">
              <a:ln>
                <a:noFill/>
              </a:ln>
              <a:solidFill>
                <a:srgbClr val="000000"/>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268"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1269" name="Slide Number Placeholder 7"/>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DC2A3358-B3B3-484D-B6F4-4D7CF3E9275F}"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vertTx">
  <p:cSld name="Title and Vertical Tex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292" name="Date Placeholder 6"/>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2293"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015101C7-0D4D-400F-A714-7231F90D7250}"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cSld name="Vertical Title and Tex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7813" y="274638"/>
            <a:ext cx="2055812" cy="584835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8213" cy="58483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316" name="Date Placeholder 6"/>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3317"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12878E65-CA2A-4F2E-9D47-65BBB02D380A}"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cSld name="Title Slide">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3076" name="Date Placeholder 6"/>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3077"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C78BF960-0AD0-4545-9D51-65DD40DE25A7}"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obj">
  <p:cSld name="Title and Conten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100" name="Date Placeholder 6"/>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4101"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AD022FF9-2589-4126-8B92-293F519CDC69}"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secHead">
  <p:cSld name="Section Header">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5124" name="Date Placeholder 6"/>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5125"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89B8AB40-1D3A-4192-87C4-8366FA4E5B6E}"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woObj">
  <p:cSld name="Two Conten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7013" cy="4522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6613" y="1600200"/>
            <a:ext cx="4037012" cy="4522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148"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6149" name="Slide Number Placeholder 7"/>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C5F2809D-77D9-4EC9-8E64-0B5248992448}"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woTxTwoObj">
  <p:cSld name="Comparis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172"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7173"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7BF2E075-8B08-4637-8DF6-E317BD3F7F99}"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itleOnly">
  <p:cSld name="Title Only">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8196"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8197"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76A99B87-5687-41D2-BEE7-5B4F7BDB5127}"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blank">
  <p:cSld name="Blank">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9220"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9221"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748B7A61-E5E4-46B5-8D3E-E1E24AFE725C}"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objTx">
  <p:cSld name="Content with Capti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244"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0245" name="Slide Number Placeholder 7"/>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B1263D81-B27E-4BA5-BDE0-6818BB1E09FD}"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picTx">
  <p:cSld name="Picture with Capti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vert="horz" wrap="square" lIns="90000" tIns="46800" rIns="90000" bIns="4680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49263" rtl="0" eaLnBrk="0" fontAlgn="base" latinLnBrk="0" hangingPunct="0">
              <a:lnSpc>
                <a:spcPct val="100000"/>
              </a:lnSpc>
              <a:spcBef>
                <a:spcPts val="800"/>
              </a:spcBef>
              <a:spcAft>
                <a:spcPct val="0"/>
              </a:spcAft>
              <a:buClr>
                <a:srgbClr val="000000"/>
              </a:buClr>
              <a:buSzTx/>
              <a:buFont typeface="Times New Roman" pitchFamily="18" charset="0"/>
              <a:buNone/>
              <a:defRPr/>
            </a:pPr>
            <a:endParaRPr kumimoji="0" lang="en-IN" sz="3200" b="0" i="0" u="none" strike="noStrike" kern="1200" cap="none" spc="0" normalizeH="0" baseline="0" noProof="0">
              <a:ln>
                <a:noFill/>
              </a:ln>
              <a:solidFill>
                <a:srgbClr val="000000"/>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268" name="Rectangle 3"/>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1269" name="Slide Number Placeholder 7"/>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DC2A3358-B3B3-484D-B6F4-4D7CF3E9275F}"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vertTx">
  <p:cSld name="Title and Vertical Tex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292" name="Date Placeholder 6"/>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2293"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015101C7-0D4D-400F-A714-7231F90D7250}"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vertTitleAndTx">
  <p:cSld name="Vertical Title and Tex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7813" y="274638"/>
            <a:ext cx="2055812" cy="584835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8213" cy="58483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316" name="Date Placeholder 6"/>
          <p:cNvSpPr>
            <a:spLocks noGrp="1" noChangeArrowheads="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3317" name="Rectangle 5"/>
          <p:cNvSpPr>
            <a:spLocks noGrp="1" noChangeArrowheads="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12878E65-CA2A-4F2E-9D47-65BBB02D380A}"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8/28/2021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tile tx="0" ty="0" sx="100000" sy="100000" flip="none" algn="tl"/>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Calibri" pitchFamily="34" charset="0"/>
                <a:ea typeface="+mj-ea"/>
                <a:cs typeface="+mj-cs"/>
              </a:defRPr>
            </a:lvl1pPr>
          </a:lstStyle>
          <a:p>
            <a:pPr lvl="0"/>
            <a:r>
              <a:t>Click to edit Master title style</a:t>
            </a:r>
          </a:p>
        </p:txBody>
      </p:sp>
      <p:sp>
        <p:nvSpPr>
          <p:cNvPr id="1027" name="Text Placeholder 2"/>
          <p:cNvSpPr>
            <a:spLocks noGrp="1"/>
          </p:cNvSpPr>
          <p:nvPr>
            <p:ph type="body" idx="1"/>
          </p:nvPr>
        </p:nvSpPr>
        <p:spPr>
          <a:xfrm>
            <a:off x="457200" y="1600200"/>
            <a:ext cx="8229600" cy="4525963"/>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1028" name="Slide Number Placeholder 5"/>
          <p:cNvSpPr>
            <a:spLocks noGrp="1"/>
          </p:cNvSpPr>
          <p:nvPr>
            <p:ph type="sldNum" sz="quarter" idx="4"/>
          </p:nvPr>
        </p:nvSpPr>
        <p:spPr>
          <a:xfrm>
            <a:off x="8305800" y="6356350"/>
            <a:ext cx="381000" cy="365125"/>
          </a:xfrm>
          <a:prstGeom prst="rect">
            <a:avLst/>
          </a:prstGeom>
          <a:solidFill>
            <a:schemeClr val="tx2">
              <a:lumMod val="75000"/>
            </a:schemeClr>
          </a:solidFill>
        </p:spPr>
        <p:txBody>
          <a:bodyPr numCol="1" anchor="ctr" anchorCtr="0" compatLnSpc="1">
            <a:prstTxWarp prst="textNoShape">
              <a:avLst/>
            </a:prstTxWarp>
            <a:noAutofit/>
          </a:bodyPr>
          <a:lstStyle>
            <a:defPPr>
              <a:defRPr lang="en-US"/>
            </a:defPPr>
            <a:lvl1pPr marL="0" indent="0" algn="r" defTabSz="914400" rtl="0" eaLnBrk="1" fontAlgn="base" hangingPunct="1">
              <a:lnSpc>
                <a:spcPct val="100000"/>
              </a:lnSpc>
              <a:spcBef>
                <a:spcPct val="0"/>
              </a:spcBef>
              <a:spcAft>
                <a:spcPct val="0"/>
              </a:spcAft>
              <a:buClrTx/>
              <a:buSzTx/>
              <a:buFontTx/>
              <a:buNone/>
              <a:defRPr kumimoji="0" lang="en-US" altLang="en-US" sz="1200" b="0" i="0" u="none" baseline="0">
                <a:solidFill>
                  <a:srgbClr val="898989"/>
                </a:solidFill>
                <a:effectLst/>
                <a:latin typeface="Calibri"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C6DEF022-407C-42FB-8D0A-CC91D04FF7BE}" type="slidenum">
              <a:rPr lang="en-US" altLang="en-US" sz="1200">
                <a:solidFill>
                  <a:srgbClr val="898989"/>
                </a:solidFill>
                <a:latin typeface="Calibri" pitchFamily="34" charset="0"/>
              </a:rPr>
              <a:t>‹#›</a:t>
            </a:fld>
            <a:endParaRPr lang="en-US" altLang="en-US" sz="1200">
              <a:solidFill>
                <a:srgbClr val="898989"/>
              </a:solidFill>
              <a:latin typeface="Calibri" pitchFamily="34" charset="0"/>
            </a:endParaRPr>
          </a:p>
        </p:txBody>
      </p:sp>
      <p:grpSp>
        <p:nvGrpSpPr>
          <p:cNvPr id="1029" name="Group 8"/>
          <p:cNvGrpSpPr/>
          <p:nvPr/>
        </p:nvGrpSpPr>
        <p:grpSpPr>
          <a:xfrm>
            <a:off x="0" y="838200"/>
            <a:ext cx="9144000" cy="228600"/>
            <a:chOff x="0" y="838200"/>
            <a:chExt cx="9144000" cy="228600"/>
          </a:xfrm>
        </p:grpSpPr>
        <p:sp>
          <p:nvSpPr>
            <p:cNvPr id="1030" name="Rectangle 10"/>
            <p:cNvSpPr/>
            <p:nvPr/>
          </p:nvSpPr>
          <p:spPr>
            <a:xfrm>
              <a:off x="914400" y="838200"/>
              <a:ext cx="8229600" cy="2286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31" name="Rectangle 11"/>
            <p:cNvSpPr/>
            <p:nvPr/>
          </p:nvSpPr>
          <p:spPr>
            <a:xfrm>
              <a:off x="0" y="838200"/>
              <a:ext cx="838200" cy="2286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grpSp>
    </p:spTree>
  </p:cSld>
  <p:clrMap bg1="lt1" tx1="dk1" bg2="lt2" tx2="dk2" accent1="accent1" accent2="accent2" accent3="accent3" accent4="accent4" accent5="accent5" accent6="accent6" hlink="hlink" folHlink="folHlink"/>
  <p:sldLayoutIdLst>
    <p:sldLayoutId id="2147483660" r:id="rId1"/>
    <p:sldLayoutId id="2147488444" r:id="rId2"/>
    <p:sldLayoutId id="2147488446" r:id="rId3"/>
    <p:sldLayoutId id="2147488448" r:id="rId4"/>
    <p:sldLayoutId id="2147488450" r:id="rId5"/>
    <p:sldLayoutId id="2147488452" r:id="rId6"/>
    <p:sldLayoutId id="2147488454" r:id="rId7"/>
    <p:sldLayoutId id="2147488456" r:id="rId8"/>
    <p:sldLayoutId id="2147488458" r:id="rId9"/>
    <p:sldLayoutId id="2147488460" r:id="rId10"/>
    <p:sldLayoutId id="2147488462" r:id="rId11"/>
  </p:sldLayoutIdLst>
  <p:transition/>
  <p:txStyles>
    <p:titleStyle>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Calibri" pitchFamily="34" charset="0"/>
          <a:ea typeface="+mj-ea"/>
          <a:cs typeface="+mj-cs"/>
        </a:defRPr>
      </a:lvl1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3"/>
          <a:tile tx="0" ty="0" sx="100000" sy="100000" flip="none" algn="tl"/>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Calibri" pitchFamily="34" charset="0"/>
                <a:ea typeface="+mj-ea"/>
                <a:cs typeface="+mj-cs"/>
              </a:defRPr>
            </a:lvl1pPr>
          </a:lstStyle>
          <a:p>
            <a:pPr lvl="0"/>
            <a:r>
              <a:t>Click to edit Master title style</a:t>
            </a:r>
          </a:p>
        </p:txBody>
      </p:sp>
      <p:sp>
        <p:nvSpPr>
          <p:cNvPr id="1027" name="Text Placeholder 2"/>
          <p:cNvSpPr>
            <a:spLocks noGrp="1"/>
          </p:cNvSpPr>
          <p:nvPr>
            <p:ph type="body" idx="1"/>
          </p:nvPr>
        </p:nvSpPr>
        <p:spPr>
          <a:xfrm>
            <a:off x="457200" y="1600200"/>
            <a:ext cx="8229600" cy="4525963"/>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1028" name="Slide Number Placeholder 5"/>
          <p:cNvSpPr>
            <a:spLocks noGrp="1"/>
          </p:cNvSpPr>
          <p:nvPr>
            <p:ph type="sldNum" sz="quarter" idx="4"/>
          </p:nvPr>
        </p:nvSpPr>
        <p:spPr>
          <a:xfrm>
            <a:off x="8305800" y="6356350"/>
            <a:ext cx="381000" cy="365125"/>
          </a:xfrm>
          <a:prstGeom prst="rect">
            <a:avLst/>
          </a:prstGeom>
          <a:solidFill>
            <a:schemeClr val="tx2">
              <a:lumMod val="75000"/>
            </a:schemeClr>
          </a:solidFill>
        </p:spPr>
        <p:txBody>
          <a:bodyPr numCol="1" anchor="ctr" anchorCtr="0" compatLnSpc="1">
            <a:prstTxWarp prst="textNoShape">
              <a:avLst/>
            </a:prstTxWarp>
            <a:noAutofit/>
          </a:bodyPr>
          <a:lstStyle>
            <a:defPPr>
              <a:defRPr lang="en-US"/>
            </a:defPPr>
            <a:lvl1pPr marL="0" indent="0" algn="r" defTabSz="914400" rtl="0" eaLnBrk="1" fontAlgn="base" hangingPunct="1">
              <a:lnSpc>
                <a:spcPct val="100000"/>
              </a:lnSpc>
              <a:spcBef>
                <a:spcPct val="0"/>
              </a:spcBef>
              <a:spcAft>
                <a:spcPct val="0"/>
              </a:spcAft>
              <a:buClrTx/>
              <a:buSzTx/>
              <a:buFontTx/>
              <a:buNone/>
              <a:defRPr kumimoji="0" lang="en-US" altLang="en-US" sz="1200" b="0" i="0" u="none" baseline="0">
                <a:solidFill>
                  <a:srgbClr val="898989"/>
                </a:solidFill>
                <a:effectLst/>
                <a:latin typeface="Calibri"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C6DEF022-407C-42FB-8D0A-CC91D04FF7BE}" type="slidenum">
              <a:rPr lang="en-US" altLang="en-US" sz="1200">
                <a:solidFill>
                  <a:srgbClr val="898989"/>
                </a:solidFill>
                <a:latin typeface="Calibri" pitchFamily="34" charset="0"/>
              </a:rPr>
              <a:t>‹#›</a:t>
            </a:fld>
            <a:endParaRPr lang="en-US" altLang="en-US" sz="1200">
              <a:solidFill>
                <a:srgbClr val="898989"/>
              </a:solidFill>
              <a:latin typeface="Calibri" pitchFamily="34" charset="0"/>
            </a:endParaRPr>
          </a:p>
        </p:txBody>
      </p:sp>
      <p:grpSp>
        <p:nvGrpSpPr>
          <p:cNvPr id="1029" name="Group 8"/>
          <p:cNvGrpSpPr/>
          <p:nvPr/>
        </p:nvGrpSpPr>
        <p:grpSpPr>
          <a:xfrm>
            <a:off x="0" y="838200"/>
            <a:ext cx="9144000" cy="228600"/>
            <a:chOff x="0" y="838200"/>
            <a:chExt cx="9144000" cy="228600"/>
          </a:xfrm>
        </p:grpSpPr>
        <p:sp>
          <p:nvSpPr>
            <p:cNvPr id="1030" name="Rectangle 10"/>
            <p:cNvSpPr/>
            <p:nvPr/>
          </p:nvSpPr>
          <p:spPr>
            <a:xfrm>
              <a:off x="914400" y="838200"/>
              <a:ext cx="8229600" cy="2286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31" name="Rectangle 11"/>
            <p:cNvSpPr/>
            <p:nvPr/>
          </p:nvSpPr>
          <p:spPr>
            <a:xfrm>
              <a:off x="0" y="838200"/>
              <a:ext cx="838200" cy="2286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grpSp>
    </p:spTree>
  </p:cSld>
  <p:clrMap bg1="lt1" tx1="dk1" bg2="lt2" tx2="dk2" accent1="accent1" accent2="accent2" accent3="accent3" accent4="accent4" accent5="accent5" accent6="accent6" hlink="hlink" folHlink="folHlink"/>
  <p:sldLayoutIdLst>
    <p:sldLayoutId id="2147488465" r:id="rId1"/>
    <p:sldLayoutId id="2147488466" r:id="rId2"/>
    <p:sldLayoutId id="2147488467" r:id="rId3"/>
    <p:sldLayoutId id="2147488468" r:id="rId4"/>
    <p:sldLayoutId id="2147488469" r:id="rId5"/>
    <p:sldLayoutId id="2147488470" r:id="rId6"/>
    <p:sldLayoutId id="2147488471" r:id="rId7"/>
    <p:sldLayoutId id="2147488472" r:id="rId8"/>
    <p:sldLayoutId id="2147488473" r:id="rId9"/>
    <p:sldLayoutId id="2147488474" r:id="rId10"/>
    <p:sldLayoutId id="2147488475" r:id="rId11"/>
  </p:sldLayoutIdLst>
  <p:transition/>
  <p:txStyles>
    <p:titleStyle>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Calibri" pitchFamily="34" charset="0"/>
          <a:ea typeface="+mj-ea"/>
          <a:cs typeface="+mj-cs"/>
        </a:defRPr>
      </a:lvl1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3"/>
          <a:tile tx="0" ty="0" sx="100000" sy="100000" flip="none" algn="tl"/>
        </a:blipFill>
        <a:effectLst/>
      </p:bgPr>
    </p:bg>
    <p:spTree>
      <p:nvGrpSpPr>
        <p:cNvPr id="1" name=""/>
        <p:cNvGrpSpPr/>
        <p:nvPr/>
      </p:nvGrpSpPr>
      <p:grpSpPr>
        <a:xfrm>
          <a:off x="0" y="0"/>
          <a:ext cx="0" cy="0"/>
          <a:chOff x="0" y="0"/>
          <a:chExt cx="0" cy="0"/>
        </a:xfrm>
      </p:grpSpPr>
      <p:sp>
        <p:nvSpPr>
          <p:cNvPr id="2050" name="Rectangle 1"/>
          <p:cNvSpPr>
            <a:spLocks noGrp="1"/>
          </p:cNvSpPr>
          <p:nvPr>
            <p:ph type="title"/>
          </p:nvPr>
        </p:nvSpPr>
        <p:spPr>
          <a:xfrm>
            <a:off x="457200" y="274638"/>
            <a:ext cx="8226425" cy="1139825"/>
          </a:xfrm>
          <a:prstGeom prst="rect">
            <a:avLst/>
          </a:prstGeom>
          <a:noFill/>
          <a:ln>
            <a:noFill/>
            <a:round/>
          </a:ln>
          <a:effectLst/>
        </p:spPr>
        <p:txBody>
          <a:bodyPr lIns="90000" tIns="46800" rIns="90000" bIns="46800" anchor="ctr" anchorCtr="0">
            <a:noAutofit/>
          </a:bodyPr>
          <a:lstStyle>
            <a:lvl1pPr marL="0" indent="0" algn="ctr" defTabSz="449262" rtl="0" eaLnBrk="0" fontAlgn="base" hangingPunct="0">
              <a:lnSpc>
                <a:spcPct val="100000"/>
              </a:lnSpc>
              <a:spcBef>
                <a:spcPct val="0"/>
              </a:spcBef>
              <a:spcAft>
                <a:spcPct val="0"/>
              </a:spcAft>
              <a:buClr>
                <a:srgbClr val="000000"/>
              </a:buClr>
              <a:buSzTx/>
              <a:buFont typeface="Times New Roman" pitchFamily="18" charset="0"/>
              <a:buNone/>
              <a:defRPr kumimoji="0" lang="en-US" altLang="en-US" sz="4400" b="0" i="0" u="none" kern="1200" baseline="0">
                <a:solidFill>
                  <a:srgbClr val="000000"/>
                </a:solidFill>
                <a:latin typeface="Calibri" pitchFamily="34" charset="0"/>
                <a:ea typeface="Noto Sans CJK SC" charset="0"/>
                <a:cs typeface="+mj-cs"/>
              </a:defRPr>
            </a:lvl1pPr>
          </a:lstStyle>
          <a:p>
            <a:pPr lvl="0"/>
            <a:r>
              <a:t>Click to edit the title text format</a:t>
            </a:r>
          </a:p>
        </p:txBody>
      </p:sp>
      <p:sp>
        <p:nvSpPr>
          <p:cNvPr id="2051" name="Rectangle 2"/>
          <p:cNvSpPr>
            <a:spLocks noGrp="1"/>
          </p:cNvSpPr>
          <p:nvPr>
            <p:ph type="body" idx="1"/>
          </p:nvPr>
        </p:nvSpPr>
        <p:spPr>
          <a:xfrm>
            <a:off x="457200" y="1600200"/>
            <a:ext cx="8226425" cy="4522788"/>
          </a:xfrm>
          <a:prstGeom prst="rect">
            <a:avLst/>
          </a:prstGeom>
          <a:noFill/>
          <a:ln>
            <a:noFill/>
            <a:round/>
          </a:ln>
          <a:effectLst/>
        </p:spPr>
        <p:txBody>
          <a:bodyPr lIns="90000" tIns="46800" rIns="90000" bIns="4680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the outline text format</a:t>
            </a:r>
          </a:p>
          <a:p>
            <a:pPr lvl="1"/>
            <a:r>
              <a:t>Second Outline Level</a:t>
            </a:r>
          </a:p>
          <a:p>
            <a:pPr lvl="2"/>
            <a:r>
              <a:t>Third Outline Level</a:t>
            </a:r>
          </a:p>
          <a:p>
            <a:pPr lvl="3"/>
            <a:r>
              <a:t>Fourth Outline Level</a:t>
            </a:r>
          </a:p>
          <a:p>
            <a:pPr lvl="4"/>
            <a:r>
              <a:t>Fifth Outline Level</a:t>
            </a:r>
          </a:p>
          <a:p>
            <a:pPr lvl="4"/>
            <a:r>
              <a:t>Sixth Outline Level</a:t>
            </a:r>
          </a:p>
          <a:p>
            <a:pPr lvl="4"/>
            <a:r>
              <a:t>Seventh Outline Level</a:t>
            </a:r>
          </a:p>
        </p:txBody>
      </p:sp>
      <p:sp>
        <p:nvSpPr>
          <p:cNvPr id="2052" name="Rectangle 3"/>
          <p:cNvSpPr>
            <a:spLocks noGrp="1" noChangeArrowheads="1"/>
          </p:cNvSpPr>
          <p:nvPr>
            <p:ph type="dt" idx="2"/>
          </p:nvPr>
        </p:nvSpPr>
        <p:spPr bwMode="auto">
          <a:xfrm>
            <a:off x="457200" y="6356350"/>
            <a:ext cx="2130425" cy="361950"/>
          </a:xfrm>
          <a:prstGeom prst="rect">
            <a:avLst/>
          </a:prstGeom>
          <a:noFill/>
          <a:ln>
            <a:noFill/>
          </a:ln>
          <a:effectLst/>
        </p:spPr>
        <p:txBody>
          <a:bodyPr vert="horz" wrap="square" lIns="90000" tIns="46800" rIns="90000" bIns="46800" numCol="1" anchor="ctr" anchorCtr="0" compatLnSpc="1">
            <a:prstTxWarp prst="textNoShape">
              <a:avLst/>
            </a:prstTxWarp>
          </a:bodyPr>
          <a:lstStyle>
            <a:defPPr>
              <a:defRPr lang="en-US"/>
            </a:defPPr>
            <a:lvl1pPr marL="0" indent="0" algn="l" defTabSz="914400"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200" b="0" i="0" u="none" baseline="0">
                <a:solidFill>
                  <a:srgbClr val="898989"/>
                </a:solidFill>
                <a:effectLst/>
                <a:latin typeface="Arial" pitchFamily="34" charset="0"/>
                <a:cs typeface="DejaVu Sans"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0" marR="0" lvl="0" indent="0" algn="l" defTabSz="914400"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mn-ea"/>
              <a:cs typeface="DejaVu Sans" charset="0"/>
            </a:endParaRPr>
          </a:p>
        </p:txBody>
      </p:sp>
      <p:sp>
        <p:nvSpPr>
          <p:cNvPr id="2053" name="Text Box 4"/>
          <p:cNvSpPr txBox="1">
            <a:spLocks noChangeArrowheads="1"/>
          </p:cNvSpPr>
          <p:nvPr/>
        </p:nvSpPr>
        <p:spPr bwMode="auto">
          <a:xfrm>
            <a:off x="3124200" y="6356350"/>
            <a:ext cx="2895600" cy="365125"/>
          </a:xfrm>
          <a:prstGeom prst="rect">
            <a:avLst/>
          </a:prstGeom>
          <a:noFill/>
          <a:ln>
            <a:noFill/>
          </a:ln>
          <a:effectLst/>
        </p:spPr>
        <p:txBody>
          <a:bodyPr wrap="none" anchor="ct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IN" altLang="en-US" sz="1800" b="0" i="0" u="none" strike="noStrike" kern="1200" cap="none" spc="0" normalizeH="0" baseline="0" noProof="0">
              <a:ln>
                <a:noFill/>
              </a:ln>
              <a:solidFill>
                <a:schemeClr val="tx1"/>
              </a:solidFill>
              <a:effectLst/>
              <a:uLnTx/>
              <a:uFillTx/>
              <a:latin typeface="Arial" pitchFamily="34" charset="0"/>
              <a:ea typeface="+mn-ea"/>
              <a:cs typeface="+mn-cs"/>
            </a:endParaRPr>
          </a:p>
        </p:txBody>
      </p:sp>
      <p:sp>
        <p:nvSpPr>
          <p:cNvPr id="2054" name="Rectangle 5"/>
          <p:cNvSpPr>
            <a:spLocks noGrp="1" noChangeArrowheads="1"/>
          </p:cNvSpPr>
          <p:nvPr>
            <p:ph type="sldNum" idx="3"/>
          </p:nvPr>
        </p:nvSpPr>
        <p:spPr bwMode="auto">
          <a:xfrm>
            <a:off x="6553200" y="6356350"/>
            <a:ext cx="2130425" cy="361950"/>
          </a:xfrm>
          <a:prstGeom prst="rect">
            <a:avLst/>
          </a:prstGeom>
          <a:noFill/>
          <a:ln>
            <a:noFill/>
          </a:ln>
          <a:effectLst/>
        </p:spPr>
        <p:txBody>
          <a:bodyPr lIns="90000" tIns="46800" rIns="90000" bIns="46800"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US" altLang="en-US" sz="1200" b="0" i="0" u="none" baseline="0">
                <a:solidFill>
                  <a:srgbClr val="898989"/>
                </a:solidFill>
                <a:effectLst/>
                <a:latin typeface="Arial" pitchFamily="34" charset="0"/>
                <a:cs typeface="DejaVu Sans"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CFF379C9-BA39-4FF0-9D45-AE030972C442}"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 bg1="lt1" tx1="dk1" bg2="lt2" tx2="dk2" accent1="accent1" accent2="accent2" accent3="accent3" accent4="accent4" accent5="accent5" accent6="accent6" hlink="hlink" folHlink="folHlink"/>
  <p:sldLayoutIdLst>
    <p:sldLayoutId id="2147488477" r:id="rId1"/>
    <p:sldLayoutId id="2147488478" r:id="rId2"/>
    <p:sldLayoutId id="2147488479" r:id="rId3"/>
    <p:sldLayoutId id="2147488480" r:id="rId4"/>
    <p:sldLayoutId id="2147488481" r:id="rId5"/>
    <p:sldLayoutId id="2147488482" r:id="rId6"/>
    <p:sldLayoutId id="2147488483" r:id="rId7"/>
    <p:sldLayoutId id="2147488484" r:id="rId8"/>
    <p:sldLayoutId id="2147488485" r:id="rId9"/>
    <p:sldLayoutId id="2147488486" r:id="rId10"/>
    <p:sldLayoutId id="2147488487" r:id="rId11"/>
  </p:sldLayoutIdLst>
  <p:transition/>
  <p:txStyles>
    <p:titleStyle>
      <a:lvl1pPr marL="0" indent="0" algn="ctr" defTabSz="449262" rtl="0" eaLnBrk="0" fontAlgn="base" hangingPunct="0">
        <a:lnSpc>
          <a:spcPct val="100000"/>
        </a:lnSpc>
        <a:spcBef>
          <a:spcPct val="0"/>
        </a:spcBef>
        <a:spcAft>
          <a:spcPct val="0"/>
        </a:spcAft>
        <a:buClr>
          <a:srgbClr val="000000"/>
        </a:buClr>
        <a:buSzTx/>
        <a:buFont typeface="Times New Roman" pitchFamily="18" charset="0"/>
        <a:buNone/>
        <a:defRPr kumimoji="0" sz="4400" b="0" i="0" u="none" kern="1200" baseline="0">
          <a:solidFill>
            <a:srgbClr val="000000"/>
          </a:solidFill>
          <a:effectLst/>
          <a:latin typeface="Calibri" pitchFamily="34" charset="0"/>
          <a:ea typeface="Noto Sans CJK SC" charset="0"/>
          <a:cs typeface="+mj-cs"/>
        </a:defRPr>
      </a:lvl1pPr>
    </p:titleStyle>
    <p:body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3"/>
          <a:tile tx="0" ty="0" sx="100000" sy="100000" flip="none" algn="tl"/>
        </a:blipFill>
        <a:effectLst/>
      </p:bgPr>
    </p:bg>
    <p:spTree>
      <p:nvGrpSpPr>
        <p:cNvPr id="1" name=""/>
        <p:cNvGrpSpPr/>
        <p:nvPr/>
      </p:nvGrpSpPr>
      <p:grpSpPr>
        <a:xfrm>
          <a:off x="0" y="0"/>
          <a:ext cx="0" cy="0"/>
          <a:chOff x="0" y="0"/>
          <a:chExt cx="0" cy="0"/>
        </a:xfrm>
      </p:grpSpPr>
      <p:sp>
        <p:nvSpPr>
          <p:cNvPr id="1026" name="Rectangle 1"/>
          <p:cNvSpPr>
            <a:spLocks noGrp="1"/>
          </p:cNvSpPr>
          <p:nvPr>
            <p:ph type="title"/>
          </p:nvPr>
        </p:nvSpPr>
        <p:spPr>
          <a:xfrm>
            <a:off x="457200" y="274638"/>
            <a:ext cx="8226425" cy="1139825"/>
          </a:xfrm>
          <a:prstGeom prst="rect">
            <a:avLst/>
          </a:prstGeom>
          <a:noFill/>
          <a:ln>
            <a:noFill/>
            <a:round/>
          </a:ln>
          <a:effectLst/>
        </p:spPr>
        <p:txBody>
          <a:bodyPr lIns="90000" tIns="46800" rIns="90000" bIns="46800" anchor="ctr" anchorCtr="0">
            <a:noAutofit/>
          </a:bodyPr>
          <a:lstStyle>
            <a:lvl1pPr marL="0" indent="0" algn="ctr" defTabSz="449262" rtl="0" eaLnBrk="0" fontAlgn="base" hangingPunct="0">
              <a:lnSpc>
                <a:spcPct val="100000"/>
              </a:lnSpc>
              <a:spcBef>
                <a:spcPct val="0"/>
              </a:spcBef>
              <a:spcAft>
                <a:spcPct val="0"/>
              </a:spcAft>
              <a:buClr>
                <a:srgbClr val="000000"/>
              </a:buClr>
              <a:buSzTx/>
              <a:buFont typeface="Times New Roman" pitchFamily="16" charset="0"/>
              <a:buNone/>
              <a:defRPr kumimoji="0" lang="en-GB" altLang="en-US" sz="4400" b="0" i="0" u="none" kern="1200" baseline="0">
                <a:solidFill>
                  <a:srgbClr val="000000"/>
                </a:solidFill>
                <a:latin typeface="Calibri" pitchFamily="32" charset="0"/>
                <a:ea typeface="Noto Sans CJK SC" charset="0"/>
                <a:cs typeface="+mj-cs"/>
              </a:defRPr>
            </a:lvl1pPr>
          </a:lstStyle>
          <a:p>
            <a:pPr lvl="0"/>
            <a:r>
              <a:t>Click to edit the title text format</a:t>
            </a:r>
          </a:p>
        </p:txBody>
      </p:sp>
      <p:sp>
        <p:nvSpPr>
          <p:cNvPr id="1027" name="Rectangle 2"/>
          <p:cNvSpPr>
            <a:spLocks noGrp="1"/>
          </p:cNvSpPr>
          <p:nvPr>
            <p:ph type="body" idx="1"/>
          </p:nvPr>
        </p:nvSpPr>
        <p:spPr>
          <a:xfrm>
            <a:off x="457200" y="1600200"/>
            <a:ext cx="8226425" cy="4522788"/>
          </a:xfrm>
          <a:prstGeom prst="rect">
            <a:avLst/>
          </a:prstGeom>
          <a:noFill/>
          <a:ln>
            <a:noFill/>
            <a:round/>
          </a:ln>
          <a:effectLst/>
        </p:spPr>
        <p:txBody>
          <a:bodyPr lIns="90000" tIns="46800" rIns="90000" bIns="4680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lvl="0"/>
            <a:r>
              <a:t>Click to edit the outline text format</a:t>
            </a:r>
          </a:p>
          <a:p>
            <a:pPr lvl="1"/>
            <a:r>
              <a:t>Second Outline Level</a:t>
            </a:r>
          </a:p>
          <a:p>
            <a:pPr lvl="2"/>
            <a:r>
              <a:t>Third Outline Level</a:t>
            </a:r>
          </a:p>
          <a:p>
            <a:pPr lvl="3"/>
            <a:r>
              <a:t>Fourth Outline Level</a:t>
            </a:r>
          </a:p>
          <a:p>
            <a:pPr lvl="4"/>
            <a:r>
              <a:t>Fifth Outline Level</a:t>
            </a:r>
          </a:p>
          <a:p>
            <a:pPr lvl="4"/>
            <a:r>
              <a:t>Sixth Outline Level</a:t>
            </a:r>
          </a:p>
          <a:p>
            <a:pPr lvl="4"/>
            <a:r>
              <a:t>Seventh Outline Level</a:t>
            </a:r>
          </a:p>
        </p:txBody>
      </p:sp>
      <p:sp>
        <p:nvSpPr>
          <p:cNvPr id="1028" name="Rectangle 3"/>
          <p:cNvSpPr>
            <a:spLocks noGrp="1" noChangeArrowheads="1"/>
          </p:cNvSpPr>
          <p:nvPr>
            <p:ph type="dt" idx="2"/>
          </p:nvPr>
        </p:nvSpPr>
        <p:spPr bwMode="auto">
          <a:xfrm>
            <a:off x="457200" y="6356350"/>
            <a:ext cx="2130425" cy="361950"/>
          </a:xfrm>
          <a:prstGeom prst="rect">
            <a:avLst/>
          </a:prstGeom>
          <a:noFill/>
          <a:ln>
            <a:noFill/>
          </a:ln>
          <a:effectLst/>
        </p:spPr>
        <p:txBody>
          <a:bodyPr vert="horz" wrap="square" lIns="90000" tIns="46800" rIns="90000" bIns="46800" numCol="1" anchor="ctr" anchorCtr="0" compatLnSpc="1">
            <a:prstTxWarp prst="textNoShape">
              <a:avLst/>
            </a:prstTxWarp>
          </a:bodyPr>
          <a:lstStyle>
            <a:defPPr>
              <a:defRPr lang="en-GB"/>
            </a:defPPr>
            <a:lvl1pPr marL="0" indent="0" algn="l"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200" b="0" i="0" u="none" baseline="0">
                <a:solidFill>
                  <a:srgbClr val="898989"/>
                </a:solidFill>
                <a:effectLst/>
                <a:latin typeface="Verdana" pitchFamily="32" charset="0"/>
                <a:ea typeface="Noto Sans CJK SC" charset="0"/>
                <a:cs typeface="DejaVu Sans" charset="0"/>
              </a:defRPr>
            </a:lvl1pPr>
            <a:lvl2pPr marL="742950" indent="-28575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2" charset="0"/>
                <a:ea typeface="Noto Sans CJK SC" charset="0"/>
              </a:defRPr>
            </a:lvl5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029" name="Text Box 4"/>
          <p:cNvSpPr/>
          <p:nvPr/>
        </p:nvSpPr>
        <p:spPr>
          <a:xfrm>
            <a:off x="3124200" y="6356350"/>
            <a:ext cx="2895600" cy="365125"/>
          </a:xfrm>
          <a:prstGeom prst="rect">
            <a:avLst/>
          </a:prstGeom>
          <a:noFill/>
          <a:ln>
            <a:noFill/>
            <a:round/>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buClr>
                <a:srgbClr val="000000"/>
              </a:buClr>
              <a:buFont typeface="Times New Roman" pitchFamily="16" charset="0"/>
            </a:pPr>
            <a:endParaRPr lang="en-IN" altLang="en-US"/>
          </a:p>
        </p:txBody>
      </p:sp>
      <p:sp>
        <p:nvSpPr>
          <p:cNvPr id="1030" name="Rectangle 5"/>
          <p:cNvSpPr>
            <a:spLocks noGrp="1" noChangeArrowheads="1"/>
          </p:cNvSpPr>
          <p:nvPr>
            <p:ph type="sldNum" idx="3"/>
          </p:nvPr>
        </p:nvSpPr>
        <p:spPr bwMode="auto">
          <a:xfrm>
            <a:off x="6553200" y="6356350"/>
            <a:ext cx="2130425" cy="361950"/>
          </a:xfrm>
          <a:prstGeom prst="rect">
            <a:avLst/>
          </a:prstGeom>
          <a:noFill/>
          <a:ln>
            <a:noFill/>
          </a:ln>
          <a:effectLst/>
        </p:spPr>
        <p:txBody>
          <a:bodyPr lIns="90000" tIns="46800" rIns="90000" bIns="46800" numCol="1" anchor="ctr" anchorCtr="0" compatLnSpc="1">
            <a:prstTxWarp prst="textNoShape">
              <a:avLst/>
            </a:prstTxWarp>
            <a:noAutofit/>
          </a:bodyPr>
          <a:lstStyle>
            <a:defPPr>
              <a:defRPr lang="en-GB"/>
            </a:defPPr>
            <a:lvl1pPr marL="0" indent="0" algn="r"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GB" altLang="en-US" sz="1200" b="0" i="0" u="none" baseline="0">
                <a:solidFill>
                  <a:srgbClr val="898989"/>
                </a:solidFill>
                <a:effectLst/>
                <a:latin typeface="Verdana" pitchFamily="32" charset="0"/>
                <a:ea typeface="Noto Sans CJK SC" charset="0"/>
                <a:cs typeface="DejaVu Sans"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EA209BFA-99AC-4C04-987B-AB911B4F0370}"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 bg1="lt1" tx1="dk1" bg2="lt2" tx2="dk2" accent1="accent1" accent2="accent2" accent3="accent3" accent4="accent4" accent5="accent5" accent6="accent6" hlink="hlink" folHlink="folHlink"/>
  <p:sldLayoutIdLst>
    <p:sldLayoutId id="2147488489" r:id="rId1"/>
    <p:sldLayoutId id="2147488490" r:id="rId2"/>
    <p:sldLayoutId id="2147488491" r:id="rId3"/>
    <p:sldLayoutId id="2147488492" r:id="rId4"/>
    <p:sldLayoutId id="2147488493" r:id="rId5"/>
    <p:sldLayoutId id="2147488494" r:id="rId6"/>
    <p:sldLayoutId id="2147488495" r:id="rId7"/>
    <p:sldLayoutId id="2147488496" r:id="rId8"/>
    <p:sldLayoutId id="2147488497" r:id="rId9"/>
    <p:sldLayoutId id="2147488498" r:id="rId10"/>
    <p:sldLayoutId id="2147488499" r:id="rId11"/>
  </p:sldLayoutIdLst>
  <p:transition/>
  <p:txStyles>
    <p:titleStyle>
      <a:lvl1pPr marL="0" indent="0" algn="ctr" defTabSz="449262" rtl="0" eaLnBrk="0" fontAlgn="base" hangingPunct="0">
        <a:lnSpc>
          <a:spcPct val="100000"/>
        </a:lnSpc>
        <a:spcBef>
          <a:spcPct val="0"/>
        </a:spcBef>
        <a:spcAft>
          <a:spcPct val="0"/>
        </a:spcAft>
        <a:buClr>
          <a:srgbClr val="000000"/>
        </a:buClr>
        <a:buSzTx/>
        <a:buFont typeface="Times New Roman" pitchFamily="16" charset="0"/>
        <a:buNone/>
        <a:defRPr kumimoji="0" sz="4400" b="0" i="0" u="none" kern="1200" baseline="0">
          <a:solidFill>
            <a:srgbClr val="000000"/>
          </a:solidFill>
          <a:effectLst/>
          <a:latin typeface="Calibri" pitchFamily="32" charset="0"/>
          <a:ea typeface="Noto Sans CJK SC" charset="0"/>
          <a:cs typeface="+mj-cs"/>
        </a:defRPr>
      </a:lvl1pPr>
    </p:titleStyle>
    <p:body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3"/>
          <a:tile tx="0" ty="0" sx="100000" sy="100000" flip="none" algn="tl"/>
        </a:blipFill>
        <a:effectLst/>
      </p:bgPr>
    </p:bg>
    <p:spTree>
      <p:nvGrpSpPr>
        <p:cNvPr id="1" name=""/>
        <p:cNvGrpSpPr/>
        <p:nvPr/>
      </p:nvGrpSpPr>
      <p:grpSpPr>
        <a:xfrm>
          <a:off x="0" y="0"/>
          <a:ext cx="0" cy="0"/>
          <a:chOff x="0" y="0"/>
          <a:chExt cx="0" cy="0"/>
        </a:xfrm>
      </p:grpSpPr>
      <p:sp>
        <p:nvSpPr>
          <p:cNvPr id="1026" name="Rectangle 1"/>
          <p:cNvSpPr>
            <a:spLocks noGrp="1"/>
          </p:cNvSpPr>
          <p:nvPr>
            <p:ph type="title"/>
          </p:nvPr>
        </p:nvSpPr>
        <p:spPr>
          <a:xfrm>
            <a:off x="457200" y="274638"/>
            <a:ext cx="8226425" cy="1139825"/>
          </a:xfrm>
          <a:prstGeom prst="rect">
            <a:avLst/>
          </a:prstGeom>
          <a:noFill/>
          <a:ln>
            <a:noFill/>
            <a:round/>
          </a:ln>
          <a:effectLst/>
        </p:spPr>
        <p:txBody>
          <a:bodyPr lIns="90000" tIns="46800" rIns="90000" bIns="46800" anchor="ctr" anchorCtr="0">
            <a:noAutofit/>
          </a:bodyPr>
          <a:lstStyle>
            <a:lvl1pPr marL="0" indent="0" algn="ctr" defTabSz="449262" rtl="0" eaLnBrk="0" fontAlgn="base" hangingPunct="0">
              <a:lnSpc>
                <a:spcPct val="100000"/>
              </a:lnSpc>
              <a:spcBef>
                <a:spcPct val="0"/>
              </a:spcBef>
              <a:spcAft>
                <a:spcPct val="0"/>
              </a:spcAft>
              <a:buClr>
                <a:srgbClr val="000000"/>
              </a:buClr>
              <a:buSzTx/>
              <a:buFont typeface="Times New Roman" pitchFamily="16" charset="0"/>
              <a:buNone/>
              <a:defRPr kumimoji="0" lang="en-GB" altLang="en-US" sz="4400" b="0" i="0" u="none" kern="1200" baseline="0">
                <a:solidFill>
                  <a:srgbClr val="000000"/>
                </a:solidFill>
                <a:latin typeface="Calibri" pitchFamily="32" charset="0"/>
                <a:ea typeface="Noto Sans CJK SC" charset="0"/>
                <a:cs typeface="+mj-cs"/>
              </a:defRPr>
            </a:lvl1pPr>
          </a:lstStyle>
          <a:p>
            <a:pPr lvl="0"/>
            <a:r>
              <a:t>Click to edit the title text format</a:t>
            </a:r>
          </a:p>
        </p:txBody>
      </p:sp>
      <p:sp>
        <p:nvSpPr>
          <p:cNvPr id="1027" name="Rectangle 2"/>
          <p:cNvSpPr>
            <a:spLocks noGrp="1"/>
          </p:cNvSpPr>
          <p:nvPr>
            <p:ph type="body" idx="1"/>
          </p:nvPr>
        </p:nvSpPr>
        <p:spPr>
          <a:xfrm>
            <a:off x="457200" y="1600200"/>
            <a:ext cx="8226425" cy="4522788"/>
          </a:xfrm>
          <a:prstGeom prst="rect">
            <a:avLst/>
          </a:prstGeom>
          <a:noFill/>
          <a:ln>
            <a:noFill/>
            <a:round/>
          </a:ln>
          <a:effectLst/>
        </p:spPr>
        <p:txBody>
          <a:bodyPr lIns="90000" tIns="46800" rIns="90000" bIns="4680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lvl="0"/>
            <a:r>
              <a:t>Click to edit the outline text format</a:t>
            </a:r>
          </a:p>
          <a:p>
            <a:pPr lvl="1"/>
            <a:r>
              <a:t>Second Outline Level</a:t>
            </a:r>
          </a:p>
          <a:p>
            <a:pPr lvl="2"/>
            <a:r>
              <a:t>Third Outline Level</a:t>
            </a:r>
          </a:p>
          <a:p>
            <a:pPr lvl="3"/>
            <a:r>
              <a:t>Fourth Outline Level</a:t>
            </a:r>
          </a:p>
          <a:p>
            <a:pPr lvl="4"/>
            <a:r>
              <a:t>Fifth Outline Level</a:t>
            </a:r>
          </a:p>
          <a:p>
            <a:pPr lvl="4"/>
            <a:r>
              <a:t>Sixth Outline Level</a:t>
            </a:r>
          </a:p>
          <a:p>
            <a:pPr lvl="4"/>
            <a:r>
              <a:t>Seventh Outline Level</a:t>
            </a:r>
          </a:p>
        </p:txBody>
      </p:sp>
      <p:sp>
        <p:nvSpPr>
          <p:cNvPr id="1028" name="Rectangle 3"/>
          <p:cNvSpPr>
            <a:spLocks noGrp="1" noChangeArrowheads="1"/>
          </p:cNvSpPr>
          <p:nvPr>
            <p:ph type="dt" idx="2"/>
          </p:nvPr>
        </p:nvSpPr>
        <p:spPr bwMode="auto">
          <a:xfrm>
            <a:off x="457200" y="6356350"/>
            <a:ext cx="2130425" cy="361950"/>
          </a:xfrm>
          <a:prstGeom prst="rect">
            <a:avLst/>
          </a:prstGeom>
          <a:noFill/>
          <a:ln>
            <a:noFill/>
          </a:ln>
          <a:effectLst/>
        </p:spPr>
        <p:txBody>
          <a:bodyPr vert="horz" wrap="square" lIns="90000" tIns="46800" rIns="90000" bIns="46800" numCol="1" anchor="ctr" anchorCtr="0" compatLnSpc="1">
            <a:prstTxWarp prst="textNoShape">
              <a:avLst/>
            </a:prstTxWarp>
          </a:bodyPr>
          <a:lstStyle>
            <a:defPPr>
              <a:defRPr lang="en-GB"/>
            </a:defPPr>
            <a:lvl1pPr marL="0" indent="0" algn="l"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200" b="0" i="0" u="none" baseline="0">
                <a:solidFill>
                  <a:srgbClr val="898989"/>
                </a:solidFill>
                <a:effectLst/>
                <a:latin typeface="Verdana" pitchFamily="32" charset="0"/>
                <a:ea typeface="Noto Sans CJK SC" charset="0"/>
                <a:cs typeface="DejaVu Sans" charset="0"/>
              </a:defRPr>
            </a:lvl1pPr>
            <a:lvl2pPr marL="742950" indent="-28575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2" charset="0"/>
                <a:ea typeface="Noto Sans CJK SC" charset="0"/>
              </a:defRPr>
            </a:lvl5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029" name="Text Box 4"/>
          <p:cNvSpPr/>
          <p:nvPr/>
        </p:nvSpPr>
        <p:spPr>
          <a:xfrm>
            <a:off x="3124200" y="6356350"/>
            <a:ext cx="2895600" cy="365125"/>
          </a:xfrm>
          <a:prstGeom prst="rect">
            <a:avLst/>
          </a:prstGeom>
          <a:noFill/>
          <a:ln>
            <a:noFill/>
            <a:round/>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buClr>
                <a:srgbClr val="000000"/>
              </a:buClr>
              <a:buFont typeface="Times New Roman" pitchFamily="16" charset="0"/>
            </a:pPr>
            <a:endParaRPr lang="en-IN" altLang="en-US"/>
          </a:p>
        </p:txBody>
      </p:sp>
      <p:sp>
        <p:nvSpPr>
          <p:cNvPr id="1030" name="Rectangle 5"/>
          <p:cNvSpPr>
            <a:spLocks noGrp="1" noChangeArrowheads="1"/>
          </p:cNvSpPr>
          <p:nvPr>
            <p:ph type="sldNum" idx="3"/>
          </p:nvPr>
        </p:nvSpPr>
        <p:spPr bwMode="auto">
          <a:xfrm>
            <a:off x="6553200" y="6356350"/>
            <a:ext cx="2130425" cy="361950"/>
          </a:xfrm>
          <a:prstGeom prst="rect">
            <a:avLst/>
          </a:prstGeom>
          <a:noFill/>
          <a:ln>
            <a:noFill/>
          </a:ln>
          <a:effectLst/>
        </p:spPr>
        <p:txBody>
          <a:bodyPr lIns="90000" tIns="46800" rIns="90000" bIns="46800" numCol="1" anchor="ctr" anchorCtr="0" compatLnSpc="1">
            <a:prstTxWarp prst="textNoShape">
              <a:avLst/>
            </a:prstTxWarp>
            <a:noAutofit/>
          </a:bodyPr>
          <a:lstStyle>
            <a:defPPr>
              <a:defRPr lang="en-GB"/>
            </a:defPPr>
            <a:lvl1pPr marL="0" indent="0" algn="r"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GB" altLang="en-US" sz="1200" b="0" i="0" u="none" baseline="0">
                <a:solidFill>
                  <a:srgbClr val="898989"/>
                </a:solidFill>
                <a:effectLst/>
                <a:latin typeface="Verdana" pitchFamily="32" charset="0"/>
                <a:ea typeface="Noto Sans CJK SC" charset="0"/>
                <a:cs typeface="DejaVu Sans"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EA209BFA-99AC-4C04-987B-AB911B4F0370}" type="slidenum">
              <a:rPr lang="en-US" altLang="en-US" sz="1200">
                <a:solidFill>
                  <a:srgbClr val="898989"/>
                </a:solidFill>
                <a:ea typeface="DejaVu Sans"/>
              </a:rPr>
              <a:t>‹#›</a:t>
            </a:fld>
            <a:endParaRPr lang="en-US" altLang="en-US" sz="1200">
              <a:solidFill>
                <a:srgbClr val="898989"/>
              </a:solidFill>
              <a:ea typeface="DejaVu Sans"/>
            </a:endParaRPr>
          </a:p>
        </p:txBody>
      </p:sp>
    </p:spTree>
  </p:cSld>
  <p:clrMap bg1="lt1" tx1="dk1" bg2="lt2" tx2="dk2" accent1="accent1" accent2="accent2" accent3="accent3" accent4="accent4" accent5="accent5" accent6="accent6" hlink="hlink" folHlink="folHlink"/>
  <p:sldLayoutIdLst>
    <p:sldLayoutId id="2147488513" r:id="rId1"/>
    <p:sldLayoutId id="2147488514" r:id="rId2"/>
    <p:sldLayoutId id="2147488515" r:id="rId3"/>
    <p:sldLayoutId id="2147488516" r:id="rId4"/>
    <p:sldLayoutId id="2147488517" r:id="rId5"/>
    <p:sldLayoutId id="2147488518" r:id="rId6"/>
    <p:sldLayoutId id="2147488519" r:id="rId7"/>
    <p:sldLayoutId id="2147488520" r:id="rId8"/>
    <p:sldLayoutId id="2147488521" r:id="rId9"/>
    <p:sldLayoutId id="2147488522" r:id="rId10"/>
    <p:sldLayoutId id="2147488523" r:id="rId11"/>
  </p:sldLayoutIdLst>
  <p:transition/>
  <p:txStyles>
    <p:titleStyle>
      <a:lvl1pPr marL="0" indent="0" algn="ctr" defTabSz="449262" rtl="0" eaLnBrk="0" fontAlgn="base" hangingPunct="0">
        <a:lnSpc>
          <a:spcPct val="100000"/>
        </a:lnSpc>
        <a:spcBef>
          <a:spcPct val="0"/>
        </a:spcBef>
        <a:spcAft>
          <a:spcPct val="0"/>
        </a:spcAft>
        <a:buClr>
          <a:srgbClr val="000000"/>
        </a:buClr>
        <a:buSzTx/>
        <a:buFont typeface="Times New Roman" pitchFamily="16" charset="0"/>
        <a:buNone/>
        <a:defRPr kumimoji="0" sz="4400" b="0" i="0" u="none" kern="1200" baseline="0">
          <a:solidFill>
            <a:srgbClr val="000000"/>
          </a:solidFill>
          <a:effectLst/>
          <a:latin typeface="Calibri" pitchFamily="32" charset="0"/>
          <a:ea typeface="Noto Sans CJK SC" charset="0"/>
          <a:cs typeface="+mj-cs"/>
        </a:defRPr>
      </a:lvl1pPr>
    </p:titleStyle>
    <p:body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0.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4.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0.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40.xml"/><Relationship Id="rId6" Type="http://schemas.openxmlformats.org/officeDocument/2006/relationships/image" Target="../media/image16.wmf"/><Relationship Id="rId5" Type="http://schemas.openxmlformats.org/officeDocument/2006/relationships/oleObject" Target="../embeddings/oleObject2.bin"/><Relationship Id="rId4" Type="http://schemas.openxmlformats.org/officeDocument/2006/relationships/image" Target="../media/image15.w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0.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0.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4.png"/><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5.png"/><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5.xml"/><Relationship Id="rId5" Type="http://schemas.openxmlformats.org/officeDocument/2006/relationships/image" Target="../media/image32.png"/><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5.xml"/><Relationship Id="rId4" Type="http://schemas.openxmlformats.org/officeDocument/2006/relationships/image" Target="../media/image37.emf"/></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21.xml"/><Relationship Id="rId1" Type="http://schemas.openxmlformats.org/officeDocument/2006/relationships/slideLayout" Target="../slideLayouts/slideLayout4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40.xml"/></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8.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60.xml.rels><?xml version="1.0" encoding="UTF-8" standalone="yes"?>
<Relationships xmlns="http://schemas.openxmlformats.org/package/2006/relationships"><Relationship Id="rId8" Type="http://schemas.openxmlformats.org/officeDocument/2006/relationships/image" Target="../media/image52.jpeg"/><Relationship Id="rId13" Type="http://schemas.openxmlformats.org/officeDocument/2006/relationships/image" Target="../media/image57.png"/><Relationship Id="rId3" Type="http://schemas.openxmlformats.org/officeDocument/2006/relationships/image" Target="../media/image44.png"/><Relationship Id="rId7" Type="http://schemas.openxmlformats.org/officeDocument/2006/relationships/image" Target="../media/image51.jpeg"/><Relationship Id="rId12" Type="http://schemas.openxmlformats.org/officeDocument/2006/relationships/image" Target="../media/image56.png"/><Relationship Id="rId2" Type="http://schemas.openxmlformats.org/officeDocument/2006/relationships/image" Target="../media/image48.png"/><Relationship Id="rId1" Type="http://schemas.openxmlformats.org/officeDocument/2006/relationships/slideLayout" Target="../slideLayouts/slideLayout24.xml"/><Relationship Id="rId6" Type="http://schemas.openxmlformats.org/officeDocument/2006/relationships/image" Target="../media/image50.jpeg"/><Relationship Id="rId11" Type="http://schemas.openxmlformats.org/officeDocument/2006/relationships/image" Target="../media/image55.png"/><Relationship Id="rId5" Type="http://schemas.openxmlformats.org/officeDocument/2006/relationships/image" Target="../media/image49.jpeg"/><Relationship Id="rId10" Type="http://schemas.openxmlformats.org/officeDocument/2006/relationships/image" Target="../media/image54.png"/><Relationship Id="rId4" Type="http://schemas.openxmlformats.org/officeDocument/2006/relationships/image" Target="../media/image45.png"/><Relationship Id="rId9" Type="http://schemas.openxmlformats.org/officeDocument/2006/relationships/image" Target="../media/image53.png"/><Relationship Id="rId14" Type="http://schemas.openxmlformats.org/officeDocument/2006/relationships/image" Target="../media/image8.png"/></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63.wmf"/><Relationship Id="rId3" Type="http://schemas.openxmlformats.org/officeDocument/2006/relationships/image" Target="../media/image58.wmf"/><Relationship Id="rId7" Type="http://schemas.openxmlformats.org/officeDocument/2006/relationships/image" Target="../media/image60.wmf"/><Relationship Id="rId12" Type="http://schemas.openxmlformats.org/officeDocument/2006/relationships/oleObject" Target="../embeddings/oleObject8.bin"/><Relationship Id="rId2" Type="http://schemas.openxmlformats.org/officeDocument/2006/relationships/oleObject" Target="../embeddings/oleObject3.bin"/><Relationship Id="rId1" Type="http://schemas.openxmlformats.org/officeDocument/2006/relationships/slideLayout" Target="../slideLayouts/slideLayout24.xml"/><Relationship Id="rId6" Type="http://schemas.openxmlformats.org/officeDocument/2006/relationships/oleObject" Target="../embeddings/oleObject5.bin"/><Relationship Id="rId11" Type="http://schemas.openxmlformats.org/officeDocument/2006/relationships/image" Target="../media/image62.wmf"/><Relationship Id="rId5" Type="http://schemas.openxmlformats.org/officeDocument/2006/relationships/image" Target="../media/image59.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61.wmf"/></Relationships>
</file>

<file path=ppt/slides/_rels/slide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4.png"/><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7.xml"/><Relationship Id="rId1" Type="http://schemas.openxmlformats.org/officeDocument/2006/relationships/slideLayout" Target="../slideLayouts/slideLayout62.xml"/></Relationships>
</file>

<file path=ppt/slides/_rels/slide6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8.xml"/><Relationship Id="rId1" Type="http://schemas.openxmlformats.org/officeDocument/2006/relationships/slideLayout" Target="../slideLayouts/slideLayout6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2.xml"/></Relationships>
</file>

<file path=ppt/slides/_rels/slide71.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62.xml"/></Relationships>
</file>

<file path=ppt/slides/_rels/slide72.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62.xml"/></Relationships>
</file>

<file path=ppt/slides/_rels/slide73.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62.xml"/></Relationships>
</file>

<file path=ppt/slides/_rels/slide74.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62.xml"/></Relationships>
</file>

<file path=ppt/slides/_rels/slide75.xml.rels><?xml version="1.0" encoding="UTF-8" standalone="yes"?>
<Relationships xmlns="http://schemas.openxmlformats.org/package/2006/relationships"><Relationship Id="rId2" Type="http://schemas.openxmlformats.org/officeDocument/2006/relationships/image" Target="../media/image71.emf"/><Relationship Id="rId1" Type="http://schemas.openxmlformats.org/officeDocument/2006/relationships/slideLayout" Target="../slideLayouts/slideLayout62.xml"/></Relationships>
</file>

<file path=ppt/slides/_rels/slide76.xml.rels><?xml version="1.0" encoding="UTF-8" standalone="yes"?>
<Relationships xmlns="http://schemas.openxmlformats.org/package/2006/relationships"><Relationship Id="rId2" Type="http://schemas.openxmlformats.org/officeDocument/2006/relationships/image" Target="../media/image72.emf"/><Relationship Id="rId1" Type="http://schemas.openxmlformats.org/officeDocument/2006/relationships/slideLayout" Target="../slideLayouts/slideLayout62.xml"/></Relationships>
</file>

<file path=ppt/slides/_rels/slide77.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image" Target="../media/image73.emf"/><Relationship Id="rId1" Type="http://schemas.openxmlformats.org/officeDocument/2006/relationships/slideLayout" Target="../slideLayouts/slideLayout6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Rectangle 2"/>
          <p:cNvSpPr txBox="1">
            <a:spLocks noChangeArrowheads="1"/>
          </p:cNvSpPr>
          <p:nvPr/>
        </p:nvSpPr>
        <p:spPr>
          <a:xfrm>
            <a:off x="457200" y="0"/>
            <a:ext cx="8153400" cy="6477000"/>
          </a:xfrm>
          <a:prstGeom prst="rect">
            <a:avLst/>
          </a:prstGeom>
        </p:spPr>
        <p:txBody>
          <a:bodyPr/>
          <a:lstStyle>
            <a:defPPr>
              <a:defRPr lang="en-US"/>
            </a:defPPr>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mj-lt"/>
                <a:ea typeface="+mj-ea"/>
                <a:cs typeface="+mj-cs"/>
              </a:defRPr>
            </a:lvl1pPr>
            <a:lvl2pPr marL="457200" indent="0" algn="ctr" defTabSz="914400" rtl="0" eaLnBrk="0" fontAlgn="base" hangingPunct="0">
              <a:lnSpc>
                <a:spcPct val="100000"/>
              </a:lnSpc>
              <a:spcBef>
                <a:spcPct val="0"/>
              </a:spcBef>
              <a:spcAft>
                <a:spcPct val="0"/>
              </a:spcAft>
              <a:buClrTx/>
              <a:buSzTx/>
              <a:buFontTx/>
              <a:buNone/>
              <a:defRPr kumimoji="0" sz="4400" b="0" i="0" u="none" baseline="0">
                <a:solidFill>
                  <a:schemeClr val="tx1"/>
                </a:solidFill>
                <a:effectLst/>
                <a:latin typeface="Calibri" pitchFamily="34" charset="0"/>
              </a:defRPr>
            </a:lvl2pPr>
            <a:lvl3pPr marL="914400" indent="0" algn="ctr" defTabSz="914400" rtl="0" eaLnBrk="0" fontAlgn="base" hangingPunct="0">
              <a:lnSpc>
                <a:spcPct val="100000"/>
              </a:lnSpc>
              <a:spcBef>
                <a:spcPct val="0"/>
              </a:spcBef>
              <a:spcAft>
                <a:spcPct val="0"/>
              </a:spcAft>
              <a:buClrTx/>
              <a:buSzTx/>
              <a:buFontTx/>
              <a:buNone/>
              <a:defRPr kumimoji="0" sz="4400" b="0" i="0" u="none" baseline="0">
                <a:solidFill>
                  <a:schemeClr val="tx1"/>
                </a:solidFill>
                <a:effectLst/>
                <a:latin typeface="Calibri" pitchFamily="34" charset="0"/>
              </a:defRPr>
            </a:lvl3pPr>
            <a:lvl4pPr marL="1371600" indent="0" algn="ctr" defTabSz="914400" rtl="0" eaLnBrk="0" fontAlgn="base" hangingPunct="0">
              <a:lnSpc>
                <a:spcPct val="100000"/>
              </a:lnSpc>
              <a:spcBef>
                <a:spcPct val="0"/>
              </a:spcBef>
              <a:spcAft>
                <a:spcPct val="0"/>
              </a:spcAft>
              <a:buClrTx/>
              <a:buSzTx/>
              <a:buFontTx/>
              <a:buNone/>
              <a:defRPr kumimoji="0" sz="4400" b="0" i="0" u="none" baseline="0">
                <a:solidFill>
                  <a:schemeClr val="tx1"/>
                </a:solidFill>
                <a:effectLst/>
                <a:latin typeface="Calibri" pitchFamily="34" charset="0"/>
              </a:defRPr>
            </a:lvl4pPr>
            <a:lvl5pPr marL="1828800" indent="0" algn="ctr" defTabSz="914400" rtl="0" eaLnBrk="0" fontAlgn="base" hangingPunct="0">
              <a:lnSpc>
                <a:spcPct val="100000"/>
              </a:lnSpc>
              <a:spcBef>
                <a:spcPct val="0"/>
              </a:spcBef>
              <a:spcAft>
                <a:spcPct val="0"/>
              </a:spcAft>
              <a:buClrTx/>
              <a:buSzTx/>
              <a:buFontTx/>
              <a:buNone/>
              <a:defRPr kumimoji="0" sz="4400" b="0" i="0" u="none" baseline="0">
                <a:solidFill>
                  <a:schemeClr val="tx1"/>
                </a:solidFill>
                <a:effectLst/>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br>
              <a:rPr kumimoji="0" lang="en-US" sz="2400" b="0"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itchFamily="18" charset="0"/>
                <a:ea typeface="+mj-ea" pitchFamily="34" charset="0"/>
                <a:cs typeface="+mj-cs" pitchFamily="34" charset="0"/>
              </a:rPr>
            </a:br>
            <a:endParaRPr kumimoji="0" lang="en-IN" sz="20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itchFamily="18" charset="0"/>
              <a:ea typeface="+mj-ea"/>
              <a:cs typeface="+mj-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IN" sz="2000" b="1" i="1" u="none" strike="noStrike" kern="1200" cap="none" spc="0" normalizeH="0" baseline="0" noProof="0">
                <a:ln>
                  <a:noFill/>
                </a:ln>
                <a:solidFill>
                  <a:srgbClr val="00B050"/>
                </a:solidFill>
                <a:effectLst>
                  <a:outerShdw blurRad="38100" dist="38100" dir="2700000" algn="tl">
                    <a:srgbClr val="C0C0C0"/>
                  </a:outerShdw>
                </a:effectLst>
                <a:uLnTx/>
                <a:uFillTx/>
                <a:latin typeface="Times New Roman" pitchFamily="18" charset="0"/>
                <a:ea typeface="+mj-ea" pitchFamily="34" charset="0"/>
                <a:cs typeface="+mj-cs" pitchFamily="34" charset="0"/>
              </a:rPr>
              <a:t>Neural Networks and Deep Learning</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IN" sz="2000" b="1" i="1" u="none" strike="noStrike" kern="1200" cap="none" spc="0" normalizeH="0" baseline="0" noProof="0">
                <a:ln>
                  <a:noFill/>
                </a:ln>
                <a:solidFill>
                  <a:srgbClr val="00B050"/>
                </a:solidFill>
                <a:effectLst>
                  <a:outerShdw blurRad="38100" dist="38100" dir="2700000" algn="tl">
                    <a:srgbClr val="C0C0C0"/>
                  </a:outerShdw>
                </a:effectLst>
                <a:uLnTx/>
                <a:uFillTx/>
                <a:latin typeface="Times New Roman" pitchFamily="18" charset="0"/>
                <a:ea typeface="+mj-ea" pitchFamily="34" charset="0"/>
                <a:cs typeface="+mj-cs" pitchFamily="34" charset="0"/>
              </a:rPr>
              <a:t>PE-V(18CSE23)</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IN" sz="2000" b="1" i="1" u="none" strike="noStrike" kern="1200" cap="none" spc="0" normalizeH="0" baseline="0" noProof="0">
                <a:ln>
                  <a:noFill/>
                </a:ln>
                <a:solidFill>
                  <a:srgbClr val="00B050"/>
                </a:solidFill>
                <a:effectLst>
                  <a:outerShdw blurRad="38100" dist="38100" dir="2700000" algn="tl">
                    <a:srgbClr val="C0C0C0"/>
                  </a:outerShdw>
                </a:effectLst>
                <a:uLnTx/>
                <a:uFillTx/>
                <a:latin typeface="Times New Roman" pitchFamily="18" charset="0"/>
                <a:ea typeface="+mj-ea" pitchFamily="34" charset="0"/>
                <a:cs typeface="+mj-cs" pitchFamily="34" charset="0"/>
              </a:rPr>
              <a:t>(B.E (CSE) VII-Sem)</a:t>
            </a:r>
            <a:endParaRPr kumimoji="0" lang="en-US" sz="20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itchFamily="18" charset="0"/>
              <a:ea typeface="+mj-ea"/>
              <a:cs typeface="+mj-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itchFamily="18" charset="0"/>
              <a:ea typeface="+mj-ea"/>
              <a:cs typeface="+mj-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itchFamily="18" charset="0"/>
              <a:ea typeface="+mj-ea"/>
              <a:cs typeface="+mj-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itchFamily="18" charset="0"/>
              <a:ea typeface="+mj-ea"/>
              <a:cs typeface="+mj-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20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itchFamily="18" charset="0"/>
                <a:ea typeface="+mj-ea" pitchFamily="34" charset="0"/>
                <a:cs typeface="+mj-cs" pitchFamily="34" charset="0"/>
              </a:rPr>
              <a:t> </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20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itchFamily="18" charset="0"/>
                <a:ea typeface="+mj-ea" pitchFamily="34" charset="0"/>
                <a:cs typeface="+mj-cs" pitchFamily="34" charset="0"/>
              </a:rPr>
              <a:t>Unit-I Presentation on</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2800" b="1" i="1"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itchFamily="18" charset="0"/>
                <a:ea typeface="+mj-ea" pitchFamily="34" charset="0"/>
                <a:cs typeface="+mj-cs" pitchFamily="34" charset="0"/>
              </a:rPr>
              <a:t>Artificial Neural Networks</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1" u="none" strike="noStrike" kern="1200" cap="none" spc="0" normalizeH="0" baseline="0" noProof="0">
              <a:ln>
                <a:noFill/>
              </a:ln>
              <a:solidFill>
                <a:srgbClr val="FF0000"/>
              </a:solidFill>
              <a:effectLst/>
              <a:uLnTx/>
              <a:uFillTx/>
              <a:latin typeface="Times New Roman" pitchFamily="18" charset="0"/>
              <a:ea typeface="+mj-ea"/>
              <a:cs typeface="+mj-cs"/>
            </a:endParaRPr>
          </a:p>
          <a:p>
            <a:pPr marL="0" marR="0" lvl="0" indent="0" algn="ctr" defTabSz="914400" rtl="0" eaLnBrk="1" fontAlgn="base" latinLnBrk="0" hangingPunct="1">
              <a:lnSpc>
                <a:spcPct val="100000"/>
              </a:lnSpc>
              <a:spcBef>
                <a:spcPct val="0"/>
              </a:spcBef>
              <a:spcAft>
                <a:spcPct val="0"/>
              </a:spcAft>
              <a:buClrTx/>
              <a:buSzTx/>
              <a:buFontTx/>
              <a:buNone/>
              <a:defRPr/>
            </a:pPr>
            <a:br>
              <a:rPr kumimoji="0" lang="en-US" sz="2800" b="0" i="1" u="none" strike="noStrike" kern="1200" cap="none" spc="0" normalizeH="0" baseline="0" noProof="0">
                <a:ln>
                  <a:noFill/>
                </a:ln>
                <a:solidFill>
                  <a:srgbClr val="FF0000"/>
                </a:solidFill>
                <a:effectLst/>
                <a:uLnTx/>
                <a:uFillTx/>
                <a:latin typeface="Times New Roman" pitchFamily="18" charset="0"/>
                <a:ea typeface="+mj-ea" pitchFamily="34" charset="0"/>
                <a:cs typeface="+mj-cs" pitchFamily="34" charset="0"/>
              </a:rPr>
            </a:br>
            <a:r>
              <a:rPr kumimoji="0" lang="en-US" sz="2400" b="0" i="1" u="none" strike="noStrike" kern="1200" cap="none" spc="0" normalizeH="0" baseline="0" noProof="0">
                <a:ln>
                  <a:noFill/>
                </a:ln>
                <a:solidFill>
                  <a:srgbClr val="C00000"/>
                </a:solidFill>
                <a:effectLst/>
                <a:uLnTx/>
                <a:uFillTx/>
                <a:latin typeface="Times New Roman" pitchFamily="18" charset="0"/>
                <a:ea typeface="+mj-ea" pitchFamily="34" charset="0"/>
                <a:cs typeface="+mj-cs" pitchFamily="34" charset="0"/>
              </a:rPr>
              <a:t>                    </a:t>
            </a:r>
            <a:r>
              <a:rPr kumimoji="0" lang="en-US" sz="2000" b="0" i="1" u="none" strike="noStrike" kern="1200" cap="none" spc="0" normalizeH="0" baseline="0" noProof="0">
                <a:ln>
                  <a:noFill/>
                </a:ln>
                <a:solidFill>
                  <a:schemeClr val="tx1"/>
                </a:solidFill>
                <a:effectLst/>
                <a:uLnTx/>
                <a:uFillTx/>
                <a:latin typeface="Times New Roman" pitchFamily="18" charset="0"/>
                <a:ea typeface="Verdana" pitchFamily="34" charset="0"/>
                <a:cs typeface="Times New Roman" panose="02020603050405020304" pitchFamily="18" charset="0"/>
              </a:rPr>
              <a:t>By</a:t>
            </a:r>
            <a:br>
              <a:rPr kumimoji="0" lang="en-US" sz="2000" b="0" i="1" u="none" strike="noStrike" kern="1200" cap="none" spc="0" normalizeH="0" baseline="0" noProof="0">
                <a:ln>
                  <a:noFill/>
                </a:ln>
                <a:solidFill>
                  <a:schemeClr val="tx1"/>
                </a:solidFill>
                <a:effectLst/>
                <a:uLnTx/>
                <a:uFillTx/>
                <a:latin typeface="Times New Roman" pitchFamily="18" charset="0"/>
                <a:ea typeface="Verdana" pitchFamily="34" charset="0"/>
                <a:cs typeface="Times New Roman" panose="02020603050405020304" pitchFamily="18" charset="0"/>
              </a:rPr>
            </a:br>
            <a:r>
              <a:rPr kumimoji="0" lang="en-US" sz="2000" b="1" i="0" u="none" strike="noStrike" kern="1200" cap="none" spc="0" normalizeH="0" baseline="0" noProof="0">
                <a:ln>
                  <a:noFill/>
                </a:ln>
                <a:solidFill>
                  <a:srgbClr val="002060"/>
                </a:solidFill>
                <a:effectLst/>
                <a:uLnTx/>
                <a:uFillTx/>
                <a:latin typeface="Times New Roman" pitchFamily="18" charset="0"/>
                <a:ea typeface="Verdana" pitchFamily="34" charset="0"/>
                <a:cs typeface="Times New Roman" panose="02020603050405020304" pitchFamily="18" charset="0"/>
              </a:rPr>
              <a:t>                                                    Dr. Kolla Morarjee</a:t>
            </a:r>
            <a:br>
              <a:rPr kumimoji="0" lang="en-US" sz="2000" b="1" i="0" u="none" strike="noStrike" kern="1200" cap="none" spc="0" normalizeH="0" baseline="0" noProof="0">
                <a:ln>
                  <a:noFill/>
                </a:ln>
                <a:solidFill>
                  <a:srgbClr val="002060"/>
                </a:solidFill>
                <a:effectLst/>
                <a:uLnTx/>
                <a:uFillTx/>
                <a:latin typeface="Times New Roman" pitchFamily="18" charset="0"/>
                <a:ea typeface="Verdana" pitchFamily="34" charset="0"/>
                <a:cs typeface="Times New Roman" panose="02020603050405020304" pitchFamily="18" charset="0"/>
              </a:rPr>
            </a:br>
            <a:r>
              <a:rPr kumimoji="0" lang="en-US" sz="2000" b="1" i="0" u="none" strike="noStrike" kern="1200" cap="none" spc="0" normalizeH="0" baseline="0" noProof="0">
                <a:ln>
                  <a:noFill/>
                </a:ln>
                <a:solidFill>
                  <a:srgbClr val="002060"/>
                </a:solidFill>
                <a:effectLst/>
                <a:uLnTx/>
                <a:uFillTx/>
                <a:latin typeface="Times New Roman" pitchFamily="18" charset="0"/>
                <a:ea typeface="Verdana" pitchFamily="34" charset="0"/>
                <a:cs typeface="Times New Roman" panose="02020603050405020304" pitchFamily="18" charset="0"/>
              </a:rPr>
              <a:t>                                             </a:t>
            </a:r>
            <a:r>
              <a:rPr kumimoji="0" lang="en-US" sz="2000" b="0" i="0" u="none" strike="noStrike" kern="1200" cap="none" spc="0" normalizeH="0" baseline="0" noProof="0">
                <a:ln>
                  <a:noFill/>
                </a:ln>
                <a:solidFill>
                  <a:srgbClr val="002060"/>
                </a:solidFill>
                <a:effectLst/>
                <a:uLnTx/>
                <a:uFillTx/>
                <a:latin typeface="Times New Roman" pitchFamily="18" charset="0"/>
                <a:ea typeface="Verdana" pitchFamily="34" charset="0"/>
                <a:cs typeface="Times New Roman" panose="02020603050405020304" pitchFamily="18" charset="0"/>
              </a:rPr>
              <a:t>Associate Professor, Department of CSE</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2000" b="0" i="0" u="none" strike="noStrike" kern="1200" cap="none" spc="0" normalizeH="0" baseline="0" noProof="0">
                <a:ln>
                  <a:noFill/>
                </a:ln>
                <a:solidFill>
                  <a:srgbClr val="002060"/>
                </a:solidFill>
                <a:effectLst/>
                <a:uLnTx/>
                <a:uFillTx/>
                <a:latin typeface="Times New Roman" pitchFamily="18" charset="0"/>
                <a:ea typeface="Verdana" pitchFamily="34" charset="0"/>
                <a:cs typeface="Times New Roman" panose="02020603050405020304" pitchFamily="18" charset="0"/>
              </a:rPr>
              <a:t>                       Chaitanya Bharathi Institute of Technology, Hyderabad</a:t>
            </a:r>
          </a:p>
        </p:txBody>
      </p:sp>
      <p:grpSp>
        <p:nvGrpSpPr>
          <p:cNvPr id="27653" name="Slide Number Placeholder 2"/>
          <p:cNvGrpSpPr>
            <a:grpSpLocks noGrp="1"/>
          </p:cNvGrpSpPr>
          <p:nvPr/>
        </p:nvGrpSpPr>
        <p:grpSpPr>
          <a:xfrm>
            <a:off x="8631238" y="6370638"/>
            <a:ext cx="568325" cy="609600"/>
            <a:chOff x="5437" y="4013"/>
            <a:chExt cx="358" cy="384"/>
          </a:xfrm>
        </p:grpSpPr>
        <p:pic>
          <p:nvPicPr>
            <p:cNvPr id="27651" name="Slide Number Placeholder 2"/>
            <p:cNvPicPr/>
            <p:nvPr/>
          </p:nvPicPr>
          <p:blipFill>
            <a:blip r:embed="rId2"/>
            <a:stretch>
              <a:fillRect/>
            </a:stretch>
          </p:blipFill>
          <p:spPr>
            <a:xfrm>
              <a:off x="5437" y="4013"/>
              <a:ext cx="358" cy="384"/>
            </a:xfrm>
            <a:prstGeom prst="rect">
              <a:avLst/>
            </a:prstGeom>
            <a:noFill/>
            <a:ln>
              <a:miter lim="800000"/>
            </a:ln>
          </p:spPr>
        </p:pic>
        <p:sp>
          <p:nvSpPr>
            <p:cNvPr id="27652" name="Rectangle 27651"/>
            <p:cNvSpPr/>
            <p:nvPr/>
          </p:nvSpPr>
          <p:spPr>
            <a:xfrm>
              <a:off x="5472" y="4032"/>
              <a:ext cx="288" cy="278"/>
            </a:xfrm>
            <a:prstGeom prst="rect">
              <a:avLst/>
            </a:prstGeom>
            <a:noFill/>
            <a:ln>
              <a:noFill/>
              <a:miter lim="800000"/>
            </a:ln>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fld id="{3354FA0A-1A40-4444-8786-30BE4D524553}" type="slidenum">
                <a:rPr lang="en-US" altLang="en-US">
                  <a:latin typeface="Calibri" pitchFamily="34" charset="0"/>
                </a:rPr>
                <a:t>1</a:t>
              </a:fld>
              <a:endParaRPr lang="en-US" altLang="en-US">
                <a:latin typeface="Calibri" pitchFamily="34" charset="0"/>
              </a:endParaRPr>
            </a:p>
          </p:txBody>
        </p:sp>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3"/>
          <p:cNvSpPr>
            <a:spLocks noGrp="1"/>
          </p:cNvSpPr>
          <p:nvPr>
            <p:ph idx="1"/>
          </p:nvPr>
        </p:nvSpPr>
        <p:spPr>
          <a:xfrm>
            <a:off x="395288" y="1304925"/>
            <a:ext cx="8229600" cy="4932363"/>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lvl="0" eaLnBrk="1" hangingPunct="1">
              <a:lnSpc>
                <a:spcPct val="90000"/>
              </a:lnSpc>
            </a:pPr>
            <a:r>
              <a:rPr lang="en-US" altLang="en-US" sz="2000" dirty="0">
                <a:latin typeface="Tahoma" pitchFamily="34" charset="0"/>
                <a:ea typeface="Tahoma" pitchFamily="34" charset="0"/>
              </a:rPr>
              <a:t>Artificial Neural Networks: Fundamental concepts</a:t>
            </a:r>
          </a:p>
          <a:p>
            <a:pPr lvl="0" eaLnBrk="1" hangingPunct="1">
              <a:lnSpc>
                <a:spcPct val="90000"/>
              </a:lnSpc>
            </a:pPr>
            <a:r>
              <a:rPr lang="en-US" altLang="en-US" sz="2000" dirty="0">
                <a:latin typeface="Tahoma" pitchFamily="34" charset="0"/>
                <a:ea typeface="Tahoma" pitchFamily="34" charset="0"/>
              </a:rPr>
              <a:t>Evolution of neural networks</a:t>
            </a:r>
          </a:p>
          <a:p>
            <a:pPr lvl="0" eaLnBrk="1" hangingPunct="1">
              <a:lnSpc>
                <a:spcPct val="90000"/>
              </a:lnSpc>
            </a:pPr>
            <a:r>
              <a:rPr lang="en-IN" altLang="en-US" sz="2000" dirty="0">
                <a:latin typeface="Tahoma" pitchFamily="34" charset="0"/>
                <a:ea typeface="Tahoma" pitchFamily="34" charset="0"/>
              </a:rPr>
              <a:t>Basic models of artificial neural network</a:t>
            </a:r>
            <a:endParaRPr lang="en-US" altLang="en-US" sz="2000" dirty="0">
              <a:latin typeface="Tahoma" pitchFamily="34" charset="0"/>
              <a:ea typeface="Tahoma" pitchFamily="34" charset="0"/>
            </a:endParaRPr>
          </a:p>
          <a:p>
            <a:pPr lvl="0" eaLnBrk="1" hangingPunct="1">
              <a:lnSpc>
                <a:spcPct val="90000"/>
              </a:lnSpc>
            </a:pPr>
            <a:r>
              <a:rPr lang="en-US" altLang="en-US" sz="2000" dirty="0">
                <a:latin typeface="Tahoma" pitchFamily="34" charset="0"/>
                <a:ea typeface="Tahoma" pitchFamily="34" charset="0"/>
              </a:rPr>
              <a:t>Important terminologies of ANNs</a:t>
            </a:r>
          </a:p>
          <a:p>
            <a:pPr lvl="0" eaLnBrk="1" hangingPunct="1">
              <a:lnSpc>
                <a:spcPct val="90000"/>
              </a:lnSpc>
            </a:pPr>
            <a:r>
              <a:rPr lang="en-US" altLang="en-US" sz="2000" dirty="0">
                <a:latin typeface="Tahoma" pitchFamily="34" charset="0"/>
                <a:ea typeface="Tahoma" pitchFamily="34" charset="0"/>
              </a:rPr>
              <a:t>McCulloch-Pitts neuron</a:t>
            </a:r>
          </a:p>
          <a:p>
            <a:pPr lvl="0" eaLnBrk="1" hangingPunct="1">
              <a:lnSpc>
                <a:spcPct val="90000"/>
              </a:lnSpc>
            </a:pPr>
            <a:r>
              <a:rPr lang="en-US" altLang="en-US" sz="2000" dirty="0">
                <a:latin typeface="Tahoma" pitchFamily="34" charset="0"/>
                <a:ea typeface="Tahoma" pitchFamily="34" charset="0"/>
              </a:rPr>
              <a:t>Perceptron, Perceptron Learning Algorithm</a:t>
            </a:r>
          </a:p>
          <a:p>
            <a:pPr lvl="0" eaLnBrk="1" hangingPunct="1">
              <a:lnSpc>
                <a:spcPct val="90000"/>
              </a:lnSpc>
            </a:pPr>
            <a:r>
              <a:rPr lang="en-US" altLang="en-US" sz="2000" dirty="0">
                <a:latin typeface="Tahoma" pitchFamily="34" charset="0"/>
                <a:ea typeface="Tahoma" pitchFamily="34" charset="0"/>
              </a:rPr>
              <a:t>Feed Forward Neural Networks</a:t>
            </a:r>
          </a:p>
        </p:txBody>
      </p:sp>
      <p:sp>
        <p:nvSpPr>
          <p:cNvPr id="28675" name="Rectangle 2"/>
          <p:cNvSpPr>
            <a:spLocks noGrp="1"/>
          </p:cNvSpPr>
          <p:nvPr>
            <p:ph type="title" idx="4294967295"/>
          </p:nvPr>
        </p:nvSpPr>
        <p:spPr>
          <a:xfrm>
            <a:off x="838200" y="277813"/>
            <a:ext cx="7848600" cy="712787"/>
          </a:xfrm>
          <a:noFill/>
          <a:ln>
            <a:miter lim="800000"/>
          </a:ln>
        </p:spPr>
        <p:txBody>
          <a:bodyPr wrap="square" lIns="91440" tIns="45720" rIns="91440" bIns="45720" anchor="t"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Calibri" pitchFamily="34" charset="0"/>
                <a:ea typeface="+mj-ea"/>
                <a:cs typeface="+mj-cs"/>
              </a:defRPr>
            </a:lvl1pPr>
          </a:lstStyle>
          <a:p>
            <a:pPr lvl="0" eaLnBrk="1" hangingPunct="1"/>
            <a:r>
              <a:rPr lang="en-US" altLang="en-US" sz="2600" b="1">
                <a:solidFill>
                  <a:srgbClr val="FF0000"/>
                </a:solidFill>
                <a:latin typeface="Tahoma" pitchFamily="34" charset="0"/>
                <a:ea typeface="Tahoma" pitchFamily="34" charset="0"/>
              </a:rPr>
              <a:t>Unit-I</a:t>
            </a:r>
          </a:p>
        </p:txBody>
      </p:sp>
      <p:grpSp>
        <p:nvGrpSpPr>
          <p:cNvPr id="28678" name="Slide Number Placeholder 1"/>
          <p:cNvGrpSpPr>
            <a:grpSpLocks noGrp="1"/>
          </p:cNvGrpSpPr>
          <p:nvPr/>
        </p:nvGrpSpPr>
        <p:grpSpPr>
          <a:xfrm>
            <a:off x="8631238" y="6370638"/>
            <a:ext cx="568325" cy="609600"/>
            <a:chOff x="5437" y="4013"/>
            <a:chExt cx="358" cy="384"/>
          </a:xfrm>
        </p:grpSpPr>
        <p:pic>
          <p:nvPicPr>
            <p:cNvPr id="28676" name="Slide Number Placeholder 1"/>
            <p:cNvPicPr/>
            <p:nvPr/>
          </p:nvPicPr>
          <p:blipFill>
            <a:blip r:embed="rId2"/>
            <a:stretch>
              <a:fillRect/>
            </a:stretch>
          </p:blipFill>
          <p:spPr>
            <a:xfrm>
              <a:off x="5437" y="4013"/>
              <a:ext cx="358" cy="384"/>
            </a:xfrm>
            <a:prstGeom prst="rect">
              <a:avLst/>
            </a:prstGeom>
            <a:noFill/>
            <a:ln>
              <a:miter lim="800000"/>
            </a:ln>
          </p:spPr>
        </p:pic>
        <p:sp>
          <p:nvSpPr>
            <p:cNvPr id="28677" name="Rectangle 28676"/>
            <p:cNvSpPr/>
            <p:nvPr/>
          </p:nvSpPr>
          <p:spPr>
            <a:xfrm>
              <a:off x="5472" y="4032"/>
              <a:ext cx="288" cy="278"/>
            </a:xfrm>
            <a:prstGeom prst="rect">
              <a:avLst/>
            </a:prstGeom>
            <a:noFill/>
            <a:ln>
              <a:noFill/>
              <a:miter lim="800000"/>
            </a:ln>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fld id="{1FE93637-2034-4819-8E77-4FBA74C0749B}" type="slidenum">
                <a:rPr lang="en-US" altLang="en-US">
                  <a:latin typeface="Calibri" pitchFamily="34" charset="0"/>
                </a:rPr>
                <a:t>2</a:t>
              </a:fld>
              <a:endParaRPr lang="en-US" altLang="en-US">
                <a:latin typeface="Calibri" pitchFamily="34" charset="0"/>
              </a:endParaRPr>
            </a:p>
          </p:txBody>
        </p:sp>
      </p:gr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Text Box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Definition of Neural Networks</a:t>
            </a:r>
          </a:p>
        </p:txBody>
      </p:sp>
      <p:sp>
        <p:nvSpPr>
          <p:cNvPr id="29699" name="Text Box 2"/>
          <p:cNvSpPr/>
          <p:nvPr/>
        </p:nvSpPr>
        <p:spPr>
          <a:xfrm>
            <a:off x="533400" y="1676400"/>
            <a:ext cx="7315200" cy="457200"/>
          </a:xfrm>
          <a:prstGeom prst="rect">
            <a:avLst/>
          </a:prstGeom>
          <a:noFill/>
          <a:ln>
            <a:noFill/>
            <a:round/>
          </a:ln>
          <a:effectLst/>
        </p:spPr>
        <p:txBody>
          <a:bodyPr wrap="none" anchor="ctr" anchorCtr="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pPr>
            <a:endParaRPr lang="en-IN" altLang="en-US" sz="1800">
              <a:solidFill>
                <a:srgbClr val="FFFFFF"/>
              </a:solidFill>
              <a:latin typeface="Verdana" pitchFamily="34" charset="0"/>
            </a:endParaRPr>
          </a:p>
        </p:txBody>
      </p:sp>
      <p:sp>
        <p:nvSpPr>
          <p:cNvPr id="29700" name="Text Box 3"/>
          <p:cNvSpPr/>
          <p:nvPr/>
        </p:nvSpPr>
        <p:spPr>
          <a:xfrm>
            <a:off x="457200" y="1143000"/>
            <a:ext cx="8229600" cy="5884863"/>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just"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b="1">
                <a:solidFill>
                  <a:srgbClr val="984807"/>
                </a:solidFill>
                <a:latin typeface="Tahoma" pitchFamily="34" charset="0"/>
                <a:ea typeface="Tahoma" pitchFamily="34" charset="0"/>
              </a:rPr>
              <a:t>According to the DARPA Neural Network Study (1988, AFCEA International Press, p. 60):</a:t>
            </a:r>
          </a:p>
          <a:p>
            <a:pPr marL="0" lvl="0" indent="0" algn="just"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Tahoma" pitchFamily="34" charset="0"/>
            </a:endParaRPr>
          </a:p>
          <a:p>
            <a:pPr marL="0" lvl="0" indent="0" algn="just"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 ... a neural network is a system composed of many simple processing elements operating in parallel whose function is determined by network structure, connection strengths, and the processing performed at computing elements or nodes.</a:t>
            </a:r>
          </a:p>
          <a:p>
            <a:pPr marL="0" lvl="0" indent="0" algn="just"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Tahoma" pitchFamily="34" charset="0"/>
            </a:endParaRPr>
          </a:p>
          <a:p>
            <a:pPr marL="0" lvl="0" indent="0"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b="1">
                <a:solidFill>
                  <a:srgbClr val="984807"/>
                </a:solidFill>
                <a:latin typeface="Tahoma" pitchFamily="34" charset="0"/>
                <a:ea typeface="Tahoma" pitchFamily="34" charset="0"/>
              </a:rPr>
              <a:t>According to Haykin (1994), p. 2:</a:t>
            </a:r>
          </a:p>
          <a:p>
            <a:pPr marL="0" lvl="0" indent="0"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b="1">
              <a:solidFill>
                <a:srgbClr val="984807"/>
              </a:solidFill>
              <a:latin typeface="Tahoma" pitchFamily="34" charset="0"/>
              <a:ea typeface="Tahoma" pitchFamily="34" charset="0"/>
            </a:endParaRPr>
          </a:p>
          <a:p>
            <a:pPr marL="0" lvl="0" indent="0" algn="just"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A neural network is a massively parallel distributed processor that has a natural propensity for storing experiential knowledge and making it available for use. It resembles  the brain in two respects:</a:t>
            </a:r>
          </a:p>
          <a:p>
            <a:pPr marL="0" lvl="0" indent="0" algn="just" eaLnBrk="1" hangingPunct="1">
              <a:lnSpc>
                <a:spcPct val="110000"/>
              </a:lnSpc>
              <a:spcBef>
                <a:spcPct val="0"/>
              </a:spcBef>
              <a:buClr>
                <a:srgbClr val="984807"/>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Knowledge is acquired by the network through a learning process.</a:t>
            </a:r>
          </a:p>
          <a:p>
            <a:pPr marL="0" lvl="0" indent="0" algn="just" eaLnBrk="1" hangingPunct="1">
              <a:lnSpc>
                <a:spcPct val="110000"/>
              </a:lnSpc>
              <a:spcBef>
                <a:spcPct val="0"/>
              </a:spcBef>
              <a:buClr>
                <a:srgbClr val="984807"/>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Interneuron connection strengths known as  synaptic weights are used to store the knowledge.</a:t>
            </a:r>
          </a:p>
        </p:txBody>
      </p:sp>
      <p:sp>
        <p:nvSpPr>
          <p:cNvPr id="29701" name="Slide Number Placeholder 3"/>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01CE6E87-33D8-4A12-AAE8-C7AEB1D9D011}" type="slidenum">
              <a:rPr lang="en-US" altLang="en-US" sz="1200">
                <a:solidFill>
                  <a:srgbClr val="898989"/>
                </a:solidFill>
                <a:latin typeface="Arial" pitchFamily="34" charset="0"/>
                <a:ea typeface="DejaVu Sans"/>
              </a:rPr>
              <a:t>3</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Text Box 1"/>
          <p:cNvSpPr/>
          <p:nvPr/>
        </p:nvSpPr>
        <p:spPr>
          <a:xfrm>
            <a:off x="457200" y="457200"/>
            <a:ext cx="7086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Brain Computation</a:t>
            </a:r>
          </a:p>
        </p:txBody>
      </p:sp>
      <p:pic>
        <p:nvPicPr>
          <p:cNvPr id="31747" name="Picture 2"/>
          <p:cNvPicPr>
            <a:picLocks noChangeAspect="1"/>
          </p:cNvPicPr>
          <p:nvPr/>
        </p:nvPicPr>
        <p:blipFill>
          <a:blip r:embed="rId3"/>
          <a:stretch>
            <a:fillRect/>
          </a:stretch>
        </p:blipFill>
        <p:spPr>
          <a:xfrm>
            <a:off x="6929438" y="0"/>
            <a:ext cx="2214562" cy="1728788"/>
          </a:xfrm>
          <a:prstGeom prst="rect">
            <a:avLst/>
          </a:prstGeom>
          <a:noFill/>
          <a:ln>
            <a:noFill/>
            <a:round/>
          </a:ln>
          <a:effectLst/>
        </p:spPr>
      </p:pic>
      <p:sp>
        <p:nvSpPr>
          <p:cNvPr id="31748" name="Text Box 3"/>
          <p:cNvSpPr/>
          <p:nvPr/>
        </p:nvSpPr>
        <p:spPr>
          <a:xfrm>
            <a:off x="381000" y="1295400"/>
            <a:ext cx="7086600" cy="1077913"/>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just"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The </a:t>
            </a:r>
            <a:r>
              <a:rPr lang="en-US" altLang="en-US" sz="2000" b="1">
                <a:solidFill>
                  <a:srgbClr val="984807"/>
                </a:solidFill>
                <a:latin typeface="Tahoma" pitchFamily="34" charset="0"/>
                <a:ea typeface="Tahoma" pitchFamily="34" charset="0"/>
              </a:rPr>
              <a:t>human brain</a:t>
            </a:r>
            <a:r>
              <a:rPr lang="en-US" altLang="en-US" sz="2000">
                <a:solidFill>
                  <a:srgbClr val="984807"/>
                </a:solidFill>
                <a:latin typeface="Tahoma" pitchFamily="34" charset="0"/>
                <a:ea typeface="Tahoma" pitchFamily="34" charset="0"/>
              </a:rPr>
              <a:t> contains about 10 billion nerve cells, or neurons. On average, each neuron is connected to other neurons through approximately 10,000 synapses.</a:t>
            </a:r>
          </a:p>
        </p:txBody>
      </p:sp>
      <p:pic>
        <p:nvPicPr>
          <p:cNvPr id="31749" name="Picture 4"/>
          <p:cNvPicPr>
            <a:picLocks noChangeAspect="1"/>
          </p:cNvPicPr>
          <p:nvPr/>
        </p:nvPicPr>
        <p:blipFill>
          <a:blip r:embed="rId4"/>
          <a:stretch>
            <a:fillRect/>
          </a:stretch>
        </p:blipFill>
        <p:spPr>
          <a:xfrm>
            <a:off x="457200" y="2590800"/>
            <a:ext cx="8229600" cy="3170238"/>
          </a:xfrm>
          <a:prstGeom prst="rect">
            <a:avLst/>
          </a:prstGeom>
          <a:noFill/>
          <a:ln>
            <a:noFill/>
            <a:round/>
          </a:ln>
          <a:effectLst/>
        </p:spPr>
      </p:pic>
      <p:sp>
        <p:nvSpPr>
          <p:cNvPr id="31750" name="Slide Number Placeholder 2"/>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28B12995-3566-462A-93CC-C45FF9ABB393}" type="slidenum">
              <a:rPr lang="en-US" altLang="en-US" sz="1200">
                <a:solidFill>
                  <a:srgbClr val="898989"/>
                </a:solidFill>
                <a:latin typeface="Arial" pitchFamily="34" charset="0"/>
                <a:ea typeface="DejaVu Sans"/>
              </a:rPr>
              <a:t>4</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object 17"/>
          <p:cNvSpPr txBox="1">
            <a:spLocks noGrp="1"/>
          </p:cNvSpPr>
          <p:nvPr>
            <p:ph type="title"/>
          </p:nvPr>
        </p:nvSpPr>
        <p:spPr>
          <a:xfrm>
            <a:off x="1371600" y="76200"/>
            <a:ext cx="6110288"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1" fontAlgn="base" latinLnBrk="0" hangingPunct="1">
              <a:lnSpc>
                <a:spcPct val="100000"/>
              </a:lnSpc>
              <a:spcBef>
                <a:spcPct val="0"/>
              </a:spcBef>
              <a:spcAft>
                <a:spcPct val="0"/>
              </a:spcAft>
              <a:buClrTx/>
              <a:buSzTx/>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sz="2600" b="1" i="0" u="none" strike="noStrike" kern="1200" cap="none" spc="0" normalizeH="0" baseline="0" noProof="0" err="1">
                <a:ln>
                  <a:noFill/>
                </a:ln>
                <a:solidFill>
                  <a:srgbClr val="FF0000"/>
                </a:solidFill>
                <a:effectLst/>
                <a:uLnTx/>
                <a:uFillTx/>
                <a:latin typeface="Tahoma" pitchFamily="34" charset="0"/>
                <a:ea typeface="+mn-ea" pitchFamily="34" charset="0"/>
                <a:cs typeface="Tahoma" panose="020B0604030504040204" pitchFamily="34" charset="0"/>
              </a:rPr>
              <a:t>Brai</a:t>
            </a:r>
            <a:r>
              <a:rPr kumimoji="0" lang="en-IN"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n</a:t>
            </a: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 Vs computer</a:t>
            </a:r>
          </a:p>
        </p:txBody>
      </p:sp>
      <p:graphicFrame>
        <p:nvGraphicFramePr>
          <p:cNvPr id="33795" name="object 18"/>
          <p:cNvGraphicFramePr>
            <a:graphicFrameLocks noGrp="1"/>
          </p:cNvGraphicFramePr>
          <p:nvPr/>
        </p:nvGraphicFramePr>
        <p:xfrm>
          <a:off x="457200" y="776288"/>
          <a:ext cx="8228013" cy="5853110"/>
        </p:xfrm>
        <a:graphic>
          <a:graphicData uri="http://schemas.openxmlformats.org/drawingml/2006/table">
            <a:tbl>
              <a:tblPr/>
              <a:tblGrid>
                <a:gridCol w="2287588">
                  <a:extLst>
                    <a:ext uri="{9D8B030D-6E8A-4147-A177-3AD203B41FA5}">
                      <a16:colId xmlns:a16="http://schemas.microsoft.com/office/drawing/2014/main" val="20000"/>
                    </a:ext>
                  </a:extLst>
                </a:gridCol>
                <a:gridCol w="3184525">
                  <a:extLst>
                    <a:ext uri="{9D8B030D-6E8A-4147-A177-3AD203B41FA5}">
                      <a16:colId xmlns:a16="http://schemas.microsoft.com/office/drawing/2014/main" val="20001"/>
                    </a:ext>
                  </a:extLst>
                </a:gridCol>
                <a:gridCol w="2755900">
                  <a:extLst>
                    <a:ext uri="{9D8B030D-6E8A-4147-A177-3AD203B41FA5}">
                      <a16:colId xmlns:a16="http://schemas.microsoft.com/office/drawing/2014/main" val="20002"/>
                    </a:ext>
                  </a:extLst>
                </a:gridCol>
              </a:tblGrid>
              <a:tr h="438150">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spcBef>
                          <a:spcPts val="188"/>
                        </a:spcBef>
                      </a:pPr>
                      <a:r>
                        <a:rPr lang="en-US" altLang="en-US" sz="1600" b="1">
                          <a:solidFill>
                            <a:srgbClr val="FFFFFF"/>
                          </a:solidFill>
                          <a:latin typeface="Times New Roman" pitchFamily="18" charset="0"/>
                          <a:ea typeface="Times New Roman" pitchFamily="18" charset="0"/>
                        </a:rPr>
                        <a:t>Term</a:t>
                      </a:r>
                      <a:endParaRPr lang="en-US" altLang="en-US" sz="1600">
                        <a:latin typeface="Times New Roman" pitchFamily="18" charset="0"/>
                        <a:ea typeface="Times New Roman" pitchFamily="18" charset="0"/>
                      </a:endParaRPr>
                    </a:p>
                  </a:txBody>
                  <a:tcPr marL="0" marR="0" marT="24130" marB="0">
                    <a:lnL>
                      <a:noFill/>
                    </a:lnL>
                    <a:lnR>
                      <a:noFill/>
                    </a:lnR>
                    <a:lnT>
                      <a:noFill/>
                    </a:lnT>
                    <a:lnB>
                      <a:noFill/>
                    </a:lnB>
                    <a:solidFill>
                      <a:srgbClr val="0E6EC5"/>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4512" lvl="0" indent="0" eaLnBrk="1" hangingPunct="1">
                        <a:spcBef>
                          <a:spcPts val="188"/>
                        </a:spcBef>
                      </a:pPr>
                      <a:r>
                        <a:rPr lang="en-US" altLang="en-US" sz="1600" b="1">
                          <a:solidFill>
                            <a:srgbClr val="FFFFFF"/>
                          </a:solidFill>
                          <a:latin typeface="Times New Roman" pitchFamily="18" charset="0"/>
                          <a:ea typeface="Times New Roman" pitchFamily="18" charset="0"/>
                        </a:rPr>
                        <a:t>Brain</a:t>
                      </a:r>
                      <a:endParaRPr lang="en-US" altLang="en-US" sz="1600">
                        <a:latin typeface="Times New Roman" pitchFamily="18" charset="0"/>
                        <a:ea typeface="Times New Roman" pitchFamily="18" charset="0"/>
                      </a:endParaRPr>
                    </a:p>
                  </a:txBody>
                  <a:tcPr marL="0" marR="0" marT="24130" marB="0">
                    <a:lnL>
                      <a:noFill/>
                    </a:lnL>
                    <a:lnR>
                      <a:noFill/>
                    </a:lnR>
                    <a:lnT>
                      <a:noFill/>
                    </a:lnT>
                    <a:lnB>
                      <a:noFill/>
                    </a:lnB>
                    <a:solidFill>
                      <a:srgbClr val="0E6EC5"/>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01600" lvl="0" indent="0" eaLnBrk="1" hangingPunct="1">
                        <a:spcBef>
                          <a:spcPts val="188"/>
                        </a:spcBef>
                      </a:pPr>
                      <a:r>
                        <a:rPr lang="en-US" altLang="en-US" sz="1600" b="1">
                          <a:solidFill>
                            <a:srgbClr val="FFFFFF"/>
                          </a:solidFill>
                          <a:latin typeface="Times New Roman" pitchFamily="18" charset="0"/>
                          <a:ea typeface="Times New Roman" pitchFamily="18" charset="0"/>
                        </a:rPr>
                        <a:t>Computer</a:t>
                      </a:r>
                      <a:endParaRPr lang="en-US" altLang="en-US" sz="1600">
                        <a:latin typeface="Times New Roman" pitchFamily="18" charset="0"/>
                        <a:ea typeface="Times New Roman" pitchFamily="18" charset="0"/>
                      </a:endParaRPr>
                    </a:p>
                  </a:txBody>
                  <a:tcPr marL="0" marR="0" marT="24130" marB="0">
                    <a:lnL>
                      <a:noFill/>
                    </a:lnL>
                    <a:lnR>
                      <a:noFill/>
                    </a:lnR>
                    <a:lnT>
                      <a:noFill/>
                    </a:lnT>
                    <a:lnB>
                      <a:noFill/>
                    </a:lnB>
                    <a:solidFill>
                      <a:srgbClr val="0E6EC5"/>
                    </a:solidFill>
                  </a:tcPr>
                </a:tc>
                <a:extLst>
                  <a:ext uri="{0D108BD9-81ED-4DB2-BD59-A6C34878D82A}">
                    <a16:rowId xmlns:a16="http://schemas.microsoft.com/office/drawing/2014/main" val="10000"/>
                  </a:ext>
                </a:extLst>
              </a:tr>
              <a:tr h="696912">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spcBef>
                          <a:spcPts val="188"/>
                        </a:spcBef>
                      </a:pPr>
                      <a:r>
                        <a:rPr lang="en-US" altLang="en-US" sz="1600">
                          <a:latin typeface="Times New Roman" pitchFamily="18" charset="0"/>
                          <a:ea typeface="Times New Roman" pitchFamily="18" charset="0"/>
                        </a:rPr>
                        <a:t>Speed</a:t>
                      </a:r>
                    </a:p>
                  </a:txBody>
                  <a:tcPr marL="0" marR="0" marT="2413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4512" lvl="0" indent="0" eaLnBrk="1" hangingPunct="1">
                        <a:lnSpc>
                          <a:spcPts val="1775"/>
                        </a:lnSpc>
                        <a:spcBef>
                          <a:spcPts val="362"/>
                        </a:spcBef>
                      </a:pPr>
                      <a:r>
                        <a:rPr lang="en-US" altLang="en-US" sz="1600">
                          <a:latin typeface="Times New Roman" pitchFamily="18" charset="0"/>
                          <a:ea typeface="Times New Roman" pitchFamily="18" charset="0"/>
                        </a:rPr>
                        <a:t>Execution time is few  milliseconds</a:t>
                      </a:r>
                    </a:p>
                  </a:txBody>
                  <a:tcPr marL="0" marR="0" marT="46355"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01600" lvl="0" indent="0" eaLnBrk="1" hangingPunct="1">
                        <a:lnSpc>
                          <a:spcPts val="1775"/>
                        </a:lnSpc>
                        <a:spcBef>
                          <a:spcPts val="362"/>
                        </a:spcBef>
                      </a:pPr>
                      <a:r>
                        <a:rPr lang="en-US" altLang="en-US" sz="1600">
                          <a:latin typeface="Times New Roman" pitchFamily="18" charset="0"/>
                          <a:ea typeface="Times New Roman" pitchFamily="18" charset="0"/>
                        </a:rPr>
                        <a:t>Execution time is few nano  seconds</a:t>
                      </a:r>
                    </a:p>
                  </a:txBody>
                  <a:tcPr marL="0" marR="0" marT="46355" marB="0">
                    <a:lnL>
                      <a:noFill/>
                    </a:lnL>
                    <a:lnR>
                      <a:noFill/>
                    </a:lnR>
                    <a:lnT>
                      <a:noFill/>
                    </a:lnT>
                    <a:lnB>
                      <a:noFill/>
                    </a:lnB>
                    <a:solidFill>
                      <a:srgbClr val="CCD4E9"/>
                    </a:solidFill>
                  </a:tcPr>
                </a:tc>
                <a:extLst>
                  <a:ext uri="{0D108BD9-81ED-4DB2-BD59-A6C34878D82A}">
                    <a16:rowId xmlns:a16="http://schemas.microsoft.com/office/drawing/2014/main" val="10001"/>
                  </a:ext>
                </a:extLst>
              </a:tr>
              <a:tr h="989012">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spcBef>
                          <a:spcPts val="200"/>
                        </a:spcBef>
                      </a:pPr>
                      <a:r>
                        <a:rPr lang="en-US" altLang="en-US" sz="1600">
                          <a:latin typeface="Times New Roman" pitchFamily="18" charset="0"/>
                          <a:ea typeface="Times New Roman" pitchFamily="18" charset="0"/>
                        </a:rPr>
                        <a:t>Processing</a:t>
                      </a:r>
                    </a:p>
                  </a:txBody>
                  <a:tcPr marL="0" marR="0" marT="2540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4512" lvl="0" indent="0" eaLnBrk="1" hangingPunct="1">
                        <a:lnSpc>
                          <a:spcPts val="1775"/>
                        </a:lnSpc>
                        <a:spcBef>
                          <a:spcPts val="375"/>
                        </a:spcBef>
                      </a:pPr>
                      <a:r>
                        <a:rPr lang="en-US" altLang="en-US" sz="1600">
                          <a:latin typeface="Times New Roman" pitchFamily="18" charset="0"/>
                          <a:ea typeface="Times New Roman" pitchFamily="18" charset="0"/>
                        </a:rPr>
                        <a:t>Perform massive parallel  operations simultaneously</a:t>
                      </a:r>
                    </a:p>
                  </a:txBody>
                  <a:tcPr marL="0" marR="0" marT="4826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01600" lvl="0" indent="0" eaLnBrk="1" hangingPunct="1">
                        <a:lnSpc>
                          <a:spcPct val="92000"/>
                        </a:lnSpc>
                        <a:spcBef>
                          <a:spcPts val="350"/>
                        </a:spcBef>
                      </a:pPr>
                      <a:r>
                        <a:rPr lang="en-US" altLang="en-US" sz="1600">
                          <a:latin typeface="Times New Roman" pitchFamily="18" charset="0"/>
                          <a:ea typeface="Times New Roman" pitchFamily="18" charset="0"/>
                        </a:rPr>
                        <a:t>Perform several parallel  operations simultaneously. It is  faster the biological neuron</a:t>
                      </a:r>
                    </a:p>
                  </a:txBody>
                  <a:tcPr marL="0" marR="0" marT="43815" marB="0">
                    <a:lnL>
                      <a:noFill/>
                    </a:lnL>
                    <a:lnR>
                      <a:noFill/>
                    </a:lnR>
                    <a:lnT>
                      <a:noFill/>
                    </a:lnT>
                    <a:lnB>
                      <a:noFill/>
                    </a:lnB>
                    <a:solidFill>
                      <a:srgbClr val="E6EAF4"/>
                    </a:solidFill>
                  </a:tcPr>
                </a:tc>
                <a:extLst>
                  <a:ext uri="{0D108BD9-81ED-4DB2-BD59-A6C34878D82A}">
                    <a16:rowId xmlns:a16="http://schemas.microsoft.com/office/drawing/2014/main" val="10002"/>
                  </a:ext>
                </a:extLst>
              </a:tr>
              <a:tr h="1573212">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spcBef>
                          <a:spcPts val="200"/>
                        </a:spcBef>
                      </a:pPr>
                      <a:r>
                        <a:rPr lang="en-US" altLang="en-US" sz="1600">
                          <a:latin typeface="Times New Roman" pitchFamily="18" charset="0"/>
                          <a:ea typeface="Times New Roman" pitchFamily="18" charset="0"/>
                        </a:rPr>
                        <a:t>Size and complexity</a:t>
                      </a:r>
                    </a:p>
                  </a:txBody>
                  <a:tcPr marL="0" marR="0" marT="2540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4512" lvl="0" indent="0" algn="just" eaLnBrk="1" hangingPunct="1">
                        <a:lnSpc>
                          <a:spcPct val="92000"/>
                        </a:lnSpc>
                        <a:spcBef>
                          <a:spcPts val="350"/>
                        </a:spcBef>
                      </a:pPr>
                      <a:r>
                        <a:rPr lang="en-US" altLang="en-US" sz="1600">
                          <a:latin typeface="Times New Roman" pitchFamily="18" charset="0"/>
                          <a:ea typeface="Times New Roman" pitchFamily="18" charset="0"/>
                        </a:rPr>
                        <a:t>Number of Neuron is 10</a:t>
                      </a:r>
                      <a:r>
                        <a:rPr lang="en-US" altLang="en-US" sz="1300" baseline="31000">
                          <a:latin typeface="Times New Roman" pitchFamily="18" charset="0"/>
                          <a:ea typeface="Times New Roman" pitchFamily="18" charset="0"/>
                        </a:rPr>
                        <a:t>11 </a:t>
                      </a:r>
                      <a:r>
                        <a:rPr lang="en-US" altLang="en-US" sz="1600">
                          <a:latin typeface="Times New Roman" pitchFamily="18" charset="0"/>
                          <a:ea typeface="Times New Roman" pitchFamily="18" charset="0"/>
                        </a:rPr>
                        <a:t>and  number of interconnections is  10</a:t>
                      </a:r>
                      <a:r>
                        <a:rPr lang="en-US" altLang="en-US" sz="1300" baseline="31000">
                          <a:latin typeface="Times New Roman" pitchFamily="18" charset="0"/>
                          <a:ea typeface="Times New Roman" pitchFamily="18" charset="0"/>
                        </a:rPr>
                        <a:t>15</a:t>
                      </a:r>
                      <a:r>
                        <a:rPr lang="en-US" altLang="en-US" sz="1600">
                          <a:latin typeface="Times New Roman" pitchFamily="18" charset="0"/>
                          <a:ea typeface="Times New Roman" pitchFamily="18" charset="0"/>
                        </a:rPr>
                        <a:t>.So complexity of brain is  higher than computer</a:t>
                      </a:r>
                    </a:p>
                  </a:txBody>
                  <a:tcPr marL="0" marR="0" marT="43815"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01600" lvl="0" indent="0" algn="just" eaLnBrk="1" hangingPunct="1">
                        <a:lnSpc>
                          <a:spcPct val="92000"/>
                        </a:lnSpc>
                        <a:spcBef>
                          <a:spcPts val="350"/>
                        </a:spcBef>
                      </a:pPr>
                      <a:r>
                        <a:rPr lang="en-US" altLang="en-US" sz="1600">
                          <a:latin typeface="Times New Roman" pitchFamily="18" charset="0"/>
                          <a:ea typeface="Times New Roman" pitchFamily="18" charset="0"/>
                        </a:rPr>
                        <a:t>It depends on the chosen  application and network  designer.</a:t>
                      </a:r>
                    </a:p>
                  </a:txBody>
                  <a:tcPr marL="0" marR="0" marT="43815" marB="0">
                    <a:lnL>
                      <a:noFill/>
                    </a:lnL>
                    <a:lnR>
                      <a:noFill/>
                    </a:lnR>
                    <a:lnT>
                      <a:noFill/>
                    </a:lnT>
                    <a:lnB>
                      <a:noFill/>
                    </a:lnB>
                    <a:solidFill>
                      <a:srgbClr val="CCD4E9"/>
                    </a:solidFill>
                  </a:tcPr>
                </a:tc>
                <a:extLst>
                  <a:ext uri="{0D108BD9-81ED-4DB2-BD59-A6C34878D82A}">
                    <a16:rowId xmlns:a16="http://schemas.microsoft.com/office/drawing/2014/main" val="10003"/>
                  </a:ext>
                </a:extLst>
              </a:tr>
              <a:tr h="32702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lnSpc>
                          <a:spcPts val="1850"/>
                        </a:lnSpc>
                        <a:spcBef>
                          <a:spcPts val="200"/>
                        </a:spcBef>
                      </a:pPr>
                      <a:r>
                        <a:rPr lang="en-US" altLang="en-US" sz="1600">
                          <a:latin typeface="Times New Roman" pitchFamily="18" charset="0"/>
                          <a:ea typeface="Times New Roman" pitchFamily="18" charset="0"/>
                        </a:rPr>
                        <a:t>Storage capacity</a:t>
                      </a:r>
                    </a:p>
                  </a:txBody>
                  <a:tcPr marL="0" marR="0" marT="2540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4512" lvl="0" indent="0" eaLnBrk="1" hangingPunct="1">
                        <a:lnSpc>
                          <a:spcPts val="1850"/>
                        </a:lnSpc>
                        <a:spcBef>
                          <a:spcPts val="200"/>
                        </a:spcBef>
                      </a:pPr>
                      <a:r>
                        <a:rPr lang="en-US" altLang="en-US" sz="1600">
                          <a:latin typeface="Times New Roman" pitchFamily="18" charset="0"/>
                          <a:ea typeface="Times New Roman" pitchFamily="18" charset="0"/>
                        </a:rPr>
                        <a:t>i) Information is stored in</a:t>
                      </a:r>
                    </a:p>
                  </a:txBody>
                  <a:tcPr marL="0" marR="0" marT="2540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01600" lvl="0" indent="0" eaLnBrk="1" hangingPunct="1">
                        <a:lnSpc>
                          <a:spcPts val="1850"/>
                        </a:lnSpc>
                        <a:spcBef>
                          <a:spcPts val="200"/>
                        </a:spcBef>
                        <a:tabLst>
                          <a:tab pos="444500" algn="l"/>
                        </a:tabLst>
                      </a:pPr>
                      <a:r>
                        <a:rPr lang="en-US" altLang="en-US" sz="1600">
                          <a:latin typeface="Times New Roman" pitchFamily="18" charset="0"/>
                          <a:ea typeface="Times New Roman" pitchFamily="18" charset="0"/>
                        </a:rPr>
                        <a:t>i)	Stored in continuous</a:t>
                      </a:r>
                    </a:p>
                  </a:txBody>
                  <a:tcPr marL="0" marR="0" marT="25400" marB="0">
                    <a:lnL>
                      <a:noFill/>
                    </a:lnL>
                    <a:lnR>
                      <a:noFill/>
                    </a:lnR>
                    <a:lnT>
                      <a:noFill/>
                    </a:lnT>
                    <a:lnB>
                      <a:noFill/>
                    </a:lnB>
                    <a:solidFill>
                      <a:srgbClr val="E6EAF4"/>
                    </a:solidFill>
                  </a:tcPr>
                </a:tc>
                <a:extLst>
                  <a:ext uri="{0D108BD9-81ED-4DB2-BD59-A6C34878D82A}">
                    <a16:rowId xmlns:a16="http://schemas.microsoft.com/office/drawing/2014/main" val="10004"/>
                  </a:ext>
                </a:extLst>
              </a:tr>
              <a:tr h="26987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3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4512" lvl="0" indent="0" eaLnBrk="1" hangingPunct="1">
                        <a:lnSpc>
                          <a:spcPts val="1675"/>
                        </a:lnSpc>
                      </a:pPr>
                      <a:r>
                        <a:rPr lang="en-US" altLang="en-US" sz="1600">
                          <a:latin typeface="Times New Roman" pitchFamily="18" charset="0"/>
                          <a:ea typeface="Times New Roman" pitchFamily="18" charset="0"/>
                        </a:rPr>
                        <a:t>interconnections or in synapse</a:t>
                      </a: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444500" lvl="0" indent="0" eaLnBrk="1" hangingPunct="1">
                        <a:lnSpc>
                          <a:spcPts val="1675"/>
                        </a:lnSpc>
                      </a:pPr>
                      <a:r>
                        <a:rPr lang="en-US" altLang="en-US" sz="1600">
                          <a:latin typeface="Times New Roman" pitchFamily="18" charset="0"/>
                          <a:ea typeface="Times New Roman" pitchFamily="18" charset="0"/>
                        </a:rPr>
                        <a:t>memory location.</a:t>
                      </a:r>
                    </a:p>
                  </a:txBody>
                  <a:tcPr marL="0" marR="0" marT="0" marB="0">
                    <a:lnL>
                      <a:noFill/>
                    </a:lnL>
                    <a:lnR>
                      <a:noFill/>
                    </a:lnR>
                    <a:lnT>
                      <a:noFill/>
                    </a:lnT>
                    <a:lnB>
                      <a:noFill/>
                    </a:lnB>
                    <a:solidFill>
                      <a:srgbClr val="E6EAF4"/>
                    </a:solidFill>
                  </a:tcPr>
                </a:tc>
                <a:extLst>
                  <a:ext uri="{0D108BD9-81ED-4DB2-BD59-A6C34878D82A}">
                    <a16:rowId xmlns:a16="http://schemas.microsoft.com/office/drawing/2014/main" val="10005"/>
                  </a:ext>
                </a:extLst>
              </a:tr>
              <a:tr h="271462">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3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4512" lvl="0" indent="0" eaLnBrk="1" hangingPunct="1">
                        <a:lnSpc>
                          <a:spcPts val="1675"/>
                        </a:lnSpc>
                      </a:pPr>
                      <a:r>
                        <a:rPr lang="en-US" altLang="en-US" sz="1600">
                          <a:latin typeface="Times New Roman" pitchFamily="18" charset="0"/>
                          <a:ea typeface="Times New Roman" pitchFamily="18" charset="0"/>
                        </a:rPr>
                        <a:t>strength.</a:t>
                      </a: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01600" lvl="0" indent="0" eaLnBrk="1" hangingPunct="1">
                        <a:lnSpc>
                          <a:spcPts val="1675"/>
                        </a:lnSpc>
                        <a:tabLst>
                          <a:tab pos="444500" algn="l"/>
                        </a:tabLst>
                      </a:pPr>
                      <a:r>
                        <a:rPr lang="en-US" altLang="en-US" sz="1600">
                          <a:latin typeface="Times New Roman" pitchFamily="18" charset="0"/>
                          <a:ea typeface="Times New Roman" pitchFamily="18" charset="0"/>
                        </a:rPr>
                        <a:t>ii)	Overloading may destroy</a:t>
                      </a:r>
                    </a:p>
                  </a:txBody>
                  <a:tcPr marL="0" marR="0" marT="0" marB="0">
                    <a:lnL>
                      <a:noFill/>
                    </a:lnL>
                    <a:lnR>
                      <a:noFill/>
                    </a:lnR>
                    <a:lnT>
                      <a:noFill/>
                    </a:lnT>
                    <a:lnB>
                      <a:noFill/>
                    </a:lnB>
                    <a:solidFill>
                      <a:srgbClr val="E6EAF4"/>
                    </a:solidFill>
                  </a:tcPr>
                </a:tc>
                <a:extLst>
                  <a:ext uri="{0D108BD9-81ED-4DB2-BD59-A6C34878D82A}">
                    <a16:rowId xmlns:a16="http://schemas.microsoft.com/office/drawing/2014/main" val="10006"/>
                  </a:ext>
                </a:extLst>
              </a:tr>
              <a:tr h="271462">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3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4512" lvl="0" indent="0" eaLnBrk="1" hangingPunct="1">
                        <a:lnSpc>
                          <a:spcPts val="1675"/>
                        </a:lnSpc>
                      </a:pPr>
                      <a:r>
                        <a:rPr lang="en-US" altLang="en-US" sz="1600">
                          <a:latin typeface="Times New Roman" pitchFamily="18" charset="0"/>
                          <a:ea typeface="Times New Roman" pitchFamily="18" charset="0"/>
                        </a:rPr>
                        <a:t>ii) New information is stored</a:t>
                      </a: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444500" lvl="0" indent="0" eaLnBrk="1" hangingPunct="1">
                        <a:lnSpc>
                          <a:spcPts val="1675"/>
                        </a:lnSpc>
                      </a:pPr>
                      <a:r>
                        <a:rPr lang="en-US" altLang="en-US" sz="1600">
                          <a:latin typeface="Times New Roman" pitchFamily="18" charset="0"/>
                          <a:ea typeface="Times New Roman" pitchFamily="18" charset="0"/>
                        </a:rPr>
                        <a:t>older locations.</a:t>
                      </a:r>
                    </a:p>
                  </a:txBody>
                  <a:tcPr marL="0" marR="0" marT="0" marB="0">
                    <a:lnL>
                      <a:noFill/>
                    </a:lnL>
                    <a:lnR>
                      <a:noFill/>
                    </a:lnR>
                    <a:lnT>
                      <a:noFill/>
                    </a:lnT>
                    <a:lnB>
                      <a:noFill/>
                    </a:lnB>
                    <a:solidFill>
                      <a:srgbClr val="E6EAF4"/>
                    </a:solidFill>
                  </a:tcPr>
                </a:tc>
                <a:extLst>
                  <a:ext uri="{0D108BD9-81ED-4DB2-BD59-A6C34878D82A}">
                    <a16:rowId xmlns:a16="http://schemas.microsoft.com/office/drawing/2014/main" val="10007"/>
                  </a:ext>
                </a:extLst>
              </a:tr>
              <a:tr h="26987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3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4512" lvl="0" indent="0" eaLnBrk="1" hangingPunct="1">
                        <a:lnSpc>
                          <a:spcPts val="1675"/>
                        </a:lnSpc>
                      </a:pPr>
                      <a:r>
                        <a:rPr lang="en-US" altLang="en-US" sz="1600">
                          <a:latin typeface="Times New Roman" pitchFamily="18" charset="0"/>
                          <a:ea typeface="Times New Roman" pitchFamily="18" charset="0"/>
                        </a:rPr>
                        <a:t>without destroying old one.</a:t>
                      </a: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01600" lvl="0" indent="0" eaLnBrk="1" hangingPunct="1">
                        <a:lnSpc>
                          <a:spcPts val="1675"/>
                        </a:lnSpc>
                      </a:pPr>
                      <a:r>
                        <a:rPr lang="en-US" altLang="en-US" sz="1600">
                          <a:latin typeface="Times New Roman" pitchFamily="18" charset="0"/>
                          <a:ea typeface="Times New Roman" pitchFamily="18" charset="0"/>
                        </a:rPr>
                        <a:t>iii) Can be easily retrieved</a:t>
                      </a:r>
                    </a:p>
                  </a:txBody>
                  <a:tcPr marL="0" marR="0" marT="0" marB="0">
                    <a:lnL>
                      <a:noFill/>
                    </a:lnL>
                    <a:lnR>
                      <a:noFill/>
                    </a:lnR>
                    <a:lnT>
                      <a:noFill/>
                    </a:lnT>
                    <a:lnB>
                      <a:noFill/>
                    </a:lnB>
                    <a:solidFill>
                      <a:srgbClr val="E6EAF4"/>
                    </a:solidFill>
                  </a:tcPr>
                </a:tc>
                <a:extLst>
                  <a:ext uri="{0D108BD9-81ED-4DB2-BD59-A6C34878D82A}">
                    <a16:rowId xmlns:a16="http://schemas.microsoft.com/office/drawing/2014/main" val="10008"/>
                  </a:ext>
                </a:extLst>
              </a:tr>
              <a:tr h="26987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3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4512" lvl="0" indent="0" eaLnBrk="1" hangingPunct="1">
                        <a:lnSpc>
                          <a:spcPts val="1675"/>
                        </a:lnSpc>
                      </a:pPr>
                      <a:r>
                        <a:rPr lang="en-US" altLang="en-US" sz="1600">
                          <a:latin typeface="Times New Roman" pitchFamily="18" charset="0"/>
                          <a:ea typeface="Times New Roman" pitchFamily="18" charset="0"/>
                        </a:rPr>
                        <a:t>iii) Sometimes fails to recollect</a:t>
                      </a: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3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extLst>
                  <a:ext uri="{0D108BD9-81ED-4DB2-BD59-A6C34878D82A}">
                    <a16:rowId xmlns:a16="http://schemas.microsoft.com/office/drawing/2014/main" val="10009"/>
                  </a:ext>
                </a:extLst>
              </a:tr>
              <a:tr h="476250">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6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4512" lvl="0" indent="0" eaLnBrk="1" hangingPunct="1">
                        <a:lnSpc>
                          <a:spcPts val="1750"/>
                        </a:lnSpc>
                      </a:pPr>
                      <a:r>
                        <a:rPr lang="en-US" altLang="en-US" sz="1600">
                          <a:latin typeface="Times New Roman" pitchFamily="18" charset="0"/>
                          <a:ea typeface="Times New Roman" pitchFamily="18" charset="0"/>
                        </a:rPr>
                        <a:t>information</a:t>
                      </a: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spcBef>
                          <a:spcPts val="975"/>
                        </a:spcBef>
                      </a:pPr>
                      <a:endParaRPr lang="en-US" altLang="en-US" sz="1200">
                        <a:ea typeface="Arial" pitchFamily="34" charset="0"/>
                      </a:endParaRPr>
                    </a:p>
                  </a:txBody>
                  <a:tcPr marL="0" marR="0" marT="123190" marB="0">
                    <a:lnL>
                      <a:noFill/>
                    </a:lnL>
                    <a:lnR>
                      <a:noFill/>
                    </a:lnR>
                    <a:lnT>
                      <a:noFill/>
                    </a:lnT>
                    <a:lnB>
                      <a:noFill/>
                    </a:lnB>
                    <a:solidFill>
                      <a:srgbClr val="E6EAF4"/>
                    </a:solidFill>
                  </a:tcPr>
                </a:tc>
                <a:extLst>
                  <a:ext uri="{0D108BD9-81ED-4DB2-BD59-A6C34878D82A}">
                    <a16:rowId xmlns:a16="http://schemas.microsoft.com/office/drawing/2014/main" val="10010"/>
                  </a:ext>
                </a:extLst>
              </a:tr>
            </a:tbl>
          </a:graphicData>
        </a:graphic>
      </p:graphicFrame>
      <p:sp>
        <p:nvSpPr>
          <p:cNvPr id="33829" name="Slide Number Placeholder 2"/>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3FB63433-AEE2-4B84-BB62-CBC7EDBAEC31}" type="slidenum">
              <a:rPr lang="en-US" altLang="en-US" sz="1200">
                <a:solidFill>
                  <a:srgbClr val="898989"/>
                </a:solidFill>
                <a:latin typeface="Arial" pitchFamily="34" charset="0"/>
                <a:ea typeface="DejaVu Sans"/>
              </a:rPr>
              <a:t>5</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object 17"/>
          <p:cNvSpPr txBox="1">
            <a:spLocks noGrp="1"/>
          </p:cNvSpPr>
          <p:nvPr>
            <p:ph type="title"/>
          </p:nvPr>
        </p:nvSpPr>
        <p:spPr>
          <a:xfrm>
            <a:off x="444500" y="1260475"/>
            <a:ext cx="2430463"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l" defTabSz="449263" rtl="0" eaLnBrk="1" fontAlgn="base" latinLnBrk="0" hangingPunct="1">
              <a:lnSpc>
                <a:spcPct val="100000"/>
              </a:lnSpc>
              <a:spcBef>
                <a:spcPct val="0"/>
              </a:spcBef>
              <a:spcAft>
                <a:spcPct val="0"/>
              </a:spcAft>
              <a:buClrTx/>
              <a:buSzTx/>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sz="2600" b="1" i="0" u="none" strike="noStrike" kern="1200" cap="none" spc="0" normalizeH="0" baseline="0" noProof="0">
                <a:ln>
                  <a:noFill/>
                </a:ln>
                <a:solidFill>
                  <a:srgbClr val="C00000"/>
                </a:solidFill>
                <a:effectLst/>
                <a:uLnTx/>
                <a:uFillTx/>
                <a:latin typeface="Tahoma" pitchFamily="34" charset="0"/>
                <a:ea typeface="+mn-ea" pitchFamily="34" charset="0"/>
                <a:cs typeface="Tahoma" panose="020B0604030504040204" pitchFamily="34" charset="0"/>
              </a:rPr>
              <a:t>co</a:t>
            </a:r>
            <a:r>
              <a:rPr kumimoji="0" lang="en-IN" sz="2600" b="1" i="0" u="none" strike="noStrike" kern="1200" cap="none" spc="0" normalizeH="0" baseline="0" noProof="0">
                <a:ln>
                  <a:noFill/>
                </a:ln>
                <a:solidFill>
                  <a:srgbClr val="C00000"/>
                </a:solidFill>
                <a:effectLst/>
                <a:uLnTx/>
                <a:uFillTx/>
                <a:latin typeface="Tahoma" pitchFamily="34" charset="0"/>
                <a:ea typeface="+mn-ea" pitchFamily="34" charset="0"/>
                <a:cs typeface="Tahoma" panose="020B0604030504040204" pitchFamily="34" charset="0"/>
              </a:rPr>
              <a:t>n</a:t>
            </a:r>
            <a:r>
              <a:rPr kumimoji="0" sz="2600" b="1" i="0" u="none" strike="noStrike" kern="1200" cap="none" spc="0" normalizeH="0" baseline="0" noProof="0">
                <a:ln>
                  <a:noFill/>
                </a:ln>
                <a:solidFill>
                  <a:srgbClr val="C00000"/>
                </a:solidFill>
                <a:effectLst/>
                <a:uLnTx/>
                <a:uFillTx/>
                <a:latin typeface="Tahoma" pitchFamily="34" charset="0"/>
                <a:ea typeface="+mn-ea" pitchFamily="34" charset="0"/>
                <a:cs typeface="Tahoma" panose="020B0604030504040204" pitchFamily="34" charset="0"/>
              </a:rPr>
              <a:t>td…</a:t>
            </a:r>
          </a:p>
        </p:txBody>
      </p:sp>
      <p:graphicFrame>
        <p:nvGraphicFramePr>
          <p:cNvPr id="34819" name="object 18"/>
          <p:cNvGraphicFramePr>
            <a:graphicFrameLocks noGrp="1"/>
          </p:cNvGraphicFramePr>
          <p:nvPr/>
        </p:nvGraphicFramePr>
        <p:xfrm>
          <a:off x="457200" y="1935162"/>
          <a:ext cx="7924800" cy="2789238"/>
        </p:xfrm>
        <a:graphic>
          <a:graphicData uri="http://schemas.openxmlformats.org/drawingml/2006/table">
            <a:tbl>
              <a:tblPr/>
              <a:tblGrid>
                <a:gridCol w="2351088">
                  <a:extLst>
                    <a:ext uri="{9D8B030D-6E8A-4147-A177-3AD203B41FA5}">
                      <a16:colId xmlns:a16="http://schemas.microsoft.com/office/drawing/2014/main" val="20000"/>
                    </a:ext>
                  </a:extLst>
                </a:gridCol>
                <a:gridCol w="2913062">
                  <a:extLst>
                    <a:ext uri="{9D8B030D-6E8A-4147-A177-3AD203B41FA5}">
                      <a16:colId xmlns:a16="http://schemas.microsoft.com/office/drawing/2014/main" val="20001"/>
                    </a:ext>
                  </a:extLst>
                </a:gridCol>
                <a:gridCol w="2660650">
                  <a:extLst>
                    <a:ext uri="{9D8B030D-6E8A-4147-A177-3AD203B41FA5}">
                      <a16:colId xmlns:a16="http://schemas.microsoft.com/office/drawing/2014/main" val="20002"/>
                    </a:ext>
                  </a:extLst>
                </a:gridCol>
              </a:tblGrid>
              <a:tr h="1752600">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spcBef>
                          <a:spcPts val="275"/>
                        </a:spcBef>
                      </a:pPr>
                      <a:r>
                        <a:rPr lang="en-US" altLang="en-US" sz="1600" b="1">
                          <a:solidFill>
                            <a:srgbClr val="FFFFFF"/>
                          </a:solidFill>
                          <a:latin typeface="Constantia" pitchFamily="18" charset="0"/>
                          <a:ea typeface="Constantia" pitchFamily="18" charset="0"/>
                        </a:rPr>
                        <a:t>Tolerance</a:t>
                      </a:r>
                      <a:endParaRPr lang="en-US" altLang="en-US" sz="1600">
                        <a:latin typeface="Constantia" pitchFamily="18" charset="0"/>
                        <a:ea typeface="Constantia" pitchFamily="18" charset="0"/>
                      </a:endParaRPr>
                    </a:p>
                  </a:txBody>
                  <a:tcPr marL="0" marR="0" marT="35560" marB="0">
                    <a:lnL>
                      <a:noFill/>
                    </a:lnL>
                    <a:lnR>
                      <a:noFill/>
                    </a:lnR>
                    <a:lnT>
                      <a:noFill/>
                    </a:lnT>
                    <a:lnB>
                      <a:noFill/>
                    </a:lnB>
                    <a:solidFill>
                      <a:srgbClr val="0E6EC5"/>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733425" lvl="0" indent="-342900" eaLnBrk="1" hangingPunct="1">
                        <a:spcBef>
                          <a:spcPts val="275"/>
                        </a:spcBef>
                        <a:buAutoNum type="romanLcParenR"/>
                        <a:tabLst>
                          <a:tab pos="733425" algn="l"/>
                        </a:tabLst>
                      </a:pPr>
                      <a:r>
                        <a:rPr lang="en-US" altLang="en-US" sz="1600" b="1">
                          <a:solidFill>
                            <a:srgbClr val="FFFFFF"/>
                          </a:solidFill>
                          <a:latin typeface="Constantia" pitchFamily="18" charset="0"/>
                          <a:ea typeface="Constantia" pitchFamily="18" charset="0"/>
                        </a:rPr>
                        <a:t>Fault tolerant</a:t>
                      </a:r>
                      <a:endParaRPr lang="en-US" altLang="en-US" sz="1600">
                        <a:latin typeface="Constantia" pitchFamily="18" charset="0"/>
                        <a:ea typeface="Constantia" pitchFamily="18" charset="0"/>
                      </a:endParaRPr>
                    </a:p>
                    <a:p>
                      <a:pPr marL="733425" lvl="0" indent="-342900" eaLnBrk="1" hangingPunct="1">
                        <a:lnSpc>
                          <a:spcPct val="102000"/>
                        </a:lnSpc>
                        <a:buAutoNum type="romanLcParenR"/>
                        <a:tabLst>
                          <a:tab pos="733425" algn="l"/>
                        </a:tabLst>
                      </a:pPr>
                      <a:r>
                        <a:rPr lang="en-US" altLang="en-US" sz="1600" b="1">
                          <a:solidFill>
                            <a:srgbClr val="FFFFFF"/>
                          </a:solidFill>
                          <a:latin typeface="Constantia" pitchFamily="18" charset="0"/>
                          <a:ea typeface="Constantia" pitchFamily="18" charset="0"/>
                        </a:rPr>
                        <a:t>Store and retrieve  information even  interconnections  fails</a:t>
                      </a:r>
                      <a:endParaRPr lang="en-US" altLang="en-US" sz="1600">
                        <a:latin typeface="Constantia" pitchFamily="18" charset="0"/>
                        <a:ea typeface="Constantia" pitchFamily="18" charset="0"/>
                      </a:endParaRPr>
                    </a:p>
                    <a:p>
                      <a:pPr marL="733425" lvl="0" indent="-342900" eaLnBrk="1" hangingPunct="1">
                        <a:spcBef>
                          <a:spcPts val="25"/>
                        </a:spcBef>
                        <a:buAutoNum type="romanLcParenR"/>
                        <a:tabLst>
                          <a:tab pos="733425" algn="l"/>
                        </a:tabLst>
                      </a:pPr>
                      <a:r>
                        <a:rPr lang="en-US" altLang="en-US" sz="1600" b="1">
                          <a:solidFill>
                            <a:srgbClr val="FFFFFF"/>
                          </a:solidFill>
                          <a:latin typeface="Constantia" pitchFamily="18" charset="0"/>
                          <a:ea typeface="Constantia" pitchFamily="18" charset="0"/>
                        </a:rPr>
                        <a:t>Accept</a:t>
                      </a:r>
                      <a:endParaRPr lang="en-US" altLang="en-US" sz="1600">
                        <a:latin typeface="Constantia" pitchFamily="18" charset="0"/>
                        <a:ea typeface="Constantia" pitchFamily="18" charset="0"/>
                      </a:endParaRPr>
                    </a:p>
                    <a:p>
                      <a:pPr marL="733425" lvl="0" indent="-342900" eaLnBrk="1" hangingPunct="1">
                        <a:spcBef>
                          <a:spcPts val="38"/>
                        </a:spcBef>
                        <a:tabLst>
                          <a:tab pos="733425" algn="l"/>
                        </a:tabLst>
                      </a:pPr>
                      <a:r>
                        <a:rPr lang="en-US" altLang="en-US" sz="1600" b="1">
                          <a:solidFill>
                            <a:srgbClr val="FFFFFF"/>
                          </a:solidFill>
                          <a:latin typeface="Constantia" pitchFamily="18" charset="0"/>
                          <a:ea typeface="Constantia" pitchFamily="18" charset="0"/>
                        </a:rPr>
                        <a:t>redundancies</a:t>
                      </a:r>
                      <a:endParaRPr lang="en-US" altLang="en-US" sz="1600">
                        <a:latin typeface="Constantia" pitchFamily="18" charset="0"/>
                        <a:ea typeface="Constantia" pitchFamily="18" charset="0"/>
                      </a:endParaRPr>
                    </a:p>
                  </a:txBody>
                  <a:tcPr marL="0" marR="0" marT="35560" marB="0">
                    <a:lnL>
                      <a:noFill/>
                    </a:lnL>
                    <a:lnR>
                      <a:noFill/>
                    </a:lnR>
                    <a:lnT>
                      <a:noFill/>
                    </a:lnT>
                    <a:lnB>
                      <a:noFill/>
                    </a:lnB>
                    <a:solidFill>
                      <a:srgbClr val="0E6EC5"/>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450850" lvl="0" indent="-342900" eaLnBrk="1" hangingPunct="1">
                        <a:spcBef>
                          <a:spcPts val="275"/>
                        </a:spcBef>
                        <a:buAutoNum type="romanLcParenR"/>
                        <a:tabLst>
                          <a:tab pos="450850" algn="l"/>
                        </a:tabLst>
                      </a:pPr>
                      <a:r>
                        <a:rPr lang="en-US" altLang="en-US" sz="1600" b="1">
                          <a:solidFill>
                            <a:srgbClr val="FFFFFF"/>
                          </a:solidFill>
                          <a:latin typeface="Constantia" pitchFamily="18" charset="0"/>
                          <a:ea typeface="Constantia" pitchFamily="18" charset="0"/>
                        </a:rPr>
                        <a:t>No fault tolerance</a:t>
                      </a:r>
                      <a:endParaRPr lang="en-US" altLang="en-US" sz="1600">
                        <a:latin typeface="Constantia" pitchFamily="18" charset="0"/>
                        <a:ea typeface="Constantia" pitchFamily="18" charset="0"/>
                      </a:endParaRPr>
                    </a:p>
                    <a:p>
                      <a:pPr marL="450850" lvl="0" indent="-342900" eaLnBrk="1" hangingPunct="1">
                        <a:lnSpc>
                          <a:spcPct val="102000"/>
                        </a:lnSpc>
                        <a:buAutoNum type="romanLcParenR"/>
                        <a:tabLst>
                          <a:tab pos="450850" algn="l"/>
                        </a:tabLst>
                      </a:pPr>
                      <a:r>
                        <a:rPr lang="en-US" altLang="en-US" sz="1600" b="1">
                          <a:solidFill>
                            <a:srgbClr val="FFFFFF"/>
                          </a:solidFill>
                          <a:latin typeface="Constantia" pitchFamily="18" charset="0"/>
                          <a:ea typeface="Constantia" pitchFamily="18" charset="0"/>
                        </a:rPr>
                        <a:t>Information  corrupted if the  network  connections  disconnected.</a:t>
                      </a:r>
                      <a:endParaRPr lang="en-US" altLang="en-US" sz="1600">
                        <a:latin typeface="Constantia" pitchFamily="18" charset="0"/>
                        <a:ea typeface="Constantia" pitchFamily="18" charset="0"/>
                      </a:endParaRPr>
                    </a:p>
                    <a:p>
                      <a:pPr marL="450850" lvl="0" indent="-342900" eaLnBrk="1" hangingPunct="1">
                        <a:spcBef>
                          <a:spcPts val="38"/>
                        </a:spcBef>
                        <a:buAutoNum type="romanLcParenR"/>
                        <a:tabLst>
                          <a:tab pos="450850" algn="l"/>
                        </a:tabLst>
                      </a:pPr>
                      <a:r>
                        <a:rPr lang="en-US" altLang="en-US" sz="1600" b="1">
                          <a:solidFill>
                            <a:srgbClr val="FFFFFF"/>
                          </a:solidFill>
                          <a:latin typeface="Constantia" pitchFamily="18" charset="0"/>
                          <a:ea typeface="Constantia" pitchFamily="18" charset="0"/>
                        </a:rPr>
                        <a:t>No redundancies</a:t>
                      </a:r>
                      <a:endParaRPr lang="en-US" altLang="en-US" sz="1600">
                        <a:latin typeface="Constantia" pitchFamily="18" charset="0"/>
                        <a:ea typeface="Constantia" pitchFamily="18" charset="0"/>
                      </a:endParaRPr>
                    </a:p>
                  </a:txBody>
                  <a:tcPr marL="0" marR="0" marT="35560" marB="0">
                    <a:lnL>
                      <a:noFill/>
                    </a:lnL>
                    <a:lnR>
                      <a:noFill/>
                    </a:lnR>
                    <a:lnT>
                      <a:noFill/>
                    </a:lnT>
                    <a:lnB>
                      <a:noFill/>
                    </a:lnB>
                    <a:solidFill>
                      <a:srgbClr val="0E6EC5"/>
                    </a:solidFill>
                  </a:tcPr>
                </a:tc>
                <a:extLst>
                  <a:ext uri="{0D108BD9-81ED-4DB2-BD59-A6C34878D82A}">
                    <a16:rowId xmlns:a16="http://schemas.microsoft.com/office/drawing/2014/main" val="10000"/>
                  </a:ext>
                </a:extLst>
              </a:tr>
              <a:tr h="1036638">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spcBef>
                          <a:spcPts val="275"/>
                        </a:spcBef>
                      </a:pPr>
                      <a:r>
                        <a:rPr lang="en-US" altLang="en-US" sz="1600">
                          <a:latin typeface="Constantia" pitchFamily="18" charset="0"/>
                          <a:ea typeface="Constantia" pitchFamily="18" charset="0"/>
                        </a:rPr>
                        <a:t>Control mechanism</a:t>
                      </a:r>
                    </a:p>
                  </a:txBody>
                  <a:tcPr marL="0" marR="0" marT="3556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390525" lvl="0" indent="0" eaLnBrk="1" hangingPunct="1">
                        <a:lnSpc>
                          <a:spcPct val="102000"/>
                        </a:lnSpc>
                        <a:spcBef>
                          <a:spcPts val="238"/>
                        </a:spcBef>
                      </a:pPr>
                      <a:r>
                        <a:rPr lang="en-US" altLang="en-US" sz="1600">
                          <a:latin typeface="Constantia" pitchFamily="18" charset="0"/>
                          <a:ea typeface="Constantia" pitchFamily="18" charset="0"/>
                        </a:rPr>
                        <a:t>Depends on active  chemicals and neuron  connections are strong or  weak</a:t>
                      </a:r>
                    </a:p>
                  </a:txBody>
                  <a:tcPr marL="0" marR="0" marT="3048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07950" lvl="0" indent="0" eaLnBrk="1" hangingPunct="1">
                        <a:spcBef>
                          <a:spcPts val="275"/>
                        </a:spcBef>
                      </a:pPr>
                      <a:r>
                        <a:rPr lang="en-US" altLang="en-US" sz="1600">
                          <a:latin typeface="Constantia" pitchFamily="18" charset="0"/>
                          <a:ea typeface="Constantia" pitchFamily="18" charset="0"/>
                        </a:rPr>
                        <a:t>CPU</a:t>
                      </a:r>
                    </a:p>
                    <a:p>
                      <a:pPr marL="107950" lvl="0" indent="0" eaLnBrk="1" hangingPunct="1">
                        <a:lnSpc>
                          <a:spcPct val="101000"/>
                        </a:lnSpc>
                        <a:spcBef>
                          <a:spcPts val="12"/>
                        </a:spcBef>
                      </a:pPr>
                      <a:r>
                        <a:rPr lang="en-US" altLang="en-US" sz="1600">
                          <a:latin typeface="Constantia" pitchFamily="18" charset="0"/>
                          <a:ea typeface="Constantia" pitchFamily="18" charset="0"/>
                        </a:rPr>
                        <a:t>Control mechanism is  very simple</a:t>
                      </a:r>
                    </a:p>
                  </a:txBody>
                  <a:tcPr marL="0" marR="0" marT="35560" marB="0">
                    <a:lnL>
                      <a:noFill/>
                    </a:lnL>
                    <a:lnR>
                      <a:noFill/>
                    </a:lnR>
                    <a:lnT>
                      <a:noFill/>
                    </a:lnT>
                    <a:lnB>
                      <a:noFill/>
                    </a:lnB>
                    <a:solidFill>
                      <a:srgbClr val="CCD4E9"/>
                    </a:solidFill>
                  </a:tcPr>
                </a:tc>
                <a:extLst>
                  <a:ext uri="{0D108BD9-81ED-4DB2-BD59-A6C34878D82A}">
                    <a16:rowId xmlns:a16="http://schemas.microsoft.com/office/drawing/2014/main" val="10001"/>
                  </a:ext>
                </a:extLst>
              </a:tr>
            </a:tbl>
          </a:graphicData>
        </a:graphic>
      </p:graphicFrame>
      <p:sp>
        <p:nvSpPr>
          <p:cNvPr id="34826" name="Slide Number Placeholder 2"/>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85ED5047-D579-4D87-A205-4A2B1D134065}" type="slidenum">
              <a:rPr lang="en-US" altLang="en-US" sz="1200">
                <a:solidFill>
                  <a:srgbClr val="898989"/>
                </a:solidFill>
                <a:latin typeface="Arial" pitchFamily="34" charset="0"/>
                <a:ea typeface="DejaVu Sans"/>
              </a:rPr>
              <a:t>6</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Text Box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Interconnections in Brain </a:t>
            </a:r>
          </a:p>
        </p:txBody>
      </p:sp>
      <p:pic>
        <p:nvPicPr>
          <p:cNvPr id="35843" name="Picture 2"/>
          <p:cNvPicPr>
            <a:picLocks noChangeAspect="1"/>
          </p:cNvPicPr>
          <p:nvPr/>
        </p:nvPicPr>
        <p:blipFill>
          <a:blip r:embed="rId3"/>
          <a:stretch>
            <a:fillRect/>
          </a:stretch>
        </p:blipFill>
        <p:spPr>
          <a:xfrm>
            <a:off x="889000" y="1371600"/>
            <a:ext cx="7366000" cy="4521200"/>
          </a:xfrm>
          <a:prstGeom prst="rect">
            <a:avLst/>
          </a:prstGeom>
          <a:noFill/>
          <a:ln>
            <a:noFill/>
            <a:round/>
          </a:ln>
          <a:effectLst/>
        </p:spPr>
      </p:pic>
      <p:sp>
        <p:nvSpPr>
          <p:cNvPr id="35844" name="Slide Number Placeholder 2"/>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DFDE26C8-AFB7-425A-B91F-D9CD3C0AFC70}" type="slidenum">
              <a:rPr lang="en-US" altLang="en-US" sz="1200">
                <a:solidFill>
                  <a:srgbClr val="898989"/>
                </a:solidFill>
                <a:latin typeface="Arial" pitchFamily="34" charset="0"/>
                <a:ea typeface="DejaVu Sans"/>
              </a:rPr>
              <a:t>7</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7890" name="Picture 1"/>
          <p:cNvPicPr>
            <a:picLocks noChangeAspect="1"/>
          </p:cNvPicPr>
          <p:nvPr/>
        </p:nvPicPr>
        <p:blipFill>
          <a:blip r:embed="rId3"/>
          <a:stretch>
            <a:fillRect/>
          </a:stretch>
        </p:blipFill>
        <p:spPr>
          <a:xfrm>
            <a:off x="1485900" y="1447800"/>
            <a:ext cx="6172200" cy="4495800"/>
          </a:xfrm>
          <a:prstGeom prst="rect">
            <a:avLst/>
          </a:prstGeom>
          <a:noFill/>
          <a:ln>
            <a:noFill/>
            <a:round/>
          </a:ln>
          <a:effectLst/>
        </p:spPr>
      </p:pic>
      <p:sp>
        <p:nvSpPr>
          <p:cNvPr id="37891" name="Rectangle 2"/>
          <p:cNvSpPr/>
          <p:nvPr/>
        </p:nvSpPr>
        <p:spPr>
          <a:xfrm>
            <a:off x="457200" y="4572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Biological (Motor) Neuron</a:t>
            </a:r>
          </a:p>
        </p:txBody>
      </p:sp>
      <p:sp>
        <p:nvSpPr>
          <p:cNvPr id="37892" name="Slide Number Placeholder 2"/>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9AA17E66-37E0-4CDF-9B55-6B7C3CE35F3A}" type="slidenum">
              <a:rPr lang="en-US" altLang="en-US" sz="1200">
                <a:solidFill>
                  <a:srgbClr val="898989"/>
                </a:solidFill>
                <a:latin typeface="Arial" pitchFamily="34" charset="0"/>
                <a:ea typeface="DejaVu Sans"/>
              </a:rPr>
              <a:t>8</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9938" name="Picture 4" descr="A picture containing text, mapDescription generated with very high confidence"/>
          <p:cNvPicPr>
            <a:picLocks noGrp="1" noChangeAspect="1"/>
          </p:cNvPicPr>
          <p:nvPr>
            <p:ph idx="1"/>
          </p:nvPr>
        </p:nvPicPr>
        <p:blipFill>
          <a:blip r:embed="rId2"/>
          <a:stretch>
            <a:fillRect/>
          </a:stretch>
        </p:blipFill>
        <p:spPr>
          <a:xfrm>
            <a:off x="2640013" y="2462213"/>
            <a:ext cx="3863975" cy="2792412"/>
          </a:xfrm>
          <a:prstGeom prst="rect">
            <a:avLst/>
          </a:prstGeom>
          <a:noFill/>
          <a:ln>
            <a:noFill/>
            <a:miter lim="800000"/>
          </a:ln>
        </p:spPr>
      </p:pic>
      <p:sp>
        <p:nvSpPr>
          <p:cNvPr id="39939" name="Title 1"/>
          <p:cNvSpPr>
            <a:spLocks noGrp="1"/>
          </p:cNvSpPr>
          <p:nvPr>
            <p:ph type="title" idx="4294967295"/>
          </p:nvPr>
        </p:nvSpPr>
        <p:spPr>
          <a:xfrm>
            <a:off x="838200" y="365125"/>
            <a:ext cx="7010400" cy="320675"/>
          </a:xfrm>
          <a:noFill/>
          <a:ln>
            <a:miter lim="800000"/>
          </a:ln>
        </p:spPr>
        <p:txBody>
          <a:bodyPr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Calibri" pitchFamily="34" charset="0"/>
                <a:ea typeface="+mj-ea"/>
                <a:cs typeface="+mj-cs"/>
              </a:defRPr>
            </a:lvl1pPr>
          </a:lstStyle>
          <a:p>
            <a:pPr lvl="0" eaLnBrk="1" hangingPunct="1">
              <a:lnSpc>
                <a:spcPct val="90000"/>
              </a:lnSpc>
            </a:pPr>
            <a:r>
              <a:rPr lang="en-IN" altLang="en-US" sz="2600" b="1">
                <a:solidFill>
                  <a:srgbClr val="FF0000"/>
                </a:solidFill>
                <a:latin typeface="Tahoma" pitchFamily="34" charset="0"/>
                <a:ea typeface="Tahoma" pitchFamily="34" charset="0"/>
              </a:rPr>
              <a:t>Brain – Neurons &amp; Synapses</a:t>
            </a:r>
          </a:p>
        </p:txBody>
      </p:sp>
      <p:grpSp>
        <p:nvGrpSpPr>
          <p:cNvPr id="39942" name="Slide Number Placeholder 2"/>
          <p:cNvGrpSpPr>
            <a:grpSpLocks noGrp="1"/>
          </p:cNvGrpSpPr>
          <p:nvPr/>
        </p:nvGrpSpPr>
        <p:grpSpPr>
          <a:xfrm>
            <a:off x="8631238" y="6370638"/>
            <a:ext cx="568325" cy="609600"/>
            <a:chOff x="5437" y="4013"/>
            <a:chExt cx="358" cy="384"/>
          </a:xfrm>
        </p:grpSpPr>
        <p:pic>
          <p:nvPicPr>
            <p:cNvPr id="39940" name="Slide Number Placeholder 2"/>
            <p:cNvPicPr/>
            <p:nvPr/>
          </p:nvPicPr>
          <p:blipFill>
            <a:blip r:embed="rId3"/>
            <a:stretch>
              <a:fillRect/>
            </a:stretch>
          </p:blipFill>
          <p:spPr>
            <a:xfrm>
              <a:off x="5437" y="4013"/>
              <a:ext cx="358" cy="384"/>
            </a:xfrm>
            <a:prstGeom prst="rect">
              <a:avLst/>
            </a:prstGeom>
            <a:noFill/>
            <a:ln>
              <a:miter lim="800000"/>
            </a:ln>
          </p:spPr>
        </p:pic>
        <p:sp>
          <p:nvSpPr>
            <p:cNvPr id="39941" name="Rectangle 39940"/>
            <p:cNvSpPr/>
            <p:nvPr/>
          </p:nvSpPr>
          <p:spPr>
            <a:xfrm>
              <a:off x="5472" y="4032"/>
              <a:ext cx="288" cy="278"/>
            </a:xfrm>
            <a:prstGeom prst="rect">
              <a:avLst/>
            </a:prstGeom>
            <a:noFill/>
            <a:ln>
              <a:noFill/>
              <a:miter lim="800000"/>
            </a:ln>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fld id="{C3FEC1DC-DD4F-40DA-B7E7-D7B4C444527E}" type="slidenum">
                <a:rPr lang="en-US" altLang="en-US">
                  <a:latin typeface="Calibri" pitchFamily="34" charset="0"/>
                </a:rPr>
                <a:t>9</a:t>
              </a:fld>
              <a:endParaRPr lang="en-US" altLang="en-US">
                <a:latin typeface="Calibri" pitchFamily="34" charset="0"/>
              </a:endParaRPr>
            </a:p>
          </p:txBody>
        </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object 17"/>
          <p:cNvSpPr txBox="1">
            <a:spLocks noGrp="1"/>
          </p:cNvSpPr>
          <p:nvPr>
            <p:ph type="title" idx="4294967295"/>
          </p:nvPr>
        </p:nvSpPr>
        <p:spPr>
          <a:xfrm>
            <a:off x="1066800" y="676275"/>
            <a:ext cx="7315200" cy="400050"/>
          </a:xfrm>
          <a:prstGeom prst="rect">
            <a:avLst/>
          </a:prstGeom>
        </p:spPr>
        <p:txBody>
          <a:bodyPr vert="horz" wrap="square" lIns="0" tIns="0" rIns="0" bIns="0" numCol="1" rtlCol="0" anchor="ctr" anchorCtr="0" compatLnSpc="1">
            <a:prstTxWarp prst="textNoShape">
              <a:avLst/>
            </a:prstTxWarp>
            <a:spAutoFit/>
          </a:bodyPr>
          <a:lstStyle>
            <a:lvl1pPr>
              <a:defRPr sz="4000" b="0" i="0">
                <a:solidFill>
                  <a:srgbClr val="03607A"/>
                </a:solidFill>
                <a:latin typeface="Algerian"/>
                <a:ea typeface="+mj-ea"/>
                <a:cs typeface="Algerian"/>
              </a:defRPr>
            </a:lvl1pPr>
          </a:lstStyle>
          <a:p>
            <a:pPr marL="12700" marR="0" lvl="0" indent="0" algn="ctr" defTabSz="449263" rtl="0" eaLnBrk="1" fontAlgn="base" latinLnBrk="0" hangingPunct="1">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IN"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Biological Neural Network</a:t>
            </a:r>
            <a:endParaRPr kumimoji="0" sz="2600" b="1" i="0" u="none" strike="noStrike" kern="1200" cap="none" spc="0" normalizeH="0" baseline="0" noProof="0">
              <a:ln>
                <a:noFill/>
              </a:ln>
              <a:solidFill>
                <a:srgbClr val="FF0000"/>
              </a:solidFill>
              <a:effectLst/>
              <a:uLnTx/>
              <a:uFillTx/>
              <a:latin typeface="Tahoma" pitchFamily="34" charset="0"/>
              <a:ea typeface="+mn-ea"/>
              <a:cs typeface="Tahoma" panose="020B0604030504040204" pitchFamily="34" charset="0"/>
            </a:endParaRPr>
          </a:p>
        </p:txBody>
      </p:sp>
      <p:sp>
        <p:nvSpPr>
          <p:cNvPr id="40963" name="object 18"/>
          <p:cNvSpPr/>
          <p:nvPr/>
        </p:nvSpPr>
        <p:spPr>
          <a:xfrm>
            <a:off x="619125" y="1209675"/>
            <a:ext cx="8086725" cy="4438650"/>
          </a:xfrm>
          <a:prstGeom prst="rect">
            <a:avLst/>
          </a:prstGeom>
          <a:noFill/>
          <a:ln>
            <a:noFill/>
            <a:miter lim="800000"/>
          </a:ln>
        </p:spPr>
        <p:txBody>
          <a:bodyPr lIns="0" tIns="69850" rIns="0" bIns="0">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457200" lvl="0" indent="-457200" algn="just" defTabSz="449262">
              <a:lnSpc>
                <a:spcPct val="110000"/>
              </a:lnSpc>
              <a:spcBef>
                <a:spcPct val="0"/>
              </a:spcBef>
              <a:buClr>
                <a:srgbClr val="984807"/>
              </a:buClr>
              <a:buFont typeface="Wingdings" pitchFamily="2" charset="2"/>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Has three main parts</a:t>
            </a:r>
          </a:p>
          <a:p>
            <a:pPr marL="342900" lvl="1" indent="-342900" algn="just" defTabSz="449262">
              <a:lnSpc>
                <a:spcPct val="110000"/>
              </a:lnSpc>
              <a:spcBef>
                <a:spcPct val="0"/>
              </a:spcBef>
              <a:buClr>
                <a:srgbClr val="984807"/>
              </a:buClr>
              <a:buFont typeface="Wingdings" pitchFamily="2" charset="2"/>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             Soma or cell body-where cell nucleus is located</a:t>
            </a:r>
            <a:endParaRPr lang="en-IN" altLang="en-US" sz="2000">
              <a:solidFill>
                <a:srgbClr val="984807"/>
              </a:solidFill>
              <a:latin typeface="Tahoma" pitchFamily="34" charset="0"/>
              <a:ea typeface="Tahoma" pitchFamily="34" charset="0"/>
            </a:endParaRPr>
          </a:p>
          <a:p>
            <a:pPr marL="342900" lvl="1" indent="-342900" algn="just" defTabSz="449262">
              <a:lnSpc>
                <a:spcPct val="110000"/>
              </a:lnSpc>
              <a:spcBef>
                <a:spcPct val="0"/>
              </a:spcBef>
              <a:buClr>
                <a:srgbClr val="984807"/>
              </a:buClr>
              <a:buFont typeface="Wingdings" pitchFamily="2" charset="2"/>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             Dendrites-where the nerve is connected to the cell body</a:t>
            </a:r>
            <a:endParaRPr lang="en-IN" altLang="en-US" sz="2000">
              <a:solidFill>
                <a:srgbClr val="984807"/>
              </a:solidFill>
              <a:latin typeface="Tahoma" pitchFamily="34" charset="0"/>
              <a:ea typeface="Tahoma" pitchFamily="34" charset="0"/>
            </a:endParaRPr>
          </a:p>
          <a:p>
            <a:pPr marL="342900" lvl="1" indent="-342900" algn="just" defTabSz="449262">
              <a:lnSpc>
                <a:spcPct val="110000"/>
              </a:lnSpc>
              <a:spcBef>
                <a:spcPct val="0"/>
              </a:spcBef>
              <a:buClr>
                <a:srgbClr val="984807"/>
              </a:buClr>
              <a:buFont typeface="Wingdings" pitchFamily="2" charset="2"/>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             Axon-which carries the impulses of the neuron</a:t>
            </a:r>
          </a:p>
          <a:p>
            <a:pPr marL="457200" lvl="0" indent="-457200" algn="just" defTabSz="449262">
              <a:lnSpc>
                <a:spcPct val="110000"/>
              </a:lnSpc>
              <a:spcBef>
                <a:spcPct val="0"/>
              </a:spcBef>
              <a:buClr>
                <a:srgbClr val="984807"/>
              </a:buClr>
              <a:buFont typeface="Wingdings" pitchFamily="2" charset="2"/>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Electric impulse is passed between synapse and dendrites.</a:t>
            </a:r>
          </a:p>
          <a:p>
            <a:pPr marL="457200" lvl="0" indent="-457200" algn="just" defTabSz="449262">
              <a:lnSpc>
                <a:spcPct val="110000"/>
              </a:lnSpc>
              <a:spcBef>
                <a:spcPct val="0"/>
              </a:spcBef>
              <a:buClr>
                <a:srgbClr val="984807"/>
              </a:buClr>
              <a:buFont typeface="Wingdings" pitchFamily="2" charset="2"/>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Synapse- Axon split into strands and strands terminates into small bulb like organs  called as synapse.</a:t>
            </a:r>
          </a:p>
          <a:p>
            <a:pPr marL="457200" lvl="0" indent="-457200" algn="just" defTabSz="449262">
              <a:lnSpc>
                <a:spcPct val="110000"/>
              </a:lnSpc>
              <a:spcBef>
                <a:spcPct val="0"/>
              </a:spcBef>
              <a:buClr>
                <a:srgbClr val="984807"/>
              </a:buClr>
              <a:buFont typeface="Wingdings" pitchFamily="2" charset="2"/>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It is a chemical process which results in increase /decrease in the electric potential  inside the body of the receiving cell.</a:t>
            </a:r>
          </a:p>
          <a:p>
            <a:pPr marL="457200" lvl="0" indent="-457200" algn="just" defTabSz="449262">
              <a:lnSpc>
                <a:spcPct val="110000"/>
              </a:lnSpc>
              <a:spcBef>
                <a:spcPct val="0"/>
              </a:spcBef>
              <a:buClr>
                <a:srgbClr val="984807"/>
              </a:buClr>
              <a:buFont typeface="Wingdings" pitchFamily="2" charset="2"/>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If the electric potential reaches a thresh hold value, receiving cell fires &amp; pulse /  action potential of fixed strength and duration is send through the axon to synaptic  junction of the cell.</a:t>
            </a:r>
          </a:p>
          <a:p>
            <a:pPr marL="457200" lvl="0" indent="-457200" algn="just" defTabSz="449262">
              <a:lnSpc>
                <a:spcPct val="110000"/>
              </a:lnSpc>
              <a:spcBef>
                <a:spcPct val="0"/>
              </a:spcBef>
              <a:buClr>
                <a:srgbClr val="984807"/>
              </a:buClr>
              <a:buFont typeface="Wingdings" pitchFamily="2" charset="2"/>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After that, cell has to wait for a period called refractory period.</a:t>
            </a:r>
          </a:p>
        </p:txBody>
      </p:sp>
      <p:grpSp>
        <p:nvGrpSpPr>
          <p:cNvPr id="40966" name="Slide Number Placeholder 1"/>
          <p:cNvGrpSpPr>
            <a:grpSpLocks noGrp="1"/>
          </p:cNvGrpSpPr>
          <p:nvPr/>
        </p:nvGrpSpPr>
        <p:grpSpPr>
          <a:xfrm>
            <a:off x="8601075" y="6370638"/>
            <a:ext cx="622300" cy="609600"/>
            <a:chOff x="5418" y="4013"/>
            <a:chExt cx="392" cy="384"/>
          </a:xfrm>
        </p:grpSpPr>
        <p:pic>
          <p:nvPicPr>
            <p:cNvPr id="40964" name="Slide Number Placeholder 1"/>
            <p:cNvPicPr/>
            <p:nvPr/>
          </p:nvPicPr>
          <p:blipFill>
            <a:blip r:embed="rId2"/>
            <a:stretch>
              <a:fillRect/>
            </a:stretch>
          </p:blipFill>
          <p:spPr>
            <a:xfrm>
              <a:off x="5418" y="4013"/>
              <a:ext cx="392" cy="384"/>
            </a:xfrm>
            <a:prstGeom prst="rect">
              <a:avLst/>
            </a:prstGeom>
            <a:noFill/>
            <a:ln>
              <a:miter lim="800000"/>
            </a:ln>
          </p:spPr>
        </p:pic>
        <p:sp>
          <p:nvSpPr>
            <p:cNvPr id="40965" name="Rectangle 40964"/>
            <p:cNvSpPr/>
            <p:nvPr/>
          </p:nvSpPr>
          <p:spPr>
            <a:xfrm>
              <a:off x="5472" y="4032"/>
              <a:ext cx="288" cy="278"/>
            </a:xfrm>
            <a:prstGeom prst="rect">
              <a:avLst/>
            </a:prstGeom>
            <a:noFill/>
            <a:ln>
              <a:noFill/>
              <a:miter lim="800000"/>
            </a:ln>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fld id="{32AE702C-B729-4A8D-B08B-8AB31B42DCD7}" type="slidenum">
                <a:rPr lang="en-US" altLang="en-US">
                  <a:latin typeface="Calibri" pitchFamily="34" charset="0"/>
                </a:rPr>
                <a:t>10</a:t>
              </a:fld>
              <a:endParaRPr lang="en-US" altLang="en-US">
                <a:latin typeface="Calibri" pitchFamily="34" charset="0"/>
              </a:endParaRPr>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1986" name="Picture 10" descr="A close up of a mapDescription generated with very high confidence"/>
          <p:cNvPicPr>
            <a:picLocks noChangeAspect="1"/>
          </p:cNvPicPr>
          <p:nvPr/>
        </p:nvPicPr>
        <p:blipFill>
          <a:blip r:embed="rId2"/>
          <a:stretch>
            <a:fillRect/>
          </a:stretch>
        </p:blipFill>
        <p:spPr>
          <a:xfrm>
            <a:off x="676275" y="2125663"/>
            <a:ext cx="2747963" cy="1806575"/>
          </a:xfrm>
          <a:prstGeom prst="rect">
            <a:avLst/>
          </a:prstGeom>
          <a:noFill/>
          <a:ln>
            <a:noFill/>
            <a:miter lim="800000"/>
          </a:ln>
        </p:spPr>
      </p:pic>
      <p:pic>
        <p:nvPicPr>
          <p:cNvPr id="41987" name="Picture 12"/>
          <p:cNvPicPr>
            <a:picLocks noChangeAspect="1"/>
          </p:cNvPicPr>
          <p:nvPr/>
        </p:nvPicPr>
        <p:blipFill>
          <a:blip r:embed="rId3"/>
          <a:stretch>
            <a:fillRect/>
          </a:stretch>
        </p:blipFill>
        <p:spPr>
          <a:xfrm>
            <a:off x="738188" y="4049713"/>
            <a:ext cx="2747962" cy="1751012"/>
          </a:xfrm>
          <a:prstGeom prst="rect">
            <a:avLst/>
          </a:prstGeom>
          <a:noFill/>
          <a:ln>
            <a:noFill/>
            <a:miter lim="800000"/>
          </a:ln>
        </p:spPr>
      </p:pic>
      <p:graphicFrame>
        <p:nvGraphicFramePr>
          <p:cNvPr id="41988" name="Table 24"/>
          <p:cNvGraphicFramePr>
            <a:graphicFrameLocks noGrp="1"/>
          </p:cNvGraphicFramePr>
          <p:nvPr/>
        </p:nvGraphicFramePr>
        <p:xfrm>
          <a:off x="4232275" y="2460625"/>
          <a:ext cx="4152900" cy="1409700"/>
        </p:xfrm>
        <a:graphic>
          <a:graphicData uri="http://schemas.openxmlformats.org/drawingml/2006/table">
            <a:tbl>
              <a:tblPr/>
              <a:tblGrid>
                <a:gridCol w="2076450">
                  <a:extLst>
                    <a:ext uri="{9D8B030D-6E8A-4147-A177-3AD203B41FA5}">
                      <a16:colId xmlns:a16="http://schemas.microsoft.com/office/drawing/2014/main" val="20000"/>
                    </a:ext>
                  </a:extLst>
                </a:gridCol>
                <a:gridCol w="2076450">
                  <a:extLst>
                    <a:ext uri="{9D8B030D-6E8A-4147-A177-3AD203B41FA5}">
                      <a16:colId xmlns:a16="http://schemas.microsoft.com/office/drawing/2014/main" val="20001"/>
                    </a:ext>
                  </a:extLst>
                </a:gridCol>
              </a:tblGrid>
              <a:tr h="330200">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r>
                        <a:rPr sz="1400" b="1">
                          <a:solidFill>
                            <a:srgbClr val="FFFFFF"/>
                          </a:solidFill>
                          <a:latin typeface="Calibri" pitchFamily="34" charset="0"/>
                        </a:rPr>
                        <a:t>Biological Network</a:t>
                      </a:r>
                    </a:p>
                  </a:txBody>
                  <a:tcPr marL="0" marR="0" marT="0" marB="0" anchor="ctr">
                    <a:lnL>
                      <a:noFill/>
                    </a:lnL>
                    <a:lnR>
                      <a:noFill/>
                    </a:lnR>
                    <a:lnT w="25400">
                      <a:solidFill>
                        <a:schemeClr val="tx1"/>
                      </a:solidFill>
                      <a:miter lim="800000"/>
                    </a:lnT>
                    <a:lnB w="25400">
                      <a:solidFill>
                        <a:schemeClr val="tx1"/>
                      </a:solidFill>
                      <a:miter lim="800000"/>
                    </a:lnB>
                    <a:solidFill>
                      <a:srgbClr val="9BBB5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r>
                        <a:rPr sz="1400" b="1">
                          <a:solidFill>
                            <a:srgbClr val="FFFFFF"/>
                          </a:solidFill>
                          <a:latin typeface="Calibri" pitchFamily="34" charset="0"/>
                        </a:rPr>
                        <a:t>Mathematical Model</a:t>
                      </a:r>
                    </a:p>
                  </a:txBody>
                  <a:tcPr marL="0" marR="0" marT="0" marB="0" anchor="ctr">
                    <a:lnL>
                      <a:noFill/>
                    </a:lnL>
                    <a:lnR>
                      <a:noFill/>
                    </a:lnR>
                    <a:lnT w="25400">
                      <a:solidFill>
                        <a:schemeClr val="tx1"/>
                      </a:solidFill>
                      <a:miter lim="800000"/>
                    </a:lnT>
                    <a:lnB w="25400">
                      <a:solidFill>
                        <a:schemeClr val="tx1"/>
                      </a:solidFill>
                      <a:miter lim="800000"/>
                    </a:lnB>
                    <a:solidFill>
                      <a:srgbClr val="9BBB59"/>
                    </a:solidFill>
                  </a:tcPr>
                </a:tc>
                <a:extLst>
                  <a:ext uri="{0D108BD9-81ED-4DB2-BD59-A6C34878D82A}">
                    <a16:rowId xmlns:a16="http://schemas.microsoft.com/office/drawing/2014/main" val="10000"/>
                  </a:ext>
                </a:extLst>
              </a:tr>
              <a:tr h="26987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r>
                        <a:rPr sz="900">
                          <a:solidFill>
                            <a:srgbClr val="000000"/>
                          </a:solidFill>
                          <a:latin typeface="Calibri" pitchFamily="34" charset="0"/>
                        </a:rPr>
                        <a:t>Dendrites</a:t>
                      </a:r>
                      <a:endParaRPr sz="1400">
                        <a:solidFill>
                          <a:srgbClr val="000000"/>
                        </a:solidFill>
                        <a:latin typeface="Calibri" pitchFamily="34" charset="0"/>
                      </a:endParaRPr>
                    </a:p>
                  </a:txBody>
                  <a:tcPr marL="0" marR="0" marT="0" marB="0" anchor="ctr">
                    <a:lnL>
                      <a:noFill/>
                    </a:lnL>
                    <a:lnR>
                      <a:noFill/>
                    </a:lnR>
                    <a:lnT w="25400">
                      <a:solidFill>
                        <a:schemeClr val="tx1"/>
                      </a:solidFill>
                      <a:miter lim="800000"/>
                    </a:lnT>
                    <a:lnB>
                      <a:noFill/>
                    </a:lnB>
                    <a:solidFill>
                      <a:srgbClr val="E7E7E7"/>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r>
                        <a:rPr sz="900">
                          <a:solidFill>
                            <a:srgbClr val="000000"/>
                          </a:solidFill>
                          <a:latin typeface="Calibri" pitchFamily="34" charset="0"/>
                        </a:rPr>
                        <a:t>Inputs</a:t>
                      </a:r>
                      <a:endParaRPr sz="1400">
                        <a:solidFill>
                          <a:srgbClr val="000000"/>
                        </a:solidFill>
                        <a:latin typeface="Calibri" pitchFamily="34" charset="0"/>
                      </a:endParaRPr>
                    </a:p>
                  </a:txBody>
                  <a:tcPr marL="0" marR="0" marT="0" marB="0" anchor="ctr">
                    <a:lnL>
                      <a:noFill/>
                    </a:lnL>
                    <a:lnR>
                      <a:noFill/>
                    </a:lnR>
                    <a:lnT w="25400">
                      <a:solidFill>
                        <a:schemeClr val="tx1"/>
                      </a:solidFill>
                      <a:miter lim="800000"/>
                    </a:lnT>
                    <a:lnB>
                      <a:noFill/>
                    </a:lnB>
                    <a:solidFill>
                      <a:srgbClr val="E7E7E7"/>
                    </a:solidFill>
                  </a:tcPr>
                </a:tc>
                <a:extLst>
                  <a:ext uri="{0D108BD9-81ED-4DB2-BD59-A6C34878D82A}">
                    <a16:rowId xmlns:a16="http://schemas.microsoft.com/office/drawing/2014/main" val="10001"/>
                  </a:ext>
                </a:extLst>
              </a:tr>
              <a:tr h="26987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r>
                        <a:rPr sz="900">
                          <a:solidFill>
                            <a:srgbClr val="000000"/>
                          </a:solidFill>
                          <a:latin typeface="Calibri" pitchFamily="34" charset="0"/>
                        </a:rPr>
                        <a:t>Synaptic weights</a:t>
                      </a:r>
                      <a:endParaRPr sz="1400">
                        <a:solidFill>
                          <a:srgbClr val="000000"/>
                        </a:solidFill>
                        <a:latin typeface="Calibri" pitchFamily="34" charset="0"/>
                      </a:endParaRPr>
                    </a:p>
                  </a:txBody>
                  <a:tcPr marL="0" marR="0" marT="0" marB="0" anchor="ctr">
                    <a:lnL>
                      <a:noFill/>
                    </a:lnL>
                    <a:lnR>
                      <a:noFill/>
                    </a:lnR>
                    <a:lnT>
                      <a:noFill/>
                    </a:lnT>
                    <a:lnB>
                      <a:noFill/>
                    </a:lnB>
                    <a:solidFill>
                      <a:schemeClr val="bg1"/>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r>
                        <a:rPr sz="900">
                          <a:solidFill>
                            <a:srgbClr val="000000"/>
                          </a:solidFill>
                          <a:latin typeface="Calibri" pitchFamily="34" charset="0"/>
                        </a:rPr>
                        <a:t>Weights</a:t>
                      </a:r>
                      <a:endParaRPr sz="1400">
                        <a:solidFill>
                          <a:srgbClr val="000000"/>
                        </a:solidFill>
                        <a:latin typeface="Calibri" pitchFamily="34" charset="0"/>
                      </a:endParaRPr>
                    </a:p>
                  </a:txBody>
                  <a:tcPr marL="0" marR="0" marT="0" marB="0" anchor="ctr">
                    <a:lnL>
                      <a:noFill/>
                    </a:lnL>
                    <a:lnR>
                      <a:noFill/>
                    </a:lnR>
                    <a:lnT>
                      <a:noFill/>
                    </a:lnT>
                    <a:lnB>
                      <a:noFill/>
                    </a:lnB>
                    <a:solidFill>
                      <a:schemeClr val="bg1"/>
                    </a:solidFill>
                  </a:tcPr>
                </a:tc>
                <a:extLst>
                  <a:ext uri="{0D108BD9-81ED-4DB2-BD59-A6C34878D82A}">
                    <a16:rowId xmlns:a16="http://schemas.microsoft.com/office/drawing/2014/main" val="10002"/>
                  </a:ext>
                </a:extLst>
              </a:tr>
              <a:tr h="26987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r>
                        <a:rPr sz="900">
                          <a:solidFill>
                            <a:srgbClr val="000000"/>
                          </a:solidFill>
                          <a:latin typeface="Calibri" pitchFamily="34" charset="0"/>
                        </a:rPr>
                        <a:t>Nucleus (Nerve Cell)</a:t>
                      </a:r>
                      <a:endParaRPr sz="1400">
                        <a:solidFill>
                          <a:srgbClr val="000000"/>
                        </a:solidFill>
                        <a:latin typeface="Calibri" pitchFamily="34" charset="0"/>
                      </a:endParaRPr>
                    </a:p>
                  </a:txBody>
                  <a:tcPr marL="0" marR="0" marT="0" marB="0" anchor="ctr">
                    <a:lnL>
                      <a:noFill/>
                    </a:lnL>
                    <a:lnR>
                      <a:noFill/>
                    </a:lnR>
                    <a:lnT>
                      <a:noFill/>
                    </a:lnT>
                    <a:lnB>
                      <a:noFill/>
                    </a:lnB>
                    <a:solidFill>
                      <a:srgbClr val="E7E7E7"/>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r>
                        <a:rPr sz="900">
                          <a:solidFill>
                            <a:srgbClr val="000000"/>
                          </a:solidFill>
                          <a:latin typeface="Calibri" pitchFamily="34" charset="0"/>
                        </a:rPr>
                        <a:t>Adder and Threshold</a:t>
                      </a:r>
                      <a:endParaRPr sz="1400">
                        <a:solidFill>
                          <a:srgbClr val="000000"/>
                        </a:solidFill>
                        <a:latin typeface="Calibri" pitchFamily="34" charset="0"/>
                      </a:endParaRPr>
                    </a:p>
                  </a:txBody>
                  <a:tcPr marL="0" marR="0" marT="0" marB="0" anchor="ctr">
                    <a:lnL>
                      <a:noFill/>
                    </a:lnL>
                    <a:lnR>
                      <a:noFill/>
                    </a:lnR>
                    <a:lnT>
                      <a:noFill/>
                    </a:lnT>
                    <a:lnB>
                      <a:noFill/>
                    </a:lnB>
                    <a:solidFill>
                      <a:srgbClr val="E7E7E7"/>
                    </a:solidFill>
                  </a:tcPr>
                </a:tc>
                <a:extLst>
                  <a:ext uri="{0D108BD9-81ED-4DB2-BD59-A6C34878D82A}">
                    <a16:rowId xmlns:a16="http://schemas.microsoft.com/office/drawing/2014/main" val="10003"/>
                  </a:ext>
                </a:extLst>
              </a:tr>
              <a:tr h="26987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r>
                        <a:rPr sz="900">
                          <a:solidFill>
                            <a:srgbClr val="000000"/>
                          </a:solidFill>
                          <a:latin typeface="Calibri" pitchFamily="34" charset="0"/>
                        </a:rPr>
                        <a:t>Axon</a:t>
                      </a:r>
                      <a:endParaRPr sz="1400">
                        <a:solidFill>
                          <a:srgbClr val="000000"/>
                        </a:solidFill>
                        <a:latin typeface="Calibri" pitchFamily="34" charset="0"/>
                      </a:endParaRPr>
                    </a:p>
                  </a:txBody>
                  <a:tcPr marL="0" marR="0" marT="0" marB="0" anchor="ctr">
                    <a:lnL>
                      <a:noFill/>
                    </a:lnL>
                    <a:lnR>
                      <a:noFill/>
                    </a:lnR>
                    <a:lnT>
                      <a:noFill/>
                    </a:lnT>
                    <a:lnB w="25400">
                      <a:solidFill>
                        <a:schemeClr val="tx1"/>
                      </a:solidFill>
                      <a:miter lim="800000"/>
                    </a:lnB>
                    <a:solidFill>
                      <a:schemeClr val="bg1"/>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r>
                        <a:rPr sz="900">
                          <a:solidFill>
                            <a:srgbClr val="000000"/>
                          </a:solidFill>
                          <a:latin typeface="Calibri" pitchFamily="34" charset="0"/>
                        </a:rPr>
                        <a:t>Output(s)</a:t>
                      </a:r>
                      <a:endParaRPr sz="1400">
                        <a:solidFill>
                          <a:srgbClr val="000000"/>
                        </a:solidFill>
                        <a:latin typeface="Calibri" pitchFamily="34" charset="0"/>
                      </a:endParaRPr>
                    </a:p>
                  </a:txBody>
                  <a:tcPr marL="0" marR="0" marT="0" marB="0" anchor="ctr">
                    <a:lnL>
                      <a:noFill/>
                    </a:lnL>
                    <a:lnR>
                      <a:noFill/>
                    </a:lnR>
                    <a:lnT>
                      <a:noFill/>
                    </a:lnT>
                    <a:lnB w="25400">
                      <a:solidFill>
                        <a:schemeClr val="tx1"/>
                      </a:solidFill>
                      <a:miter lim="800000"/>
                    </a:lnB>
                    <a:solidFill>
                      <a:schemeClr val="bg1"/>
                    </a:solidFill>
                  </a:tcPr>
                </a:tc>
                <a:extLst>
                  <a:ext uri="{0D108BD9-81ED-4DB2-BD59-A6C34878D82A}">
                    <a16:rowId xmlns:a16="http://schemas.microsoft.com/office/drawing/2014/main" val="10004"/>
                  </a:ext>
                </a:extLst>
              </a:tr>
            </a:tbl>
          </a:graphicData>
        </a:graphic>
      </p:graphicFrame>
      <p:sp>
        <p:nvSpPr>
          <p:cNvPr id="42002" name="Title 3"/>
          <p:cNvSpPr>
            <a:spLocks noGrp="1"/>
          </p:cNvSpPr>
          <p:nvPr>
            <p:ph type="title" idx="4294967295"/>
          </p:nvPr>
        </p:nvSpPr>
        <p:spPr>
          <a:xfrm>
            <a:off x="838200" y="365125"/>
            <a:ext cx="7696200" cy="244475"/>
          </a:xfrm>
          <a:noFill/>
          <a:ln>
            <a:miter lim="800000"/>
          </a:ln>
        </p:spPr>
        <p:txBody>
          <a:bodyPr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Calibri" pitchFamily="34" charset="0"/>
                <a:ea typeface="+mj-ea"/>
                <a:cs typeface="+mj-cs"/>
              </a:defRPr>
            </a:lvl1pPr>
          </a:lstStyle>
          <a:p>
            <a:pPr lvl="0" eaLnBrk="1" hangingPunct="1">
              <a:lnSpc>
                <a:spcPct val="90000"/>
              </a:lnSpc>
            </a:pPr>
            <a:r>
              <a:rPr lang="en-IN" altLang="en-US" sz="2600" b="1">
                <a:solidFill>
                  <a:srgbClr val="FF0000"/>
                </a:solidFill>
                <a:latin typeface="Tahoma" pitchFamily="34" charset="0"/>
                <a:ea typeface="Tahoma" pitchFamily="34" charset="0"/>
              </a:rPr>
              <a:t>Biological and Mathematical Model</a:t>
            </a:r>
          </a:p>
        </p:txBody>
      </p:sp>
      <p:grpSp>
        <p:nvGrpSpPr>
          <p:cNvPr id="42005" name="Slide Number Placeholder 1"/>
          <p:cNvGrpSpPr>
            <a:grpSpLocks noGrp="1"/>
          </p:cNvGrpSpPr>
          <p:nvPr/>
        </p:nvGrpSpPr>
        <p:grpSpPr>
          <a:xfrm>
            <a:off x="8601075" y="6370638"/>
            <a:ext cx="622300" cy="609600"/>
            <a:chOff x="5418" y="4013"/>
            <a:chExt cx="392" cy="384"/>
          </a:xfrm>
        </p:grpSpPr>
        <p:pic>
          <p:nvPicPr>
            <p:cNvPr id="42003" name="Slide Number Placeholder 1"/>
            <p:cNvPicPr/>
            <p:nvPr/>
          </p:nvPicPr>
          <p:blipFill>
            <a:blip r:embed="rId4"/>
            <a:stretch>
              <a:fillRect/>
            </a:stretch>
          </p:blipFill>
          <p:spPr>
            <a:xfrm>
              <a:off x="5418" y="4013"/>
              <a:ext cx="392" cy="384"/>
            </a:xfrm>
            <a:prstGeom prst="rect">
              <a:avLst/>
            </a:prstGeom>
            <a:noFill/>
            <a:ln>
              <a:miter lim="800000"/>
            </a:ln>
          </p:spPr>
        </p:pic>
        <p:sp>
          <p:nvSpPr>
            <p:cNvPr id="42004" name="Rectangle 42003"/>
            <p:cNvSpPr/>
            <p:nvPr/>
          </p:nvSpPr>
          <p:spPr>
            <a:xfrm>
              <a:off x="5472" y="4032"/>
              <a:ext cx="288" cy="278"/>
            </a:xfrm>
            <a:prstGeom prst="rect">
              <a:avLst/>
            </a:prstGeom>
            <a:noFill/>
            <a:ln>
              <a:noFill/>
              <a:miter lim="800000"/>
            </a:ln>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fld id="{8F3B2596-D544-4952-BDB6-321A617AC955}" type="slidenum">
                <a:rPr lang="en-US" altLang="en-US">
                  <a:latin typeface="Calibri" pitchFamily="34" charset="0"/>
                </a:rPr>
                <a:t>11</a:t>
              </a:fld>
              <a:endParaRPr lang="en-US" altLang="en-US">
                <a:latin typeface="Calibri" pitchFamily="34" charset="0"/>
              </a:endParaRPr>
            </a:p>
          </p:txBody>
        </p:sp>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Title 3"/>
          <p:cNvSpPr>
            <a:spLocks noGrp="1"/>
          </p:cNvSpPr>
          <p:nvPr>
            <p:ph type="title" idx="4294967295"/>
          </p:nvPr>
        </p:nvSpPr>
        <p:spPr>
          <a:xfrm>
            <a:off x="838200" y="365125"/>
            <a:ext cx="7772400" cy="320675"/>
          </a:xfrm>
          <a:noFill/>
          <a:ln>
            <a:miter lim="800000"/>
          </a:ln>
        </p:spPr>
        <p:txBody>
          <a:bodyPr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Calibri" pitchFamily="34" charset="0"/>
                <a:ea typeface="+mj-ea"/>
                <a:cs typeface="+mj-cs"/>
              </a:defRPr>
            </a:lvl1pPr>
          </a:lstStyle>
          <a:p>
            <a:pPr lvl="0" eaLnBrk="1" hangingPunct="1">
              <a:lnSpc>
                <a:spcPct val="90000"/>
              </a:lnSpc>
            </a:pPr>
            <a:r>
              <a:rPr lang="en-IN" altLang="en-US" sz="2600" b="1">
                <a:solidFill>
                  <a:srgbClr val="FF0000"/>
                </a:solidFill>
                <a:latin typeface="Tahoma" pitchFamily="34" charset="0"/>
                <a:ea typeface="Tahoma" pitchFamily="34" charset="0"/>
              </a:rPr>
              <a:t>Biological and Mathematical Model</a:t>
            </a:r>
            <a:endParaRPr lang="en-IN" altLang="en-US" sz="2600"/>
          </a:p>
        </p:txBody>
      </p:sp>
      <p:pic>
        <p:nvPicPr>
          <p:cNvPr id="43011" name="Picture 4" descr="A close up of text on a white backgroundDescription generated with very high confidence"/>
          <p:cNvPicPr>
            <a:picLocks noChangeAspect="1"/>
          </p:cNvPicPr>
          <p:nvPr/>
        </p:nvPicPr>
        <p:blipFill>
          <a:blip r:embed="rId2"/>
          <a:stretch>
            <a:fillRect/>
          </a:stretch>
        </p:blipFill>
        <p:spPr>
          <a:xfrm>
            <a:off x="2200275" y="2173288"/>
            <a:ext cx="4108450" cy="2362200"/>
          </a:xfrm>
          <a:prstGeom prst="rect">
            <a:avLst/>
          </a:prstGeom>
          <a:noFill/>
          <a:ln>
            <a:noFill/>
            <a:miter lim="800000"/>
          </a:ln>
        </p:spPr>
      </p:pic>
      <p:sp>
        <p:nvSpPr>
          <p:cNvPr id="43012" name="Rectangle 1"/>
          <p:cNvSpPr/>
          <p:nvPr/>
        </p:nvSpPr>
        <p:spPr>
          <a:xfrm>
            <a:off x="628650" y="4872038"/>
            <a:ext cx="5859463" cy="923925"/>
          </a:xfrm>
          <a:prstGeom prst="rect">
            <a:avLst/>
          </a:prstGeom>
          <a:noFill/>
          <a:ln>
            <a:noFill/>
            <a:miter lim="800000"/>
          </a:ln>
        </p:spPr>
        <p:txBody>
          <a:bodyPr>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128588" lvl="0" indent="-128588">
              <a:spcBef>
                <a:spcPct val="0"/>
              </a:spcBef>
            </a:pPr>
            <a:r>
              <a:rPr lang="en-US" altLang="en-US" sz="1800">
                <a:solidFill>
                  <a:srgbClr val="1F497D"/>
                </a:solidFill>
                <a:latin typeface="Calibri Light" pitchFamily="34" charset="0"/>
                <a:ea typeface="Calibri Light" pitchFamily="34" charset="0"/>
              </a:rPr>
              <a:t>Bias</a:t>
            </a:r>
            <a:endParaRPr lang="en-US" altLang="en-US" sz="1800">
              <a:solidFill>
                <a:srgbClr val="1F497D"/>
              </a:solidFill>
              <a:latin typeface="Arial" pitchFamily="34" charset="0"/>
              <a:ea typeface="Calibri" pitchFamily="34" charset="0"/>
            </a:endParaRPr>
          </a:p>
          <a:p>
            <a:pPr marL="128588" lvl="0" indent="-128588">
              <a:spcBef>
                <a:spcPct val="0"/>
              </a:spcBef>
            </a:pPr>
            <a:r>
              <a:rPr lang="en-US" altLang="en-US" sz="1800">
                <a:solidFill>
                  <a:srgbClr val="1F497D"/>
                </a:solidFill>
                <a:latin typeface="Calibri Light" pitchFamily="34" charset="0"/>
                <a:ea typeface="Calibri Light" pitchFamily="34" charset="0"/>
              </a:rPr>
              <a:t>Binary Threshold Device</a:t>
            </a:r>
          </a:p>
          <a:p>
            <a:pPr marL="128588" lvl="0" indent="-128588">
              <a:spcBef>
                <a:spcPct val="0"/>
              </a:spcBef>
            </a:pPr>
            <a:r>
              <a:rPr lang="en-US" altLang="en-US" sz="1800">
                <a:solidFill>
                  <a:srgbClr val="1F497D"/>
                </a:solidFill>
                <a:latin typeface="Calibri Light" pitchFamily="34" charset="0"/>
                <a:ea typeface="Calibri Light" pitchFamily="34" charset="0"/>
              </a:rPr>
              <a:t>Limitation – Too simple; Linearity; Single pulse; No Feedback</a:t>
            </a:r>
            <a:endParaRPr lang="en-IN" altLang="en-US" sz="1800">
              <a:solidFill>
                <a:srgbClr val="000000"/>
              </a:solidFill>
              <a:latin typeface="Arial" pitchFamily="34" charset="0"/>
            </a:endParaRPr>
          </a:p>
        </p:txBody>
      </p:sp>
      <p:grpSp>
        <p:nvGrpSpPr>
          <p:cNvPr id="43015" name="Slide Number Placeholder 1"/>
          <p:cNvGrpSpPr>
            <a:grpSpLocks noGrp="1"/>
          </p:cNvGrpSpPr>
          <p:nvPr/>
        </p:nvGrpSpPr>
        <p:grpSpPr>
          <a:xfrm>
            <a:off x="8601075" y="6370638"/>
            <a:ext cx="622300" cy="609600"/>
            <a:chOff x="5418" y="4013"/>
            <a:chExt cx="392" cy="384"/>
          </a:xfrm>
        </p:grpSpPr>
        <p:pic>
          <p:nvPicPr>
            <p:cNvPr id="43013" name="Slide Number Placeholder 1"/>
            <p:cNvPicPr/>
            <p:nvPr/>
          </p:nvPicPr>
          <p:blipFill>
            <a:blip r:embed="rId3"/>
            <a:stretch>
              <a:fillRect/>
            </a:stretch>
          </p:blipFill>
          <p:spPr>
            <a:xfrm>
              <a:off x="5418" y="4013"/>
              <a:ext cx="392" cy="384"/>
            </a:xfrm>
            <a:prstGeom prst="rect">
              <a:avLst/>
            </a:prstGeom>
            <a:noFill/>
            <a:ln>
              <a:miter lim="800000"/>
            </a:ln>
          </p:spPr>
        </p:pic>
        <p:sp>
          <p:nvSpPr>
            <p:cNvPr id="43014" name="Rectangle 43013"/>
            <p:cNvSpPr/>
            <p:nvPr/>
          </p:nvSpPr>
          <p:spPr>
            <a:xfrm>
              <a:off x="5472" y="4032"/>
              <a:ext cx="288" cy="278"/>
            </a:xfrm>
            <a:prstGeom prst="rect">
              <a:avLst/>
            </a:prstGeom>
            <a:noFill/>
            <a:ln>
              <a:noFill/>
              <a:miter lim="800000"/>
            </a:ln>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fld id="{98453A21-7C28-4FC3-A5EE-64A21DBE6970}" type="slidenum">
                <a:rPr lang="en-US" altLang="en-US">
                  <a:latin typeface="Calibri" pitchFamily="34" charset="0"/>
                </a:rPr>
                <a:t>12</a:t>
              </a:fld>
              <a:endParaRPr lang="en-US" altLang="en-US">
                <a:latin typeface="Calibri" pitchFamily="34" charset="0"/>
              </a:endParaRPr>
            </a:p>
          </p:txBody>
        </p:sp>
      </p:gr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1"/>
          <p:cNvSpPr>
            <a:spLocks noChangeArrowheads="1"/>
          </p:cNvSpPr>
          <p:nvPr/>
        </p:nvSpPr>
        <p:spPr bwMode="auto">
          <a:xfrm>
            <a:off x="457200" y="720725"/>
            <a:ext cx="8191500" cy="5141913"/>
          </a:xfrm>
          <a:prstGeom prst="rect">
            <a:avLst/>
          </a:prstGeom>
          <a:noFill/>
          <a:ln>
            <a:noFill/>
          </a:ln>
          <a:effectLst/>
        </p:spPr>
        <p:txBody>
          <a:bodyPr lIns="90000" tIns="46800" rIns="90000" bIns="46800" anchor="ctr">
            <a:spAutoFit/>
          </a:bodyPr>
          <a:lstStyle>
            <a:defPPr>
              <a:defRPr lang="en-US"/>
            </a:defPPr>
            <a:lvl1pPr marL="457200" indent="-45720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1pPr>
            <a:lvl2pPr marL="4572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2pPr>
            <a:lvl3pPr marL="9144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3pPr>
            <a:lvl4pPr marL="13716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4pPr>
            <a:lvl5pPr marL="18288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0" fontAlgn="base" latinLnBrk="0" hangingPunct="0">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Information-processing system.</a:t>
            </a:r>
          </a:p>
          <a:p>
            <a:pPr marL="457200" marR="0" lvl="0" indent="-455613" algn="just" defTabSz="449263" rtl="0" eaLnBrk="0" fontAlgn="base" latinLnBrk="0" hangingPunct="0">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0" fontAlgn="base" latinLnBrk="0" hangingPunct="0">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Neurons process the information.</a:t>
            </a:r>
          </a:p>
          <a:p>
            <a:pPr marL="457200" marR="0" lvl="0" indent="-455613" algn="just" defTabSz="449263" rtl="0" eaLnBrk="0" fontAlgn="base" latinLnBrk="0" hangingPunct="0">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0" fontAlgn="base" latinLnBrk="0" hangingPunct="0">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The signals are transmitted by means of connection links. </a:t>
            </a:r>
          </a:p>
          <a:p>
            <a:pPr marL="457200" marR="0" lvl="0" indent="-455613" algn="just" defTabSz="449263" rtl="0" eaLnBrk="0" fontAlgn="base" latinLnBrk="0" hangingPunct="0">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0" fontAlgn="base" latinLnBrk="0" hangingPunct="0">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The links possess an associated weight. </a:t>
            </a:r>
          </a:p>
          <a:p>
            <a:pPr marL="457200" marR="0" lvl="0" indent="-455613" algn="just" defTabSz="449263" rtl="0" eaLnBrk="0" fontAlgn="base" latinLnBrk="0" hangingPunct="0">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0" fontAlgn="base" latinLnBrk="0" hangingPunct="0">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The output signal is obtained by applying activations to the net input.</a:t>
            </a:r>
          </a:p>
          <a:p>
            <a:pPr marL="457200" marR="0" lvl="0" indent="-457200" algn="just" defTabSz="449263" rtl="0" eaLnBrk="0" fontAlgn="base" latinLnBrk="0" hangingPunct="0">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IN"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It is composed of large number of highly interconnected  processing elements(neurons) working in unison to solve  problems.</a:t>
            </a:r>
          </a:p>
          <a:p>
            <a:pPr marL="457200" marR="0" lvl="0" indent="-457200" algn="just" defTabSz="449263" rtl="0" eaLnBrk="0" fontAlgn="base" latinLnBrk="0" hangingPunct="0">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5613" algn="l" defTabSz="449263" rtl="0" eaLnBrk="0" fontAlgn="base" latinLnBrk="0"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p:txBody>
      </p:sp>
      <p:sp>
        <p:nvSpPr>
          <p:cNvPr id="44035" name="Rectangle 2"/>
          <p:cNvSpPr/>
          <p:nvPr/>
        </p:nvSpPr>
        <p:spPr>
          <a:xfrm>
            <a:off x="457200" y="1524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Artifici</a:t>
            </a:r>
            <a:r>
              <a:rPr lang="en-IN" altLang="en-US" sz="2600" b="1">
                <a:solidFill>
                  <a:srgbClr val="FF0000"/>
                </a:solidFill>
                <a:latin typeface="Tahoma" pitchFamily="34" charset="0"/>
                <a:ea typeface="Tahoma" pitchFamily="34" charset="0"/>
              </a:rPr>
              <a:t>a</a:t>
            </a:r>
            <a:r>
              <a:rPr lang="en-US" altLang="en-US" sz="2600" b="1">
                <a:solidFill>
                  <a:srgbClr val="FF0000"/>
                </a:solidFill>
                <a:latin typeface="Tahoma" pitchFamily="34" charset="0"/>
                <a:ea typeface="Tahoma" pitchFamily="34" charset="0"/>
              </a:rPr>
              <a:t>l </a:t>
            </a:r>
            <a:r>
              <a:rPr lang="en-IN" altLang="en-US" sz="2600" b="1">
                <a:solidFill>
                  <a:srgbClr val="FF0000"/>
                </a:solidFill>
                <a:latin typeface="Tahoma" pitchFamily="34" charset="0"/>
                <a:ea typeface="Tahoma" pitchFamily="34" charset="0"/>
              </a:rPr>
              <a:t>N</a:t>
            </a:r>
            <a:r>
              <a:rPr lang="en-US" altLang="en-US" sz="2600" b="1">
                <a:solidFill>
                  <a:srgbClr val="FF0000"/>
                </a:solidFill>
                <a:latin typeface="Tahoma" pitchFamily="34" charset="0"/>
                <a:ea typeface="Tahoma" pitchFamily="34" charset="0"/>
              </a:rPr>
              <a:t>eur</a:t>
            </a:r>
            <a:r>
              <a:rPr lang="en-IN" altLang="en-US" sz="2600" b="1">
                <a:solidFill>
                  <a:srgbClr val="FF0000"/>
                </a:solidFill>
                <a:latin typeface="Tahoma" pitchFamily="34" charset="0"/>
                <a:ea typeface="Tahoma" pitchFamily="34" charset="0"/>
              </a:rPr>
              <a:t>a</a:t>
            </a:r>
            <a:r>
              <a:rPr lang="en-US" altLang="en-US" sz="2600" b="1">
                <a:solidFill>
                  <a:srgbClr val="FF0000"/>
                </a:solidFill>
                <a:latin typeface="Tahoma" pitchFamily="34" charset="0"/>
                <a:ea typeface="Tahoma" pitchFamily="34" charset="0"/>
              </a:rPr>
              <a:t>l </a:t>
            </a:r>
            <a:r>
              <a:rPr lang="en-IN" altLang="en-US" sz="2600" b="1">
                <a:solidFill>
                  <a:srgbClr val="FF0000"/>
                </a:solidFill>
                <a:latin typeface="Tahoma" pitchFamily="34" charset="0"/>
                <a:ea typeface="Tahoma" pitchFamily="34" charset="0"/>
              </a:rPr>
              <a:t>N</a:t>
            </a:r>
            <a:r>
              <a:rPr lang="en-US" altLang="en-US" sz="2600" b="1">
                <a:solidFill>
                  <a:srgbClr val="FF0000"/>
                </a:solidFill>
                <a:latin typeface="Tahoma" pitchFamily="34" charset="0"/>
                <a:ea typeface="Tahoma" pitchFamily="34" charset="0"/>
              </a:rPr>
              <a:t>etwork : An  introduction</a:t>
            </a:r>
          </a:p>
        </p:txBody>
      </p:sp>
      <p:sp>
        <p:nvSpPr>
          <p:cNvPr id="44036"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9A983B72-28F8-4E0D-A3BB-595C8730EC77}" type="slidenum">
              <a:rPr lang="en-US" altLang="en-US" sz="1200">
                <a:solidFill>
                  <a:srgbClr val="898989"/>
                </a:solidFill>
                <a:latin typeface="Arial" pitchFamily="34" charset="0"/>
                <a:ea typeface="DejaVu Sans"/>
              </a:rPr>
              <a:t>13</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object 2"/>
          <p:cNvSpPr>
            <a:spLocks noGrp="1"/>
          </p:cNvSpPr>
          <p:nvPr>
            <p:ph type="title"/>
          </p:nvPr>
        </p:nvSpPr>
        <p:spPr>
          <a:xfrm>
            <a:off x="838200" y="698500"/>
            <a:ext cx="7454900" cy="412750"/>
          </a:xfrm>
          <a:noFill/>
          <a:ln>
            <a:round/>
          </a:ln>
        </p:spPr>
        <p:txBody>
          <a:bodyPr wrap="square" lIns="0" tIns="12700" rIns="0" bIns="0" anchor="ctr" anchorCtr="0">
            <a:spAutoFit/>
          </a:bodyPr>
          <a:lstStyle>
            <a:lvl1pPr marL="0" indent="0" algn="ctr" defTabSz="449262" rtl="0" eaLnBrk="0" fontAlgn="base" hangingPunct="0">
              <a:lnSpc>
                <a:spcPct val="100000"/>
              </a:lnSpc>
              <a:spcBef>
                <a:spcPct val="0"/>
              </a:spcBef>
              <a:spcAft>
                <a:spcPct val="0"/>
              </a:spcAft>
              <a:buClr>
                <a:srgbClr val="000000"/>
              </a:buClr>
              <a:buSzTx/>
              <a:buFont typeface="Times New Roman" pitchFamily="18" charset="0"/>
              <a:buNone/>
              <a:defRPr kumimoji="0" lang="en-US" altLang="en-US" sz="4400" b="0" i="0" u="none" kern="1200" baseline="0">
                <a:solidFill>
                  <a:srgbClr val="000000"/>
                </a:solidFill>
                <a:latin typeface="Calibri" pitchFamily="34" charset="0"/>
                <a:ea typeface="Noto Sans CJK SC" charset="0"/>
                <a:cs typeface="+mj-cs"/>
              </a:defRPr>
            </a:lvl1pPr>
          </a:lstStyle>
          <a:p>
            <a:pPr marL="12700" lvl="0" indent="0" algn="l" eaLnBrk="1" hangingPunct="1">
              <a:buClr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Artifici</a:t>
            </a:r>
            <a:r>
              <a:rPr lang="en-IN" altLang="en-US" sz="2600" b="1">
                <a:solidFill>
                  <a:srgbClr val="FF0000"/>
                </a:solidFill>
                <a:latin typeface="Tahoma" pitchFamily="34" charset="0"/>
                <a:ea typeface="Tahoma" pitchFamily="34" charset="0"/>
              </a:rPr>
              <a:t>a</a:t>
            </a:r>
            <a:r>
              <a:rPr lang="en-US" altLang="en-US" sz="2600" b="1">
                <a:solidFill>
                  <a:srgbClr val="FF0000"/>
                </a:solidFill>
                <a:latin typeface="Tahoma" pitchFamily="34" charset="0"/>
                <a:ea typeface="Tahoma" pitchFamily="34" charset="0"/>
              </a:rPr>
              <a:t>l </a:t>
            </a:r>
            <a:r>
              <a:rPr lang="en-IN" altLang="en-US" sz="2600" b="1">
                <a:solidFill>
                  <a:srgbClr val="FF0000"/>
                </a:solidFill>
                <a:latin typeface="Tahoma" pitchFamily="34" charset="0"/>
                <a:ea typeface="Tahoma" pitchFamily="34" charset="0"/>
              </a:rPr>
              <a:t>N</a:t>
            </a:r>
            <a:r>
              <a:rPr lang="en-US" altLang="en-US" sz="2600" b="1">
                <a:solidFill>
                  <a:srgbClr val="FF0000"/>
                </a:solidFill>
                <a:latin typeface="Tahoma" pitchFamily="34" charset="0"/>
                <a:ea typeface="Tahoma" pitchFamily="34" charset="0"/>
              </a:rPr>
              <a:t>eur</a:t>
            </a:r>
            <a:r>
              <a:rPr lang="en-IN" altLang="en-US" sz="2600" b="1">
                <a:solidFill>
                  <a:srgbClr val="FF0000"/>
                </a:solidFill>
                <a:latin typeface="Tahoma" pitchFamily="34" charset="0"/>
                <a:ea typeface="Tahoma" pitchFamily="34" charset="0"/>
              </a:rPr>
              <a:t>a</a:t>
            </a:r>
            <a:r>
              <a:rPr lang="en-US" altLang="en-US" sz="2600" b="1">
                <a:solidFill>
                  <a:srgbClr val="FF0000"/>
                </a:solidFill>
                <a:latin typeface="Tahoma" pitchFamily="34" charset="0"/>
                <a:ea typeface="Tahoma" pitchFamily="34" charset="0"/>
              </a:rPr>
              <a:t>l </a:t>
            </a:r>
            <a:r>
              <a:rPr lang="en-IN" altLang="en-US" sz="2600" b="1">
                <a:solidFill>
                  <a:srgbClr val="FF0000"/>
                </a:solidFill>
                <a:latin typeface="Tahoma" pitchFamily="34" charset="0"/>
                <a:ea typeface="Tahoma" pitchFamily="34" charset="0"/>
              </a:rPr>
              <a:t>N</a:t>
            </a:r>
            <a:r>
              <a:rPr lang="en-US" altLang="en-US" sz="2600" b="1">
                <a:solidFill>
                  <a:srgbClr val="FF0000"/>
                </a:solidFill>
                <a:latin typeface="Tahoma" pitchFamily="34" charset="0"/>
                <a:ea typeface="Tahoma" pitchFamily="34" charset="0"/>
              </a:rPr>
              <a:t>etwork : An  introduction</a:t>
            </a:r>
          </a:p>
        </p:txBody>
      </p:sp>
      <p:sp>
        <p:nvSpPr>
          <p:cNvPr id="46083" name="object 4"/>
          <p:cNvSpPr>
            <a:spLocks noGrp="1"/>
          </p:cNvSpPr>
          <p:nvPr>
            <p:ph type="sldNum" idx="11"/>
          </p:nvPr>
        </p:nvSpPr>
        <p:spPr>
          <a:xfrm>
            <a:off x="8478838" y="6540500"/>
            <a:ext cx="246062" cy="196850"/>
          </a:xfrm>
          <a:prstGeom prst="rect">
            <a:avLst/>
          </a:prstGeom>
          <a:noFill/>
          <a:ln>
            <a:noFill/>
            <a:miter lim="800000"/>
          </a:ln>
        </p:spPr>
        <p:txBody>
          <a:bodyPr lIns="0" tIns="0" rIns="0" bIns="0">
            <a:sp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38100" lvl="0" indent="0" defTabSz="914400" eaLnBrk="1" hangingPunct="1">
              <a:lnSpc>
                <a:spcPts val="1425"/>
              </a:lnSpc>
              <a:spcBef>
                <a:spcPct val="0"/>
              </a:spcBef>
              <a:buClrTx/>
              <a:buFontTx/>
            </a:pPr>
            <a:fld id="{0FA34D65-61F2-480A-9C25-3DFB75C737C4}" type="slidenum">
              <a:rPr lang="en-IN" altLang="en-US" sz="1200">
                <a:solidFill>
                  <a:srgbClr val="035B74"/>
                </a:solidFill>
                <a:latin typeface="Arial" pitchFamily="34" charset="0"/>
                <a:ea typeface="Arial" pitchFamily="34" charset="0"/>
              </a:rPr>
              <a:t>14</a:t>
            </a:fld>
            <a:endParaRPr lang="en-US" altLang="en-US" sz="1200">
              <a:solidFill>
                <a:srgbClr val="035B74"/>
              </a:solidFill>
              <a:latin typeface="Arial" pitchFamily="34" charset="0"/>
              <a:ea typeface="Arial" pitchFamily="34" charset="0"/>
            </a:endParaRPr>
          </a:p>
        </p:txBody>
      </p:sp>
      <p:sp>
        <p:nvSpPr>
          <p:cNvPr id="46084" name="object 3"/>
          <p:cNvSpPr/>
          <p:nvPr/>
        </p:nvSpPr>
        <p:spPr>
          <a:xfrm>
            <a:off x="384175" y="1897063"/>
            <a:ext cx="8288338" cy="3792537"/>
          </a:xfrm>
          <a:prstGeom prst="rect">
            <a:avLst/>
          </a:prstGeom>
          <a:noFill/>
          <a:ln>
            <a:noFill/>
            <a:miter lim="800000"/>
          </a:ln>
        </p:spPr>
        <p:txBody>
          <a:bodyPr lIns="0" tIns="8255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457200" lvl="0" indent="-457200" algn="just" defTabSz="449262">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Resembles the characteristic of biological neural network.</a:t>
            </a:r>
          </a:p>
          <a:p>
            <a:pPr marL="457200" lvl="0" indent="-457200" algn="just" defTabSz="449262">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IN" altLang="en-US" sz="2000">
                <a:solidFill>
                  <a:srgbClr val="984807"/>
                </a:solidFill>
                <a:latin typeface="Tahoma" pitchFamily="34" charset="0"/>
                <a:ea typeface="Tahoma" pitchFamily="34" charset="0"/>
              </a:rPr>
              <a:t>N</a:t>
            </a:r>
            <a:r>
              <a:rPr lang="en-US" altLang="en-US" sz="2000">
                <a:solidFill>
                  <a:srgbClr val="984807"/>
                </a:solidFill>
                <a:latin typeface="Tahoma" pitchFamily="34" charset="0"/>
                <a:ea typeface="Tahoma" pitchFamily="34" charset="0"/>
              </a:rPr>
              <a:t>odes – interconnected processing elements (units or neurons)</a:t>
            </a:r>
          </a:p>
          <a:p>
            <a:pPr marL="457200" lvl="0" indent="-457200" algn="just" defTabSz="449262">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Neuron is connected to other by a	connection link.</a:t>
            </a:r>
          </a:p>
          <a:p>
            <a:pPr marL="457200" lvl="0" indent="-457200" algn="just" defTabSz="449262">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Each connection link is associated with weight which has  information about the input signal.</a:t>
            </a:r>
          </a:p>
          <a:p>
            <a:pPr marL="457200" lvl="0" indent="-457200" algn="just" defTabSz="449262">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ANN processing elements are called as neurons or artificial  neurons ,since they have the capability to model networks of  original neurons as found in brain.</a:t>
            </a:r>
          </a:p>
          <a:p>
            <a:pPr marL="457200" lvl="0" indent="-457200" algn="just" defTabSz="449262">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Internal state of neuron is called activation or activity level of  neuron, which is the function of the inputs the neurons receives.</a:t>
            </a:r>
          </a:p>
          <a:p>
            <a:pPr marL="457200" lvl="0" indent="-457200" algn="just" defTabSz="449262">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Neuron can send only one signal at a time.</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Motivation for Neural Net</a:t>
            </a:r>
          </a:p>
        </p:txBody>
      </p:sp>
      <p:sp>
        <p:nvSpPr>
          <p:cNvPr id="47107" name="Rectangle 2"/>
          <p:cNvSpPr>
            <a:spLocks noChangeArrowheads="1"/>
          </p:cNvSpPr>
          <p:nvPr/>
        </p:nvSpPr>
        <p:spPr bwMode="auto">
          <a:xfrm>
            <a:off x="533400" y="1219200"/>
            <a:ext cx="7772400" cy="2432050"/>
          </a:xfrm>
          <a:prstGeom prst="rect">
            <a:avLst/>
          </a:prstGeom>
          <a:noFill/>
          <a:ln>
            <a:noFill/>
          </a:ln>
          <a:effectLst/>
        </p:spPr>
        <p:txBody>
          <a:bodyPr lIns="90000" tIns="46800" rIns="90000" bIns="46800">
            <a:spAutoFit/>
          </a:bodyPr>
          <a:lstStyle>
            <a:defPPr>
              <a:defRPr lang="en-US"/>
            </a:defPPr>
            <a:lvl1pPr marL="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1pPr>
            <a:lvl2pPr marL="457200" indent="-45720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2pPr>
            <a:lvl3pPr marL="9144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3pPr>
            <a:lvl4pPr marL="13716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4pPr>
            <a:lvl5pPr marL="18288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1" indent="-457200" algn="just" defTabSz="449263" rtl="0" eaLnBrk="0" fontAlgn="base" latinLnBrk="0" hangingPunct="0">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Scientists are challenged to use machines more effectively for tasks currently solved by humans. </a:t>
            </a:r>
          </a:p>
          <a:p>
            <a:pPr marL="457200" marR="0" lvl="1" indent="-455613" algn="just" defTabSz="449263" rtl="0" eaLnBrk="0" fontAlgn="base" latinLnBrk="0" hangingPunct="0">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1" indent="-457200" algn="just" defTabSz="449263" rtl="0" eaLnBrk="0" fontAlgn="base" latinLnBrk="0" hangingPunct="0">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Symbolic rules don't reflect processes actually used by humans.</a:t>
            </a:r>
          </a:p>
          <a:p>
            <a:pPr marL="457200" marR="0" lvl="1" indent="-455613" algn="just" defTabSz="449263" rtl="0" eaLnBrk="0" fontAlgn="base" latinLnBrk="0" hangingPunct="0">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1" indent="-457200" algn="just" defTabSz="449263" rtl="0" eaLnBrk="0" fontAlgn="base" latinLnBrk="0" hangingPunct="0">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Traditional computing excels in many areas, but not in others.</a:t>
            </a:r>
          </a:p>
          <a:p>
            <a:pPr marL="0" marR="0" lvl="1" indent="0" algn="just" defTabSz="449263" rtl="0" eaLnBrk="0" fontAlgn="base" latinLnBrk="0" hangingPunct="0">
              <a:lnSpc>
                <a:spcPct val="110000"/>
              </a:lnSpc>
              <a:spcBef>
                <a:spcPct val="0"/>
              </a:spcBef>
              <a:spcAft>
                <a:spcPct val="0"/>
              </a:spcAft>
              <a:buClr>
                <a:srgbClr val="984807"/>
              </a:buClr>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p:txBody>
      </p:sp>
      <p:sp>
        <p:nvSpPr>
          <p:cNvPr id="47108"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50D82076-C6EC-426D-8C47-C57696065A25}" type="slidenum">
              <a:rPr lang="en-US" altLang="en-US" sz="1200">
                <a:solidFill>
                  <a:srgbClr val="898989"/>
                </a:solidFill>
                <a:latin typeface="Arial" pitchFamily="34" charset="0"/>
                <a:ea typeface="DejaVu Sans"/>
              </a:rPr>
              <a:t>15</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Text Box 1"/>
          <p:cNvSpPr txBox="1">
            <a:spLocks noChangeArrowheads="1"/>
          </p:cNvSpPr>
          <p:nvPr/>
        </p:nvSpPr>
        <p:spPr bwMode="auto">
          <a:xfrm>
            <a:off x="457200" y="685800"/>
            <a:ext cx="8229600" cy="5338763"/>
          </a:xfrm>
          <a:prstGeom prst="rect">
            <a:avLst/>
          </a:prstGeom>
          <a:noFill/>
          <a:ln>
            <a:noFill/>
          </a:ln>
          <a:effectLst/>
        </p:spPr>
        <p:txBody>
          <a:bodyPr lIns="90000" tIns="46800" rIns="90000" bIns="46800">
            <a:spAutoFit/>
          </a:bodyPr>
          <a:lstStyle>
            <a:defPPr>
              <a:defRPr lang="en-US"/>
            </a:defPPr>
            <a:lvl1pPr marL="0" indent="0" algn="l" defTabSz="914400"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1pPr>
            <a:lvl2pPr marL="457200" indent="-454025" algn="l" defTabSz="914400"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2pPr>
            <a:lvl3pPr marL="914400" indent="0" algn="l" defTabSz="914400"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3pPr>
            <a:lvl4pPr marL="1371600" indent="0" algn="l" defTabSz="914400"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4pPr>
            <a:lvl5pPr marL="1828800" indent="0" algn="l" defTabSz="914400"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1" indent="-454025" algn="just" defTabSz="449263" rtl="0" eaLnBrk="0" fontAlgn="base" latinLnBrk="0" hangingPunct="0">
              <a:lnSpc>
                <a:spcPct val="11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The major areas being: </a:t>
            </a:r>
          </a:p>
          <a:p>
            <a:pPr marL="457200" marR="0" lvl="1" indent="-454025" algn="just" defTabSz="449263" rtl="0" eaLnBrk="0" fontAlgn="base" latinLnBrk="0" hangingPunct="0">
              <a:lnSpc>
                <a:spcPct val="11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 </a:t>
            </a:r>
          </a:p>
          <a:p>
            <a:pPr marL="457200" marR="0" lvl="1" indent="-457200" algn="just" defTabSz="449263" rtl="0" eaLnBrk="0" fontAlgn="base" latinLnBrk="0" hangingPunct="0">
              <a:lnSpc>
                <a:spcPct val="100000"/>
              </a:lnSpc>
              <a:spcBef>
                <a:spcPct val="0"/>
              </a:spcBef>
              <a:spcAft>
                <a:spcPct val="0"/>
              </a:spcAft>
              <a:buClr>
                <a:srgbClr val="984807"/>
              </a:buClr>
              <a:buSzTx/>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Massive parallelism</a:t>
            </a:r>
          </a:p>
          <a:p>
            <a:pPr marL="457200" marR="0" lvl="1" indent="-455613" algn="just"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1" indent="-457200" algn="just" defTabSz="449263" rtl="0" eaLnBrk="0" fontAlgn="base" latinLnBrk="0" hangingPunct="0">
              <a:lnSpc>
                <a:spcPct val="100000"/>
              </a:lnSpc>
              <a:spcBef>
                <a:spcPct val="0"/>
              </a:spcBef>
              <a:spcAft>
                <a:spcPct val="0"/>
              </a:spcAft>
              <a:buClr>
                <a:srgbClr val="984807"/>
              </a:buClr>
              <a:buSzTx/>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Distributed representation and computation</a:t>
            </a:r>
          </a:p>
          <a:p>
            <a:pPr marL="457200" marR="0" lvl="1" indent="-455613" algn="just"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1" indent="-457200" algn="just" defTabSz="449263" rtl="0" eaLnBrk="0" fontAlgn="base" latinLnBrk="0" hangingPunct="0">
              <a:lnSpc>
                <a:spcPct val="100000"/>
              </a:lnSpc>
              <a:spcBef>
                <a:spcPct val="0"/>
              </a:spcBef>
              <a:spcAft>
                <a:spcPct val="0"/>
              </a:spcAft>
              <a:buClr>
                <a:srgbClr val="984807"/>
              </a:buClr>
              <a:buSzTx/>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Learning ability</a:t>
            </a:r>
          </a:p>
          <a:p>
            <a:pPr marL="457200" marR="0" lvl="1" indent="-455613" algn="just"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1" indent="-457200" algn="just" defTabSz="449263" rtl="0" eaLnBrk="0" fontAlgn="base" latinLnBrk="0" hangingPunct="0">
              <a:lnSpc>
                <a:spcPct val="100000"/>
              </a:lnSpc>
              <a:spcBef>
                <a:spcPct val="0"/>
              </a:spcBef>
              <a:spcAft>
                <a:spcPct val="0"/>
              </a:spcAft>
              <a:buClr>
                <a:srgbClr val="984807"/>
              </a:buClr>
              <a:buSzTx/>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Generalization ability</a:t>
            </a:r>
          </a:p>
          <a:p>
            <a:pPr marL="457200" marR="0" lvl="1" indent="-455613" algn="just"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1" indent="-457200" algn="just" defTabSz="449263" rtl="0" eaLnBrk="0" fontAlgn="base" latinLnBrk="0" hangingPunct="0">
              <a:lnSpc>
                <a:spcPct val="100000"/>
              </a:lnSpc>
              <a:spcBef>
                <a:spcPct val="0"/>
              </a:spcBef>
              <a:spcAft>
                <a:spcPct val="0"/>
              </a:spcAft>
              <a:buClr>
                <a:srgbClr val="984807"/>
              </a:buClr>
              <a:buSzTx/>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Adaptivity</a:t>
            </a:r>
          </a:p>
          <a:p>
            <a:pPr marL="457200" marR="0" lvl="1" indent="-455613" algn="just"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1" indent="-457200" algn="just" defTabSz="449263" rtl="0" eaLnBrk="0" fontAlgn="base" latinLnBrk="0" hangingPunct="0">
              <a:lnSpc>
                <a:spcPct val="100000"/>
              </a:lnSpc>
              <a:spcBef>
                <a:spcPct val="0"/>
              </a:spcBef>
              <a:spcAft>
                <a:spcPct val="0"/>
              </a:spcAft>
              <a:buClr>
                <a:srgbClr val="984807"/>
              </a:buClr>
              <a:buSzTx/>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Inherent contextual information processing</a:t>
            </a:r>
          </a:p>
          <a:p>
            <a:pPr marL="457200" marR="0" lvl="1" indent="-455613" algn="just"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1" indent="-457200" algn="just" defTabSz="449263" rtl="0" eaLnBrk="0" fontAlgn="base" latinLnBrk="0" hangingPunct="0">
              <a:lnSpc>
                <a:spcPct val="100000"/>
              </a:lnSpc>
              <a:spcBef>
                <a:spcPct val="0"/>
              </a:spcBef>
              <a:spcAft>
                <a:spcPct val="0"/>
              </a:spcAft>
              <a:buClr>
                <a:srgbClr val="984807"/>
              </a:buClr>
              <a:buSzTx/>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Fault tolerance</a:t>
            </a:r>
          </a:p>
          <a:p>
            <a:pPr marL="457200" marR="0" lvl="1" indent="-455613" algn="just"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1" indent="-457200" algn="just" defTabSz="449263" rtl="0" eaLnBrk="0" fontAlgn="base" latinLnBrk="0" hangingPunct="0">
              <a:lnSpc>
                <a:spcPct val="100000"/>
              </a:lnSpc>
              <a:spcBef>
                <a:spcPct val="0"/>
              </a:spcBef>
              <a:spcAft>
                <a:spcPct val="0"/>
              </a:spcAft>
              <a:buClr>
                <a:srgbClr val="984807"/>
              </a:buClr>
              <a:buSzTx/>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Low energy consumption.</a:t>
            </a:r>
          </a:p>
        </p:txBody>
      </p:sp>
      <p:sp>
        <p:nvSpPr>
          <p:cNvPr id="49155"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A8246878-9E31-4BAF-899A-BA795B89AF0E}" type="slidenum">
              <a:rPr lang="en-US" altLang="en-US" sz="1200">
                <a:solidFill>
                  <a:srgbClr val="898989"/>
                </a:solidFill>
                <a:latin typeface="Arial" pitchFamily="34" charset="0"/>
                <a:ea typeface="DejaVu Sans"/>
              </a:rPr>
              <a:t>16</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Rectangle 1"/>
          <p:cNvSpPr/>
          <p:nvPr/>
        </p:nvSpPr>
        <p:spPr>
          <a:xfrm>
            <a:off x="457200" y="517525"/>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Artificial Neural Net</a:t>
            </a:r>
          </a:p>
        </p:txBody>
      </p:sp>
      <p:grpSp>
        <p:nvGrpSpPr>
          <p:cNvPr id="51203" name="Group 2"/>
          <p:cNvGrpSpPr/>
          <p:nvPr/>
        </p:nvGrpSpPr>
        <p:grpSpPr>
          <a:xfrm>
            <a:off x="2590800" y="1600200"/>
            <a:ext cx="3959225" cy="2282825"/>
            <a:chOff x="1632" y="1008"/>
            <a:chExt cx="2494" cy="1438"/>
          </a:xfrm>
        </p:grpSpPr>
        <p:sp>
          <p:nvSpPr>
            <p:cNvPr id="51208" name="Text Box 3"/>
            <p:cNvSpPr/>
            <p:nvPr/>
          </p:nvSpPr>
          <p:spPr>
            <a:xfrm>
              <a:off x="1632" y="2208"/>
              <a:ext cx="733" cy="238"/>
            </a:xfrm>
            <a:prstGeom prst="rect">
              <a:avLst/>
            </a:prstGeom>
            <a:solidFill>
              <a:srgbClr val="FFFFFF"/>
            </a:solidFill>
            <a:ln>
              <a:noFill/>
              <a:round/>
            </a:ln>
            <a:effectLst/>
          </p:spPr>
          <p:txBody>
            <a:bodyPr lIns="90000" tIns="46800" rIns="90000" bIns="4680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latin typeface="Times New Roman" pitchFamily="18" charset="0"/>
                </a:rPr>
                <a:t>X</a:t>
              </a:r>
              <a:r>
                <a:rPr lang="en-US" altLang="en-US" sz="2000" baseline="-25000">
                  <a:latin typeface="Times New Roman" pitchFamily="18" charset="0"/>
                </a:rPr>
                <a:t>2</a:t>
              </a:r>
            </a:p>
          </p:txBody>
        </p:sp>
        <p:sp>
          <p:nvSpPr>
            <p:cNvPr id="51209" name="Text Box 4"/>
            <p:cNvSpPr/>
            <p:nvPr/>
          </p:nvSpPr>
          <p:spPr>
            <a:xfrm>
              <a:off x="1632" y="1248"/>
              <a:ext cx="586" cy="238"/>
            </a:xfrm>
            <a:prstGeom prst="rect">
              <a:avLst/>
            </a:prstGeom>
            <a:solidFill>
              <a:srgbClr val="FFFFFF"/>
            </a:solidFill>
            <a:ln>
              <a:noFill/>
              <a:round/>
            </a:ln>
            <a:effectLst/>
          </p:spPr>
          <p:txBody>
            <a:bodyPr lIns="90000" tIns="46800" rIns="90000" bIns="4680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latin typeface="Times New Roman" pitchFamily="18" charset="0"/>
                </a:rPr>
                <a:t>X</a:t>
              </a:r>
              <a:r>
                <a:rPr lang="en-US" altLang="en-US" sz="2000" baseline="-25000">
                  <a:latin typeface="Times New Roman" pitchFamily="18" charset="0"/>
                </a:rPr>
                <a:t>1</a:t>
              </a:r>
            </a:p>
          </p:txBody>
        </p:sp>
        <p:sp>
          <p:nvSpPr>
            <p:cNvPr id="51210" name="Text Box 5"/>
            <p:cNvSpPr/>
            <p:nvPr/>
          </p:nvSpPr>
          <p:spPr>
            <a:xfrm>
              <a:off x="2443" y="1987"/>
              <a:ext cx="584" cy="238"/>
            </a:xfrm>
            <a:prstGeom prst="rect">
              <a:avLst/>
            </a:prstGeom>
            <a:solidFill>
              <a:srgbClr val="FFFFFF"/>
            </a:solidFill>
            <a:ln>
              <a:noFill/>
              <a:round/>
            </a:ln>
            <a:effectLst/>
          </p:spPr>
          <p:txBody>
            <a:bodyPr lIns="90000" tIns="46800" rIns="90000" bIns="4680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latin typeface="Times New Roman" pitchFamily="18" charset="0"/>
                </a:rPr>
                <a:t>W</a:t>
              </a:r>
              <a:r>
                <a:rPr lang="en-US" altLang="en-US" sz="2000" baseline="-25000">
                  <a:latin typeface="Times New Roman" pitchFamily="18" charset="0"/>
                </a:rPr>
                <a:t>2</a:t>
              </a:r>
            </a:p>
          </p:txBody>
        </p:sp>
        <p:sp>
          <p:nvSpPr>
            <p:cNvPr id="51211" name="Text Box 6"/>
            <p:cNvSpPr/>
            <p:nvPr/>
          </p:nvSpPr>
          <p:spPr>
            <a:xfrm>
              <a:off x="2443" y="1008"/>
              <a:ext cx="731" cy="238"/>
            </a:xfrm>
            <a:prstGeom prst="rect">
              <a:avLst/>
            </a:prstGeom>
            <a:solidFill>
              <a:srgbClr val="FFFFFF"/>
            </a:solidFill>
            <a:ln>
              <a:noFill/>
              <a:round/>
            </a:ln>
            <a:effectLst/>
          </p:spPr>
          <p:txBody>
            <a:bodyPr lIns="90000" tIns="46800" rIns="90000" bIns="4680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latin typeface="Times New Roman" pitchFamily="18" charset="0"/>
                </a:rPr>
                <a:t>W</a:t>
              </a:r>
              <a:r>
                <a:rPr lang="en-US" altLang="en-US" sz="2000" baseline="-25000">
                  <a:latin typeface="Times New Roman" pitchFamily="18" charset="0"/>
                </a:rPr>
                <a:t>1</a:t>
              </a:r>
            </a:p>
          </p:txBody>
        </p:sp>
        <p:sp>
          <p:nvSpPr>
            <p:cNvPr id="51212" name="Oval 7"/>
            <p:cNvSpPr/>
            <p:nvPr/>
          </p:nvSpPr>
          <p:spPr>
            <a:xfrm>
              <a:off x="1632" y="1008"/>
              <a:ext cx="292" cy="238"/>
            </a:xfrm>
            <a:prstGeom prst="ellipse">
              <a:avLst/>
            </a:prstGeom>
            <a:solidFill>
              <a:srgbClr val="FFFFFF"/>
            </a:solidFill>
            <a:ln w="9360">
              <a:solidFill>
                <a:prstClr val="black"/>
              </a:solidFill>
              <a:miter lim="800000"/>
            </a:ln>
            <a:effectLst/>
          </p:spPr>
          <p:txBody>
            <a:bodyPr wrap="none" anchor="ctr" anchorCtr="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pPr>
              <a:endParaRPr lang="en-IN" altLang="en-US" sz="1800">
                <a:solidFill>
                  <a:srgbClr val="FFFFFF"/>
                </a:solidFill>
                <a:latin typeface="Verdana" pitchFamily="34" charset="0"/>
              </a:endParaRPr>
            </a:p>
          </p:txBody>
        </p:sp>
        <p:sp>
          <p:nvSpPr>
            <p:cNvPr id="51213" name="Oval 8"/>
            <p:cNvSpPr/>
            <p:nvPr/>
          </p:nvSpPr>
          <p:spPr>
            <a:xfrm>
              <a:off x="3393" y="1488"/>
              <a:ext cx="291" cy="238"/>
            </a:xfrm>
            <a:prstGeom prst="ellipse">
              <a:avLst/>
            </a:prstGeom>
            <a:solidFill>
              <a:srgbClr val="FFFFFF"/>
            </a:solidFill>
            <a:ln w="9360">
              <a:solidFill>
                <a:prstClr val="black"/>
              </a:solidFill>
              <a:miter lim="800000"/>
            </a:ln>
            <a:effectLst/>
          </p:spPr>
          <p:txBody>
            <a:bodyPr wrap="none" anchor="ctr" anchorCtr="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pPr>
              <a:endParaRPr lang="en-IN" altLang="en-US" sz="1800">
                <a:solidFill>
                  <a:srgbClr val="FFFFFF"/>
                </a:solidFill>
                <a:latin typeface="Verdana" pitchFamily="34" charset="0"/>
              </a:endParaRPr>
            </a:p>
          </p:txBody>
        </p:sp>
        <p:sp>
          <p:nvSpPr>
            <p:cNvPr id="51214" name="Oval 9"/>
            <p:cNvSpPr/>
            <p:nvPr/>
          </p:nvSpPr>
          <p:spPr>
            <a:xfrm>
              <a:off x="1632" y="1968"/>
              <a:ext cx="292" cy="238"/>
            </a:xfrm>
            <a:prstGeom prst="ellipse">
              <a:avLst/>
            </a:prstGeom>
            <a:solidFill>
              <a:srgbClr val="FFFFFF"/>
            </a:solidFill>
            <a:ln w="9360">
              <a:solidFill>
                <a:prstClr val="black"/>
              </a:solidFill>
              <a:miter lim="800000"/>
            </a:ln>
            <a:effectLst/>
          </p:spPr>
          <p:txBody>
            <a:bodyPr wrap="none" anchor="ctr" anchorCtr="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pPr>
              <a:endParaRPr lang="en-IN" altLang="en-US" sz="1800">
                <a:solidFill>
                  <a:srgbClr val="FFFFFF"/>
                </a:solidFill>
                <a:latin typeface="Verdana" pitchFamily="34" charset="0"/>
              </a:endParaRPr>
            </a:p>
          </p:txBody>
        </p:sp>
        <p:cxnSp>
          <p:nvCxnSpPr>
            <p:cNvPr id="51215" name="Line 10"/>
            <p:cNvCxnSpPr/>
            <p:nvPr/>
          </p:nvCxnSpPr>
          <p:spPr>
            <a:xfrm flipV="1">
              <a:off x="1926" y="1606"/>
              <a:ext cx="1465" cy="482"/>
            </a:xfrm>
            <a:prstGeom prst="line">
              <a:avLst/>
            </a:prstGeom>
            <a:noFill/>
            <a:ln w="9360">
              <a:solidFill>
                <a:prstClr val="black"/>
              </a:solidFill>
              <a:miter lim="800000"/>
              <a:tailEnd type="triangle"/>
            </a:ln>
            <a:effectLst/>
          </p:spPr>
        </p:cxnSp>
        <p:cxnSp>
          <p:nvCxnSpPr>
            <p:cNvPr id="51216" name="Line 11"/>
            <p:cNvCxnSpPr/>
            <p:nvPr/>
          </p:nvCxnSpPr>
          <p:spPr>
            <a:xfrm>
              <a:off x="1926" y="1128"/>
              <a:ext cx="1465" cy="478"/>
            </a:xfrm>
            <a:prstGeom prst="line">
              <a:avLst/>
            </a:prstGeom>
            <a:noFill/>
            <a:ln w="9360">
              <a:solidFill>
                <a:prstClr val="black"/>
              </a:solidFill>
              <a:miter lim="800000"/>
              <a:tailEnd type="triangle"/>
            </a:ln>
            <a:effectLst/>
          </p:spPr>
        </p:cxnSp>
        <p:cxnSp>
          <p:nvCxnSpPr>
            <p:cNvPr id="51217" name="Line 12"/>
            <p:cNvCxnSpPr/>
            <p:nvPr/>
          </p:nvCxnSpPr>
          <p:spPr>
            <a:xfrm>
              <a:off x="3687" y="1608"/>
              <a:ext cx="439" cy="0"/>
            </a:xfrm>
            <a:prstGeom prst="line">
              <a:avLst/>
            </a:prstGeom>
            <a:noFill/>
            <a:ln w="9360">
              <a:solidFill>
                <a:prstClr val="black"/>
              </a:solidFill>
              <a:miter lim="800000"/>
              <a:tailEnd type="triangle"/>
            </a:ln>
            <a:effectLst/>
          </p:spPr>
        </p:cxnSp>
        <p:sp>
          <p:nvSpPr>
            <p:cNvPr id="51218" name="Text Box 13"/>
            <p:cNvSpPr/>
            <p:nvPr/>
          </p:nvSpPr>
          <p:spPr>
            <a:xfrm>
              <a:off x="3379" y="1181"/>
              <a:ext cx="439" cy="238"/>
            </a:xfrm>
            <a:prstGeom prst="rect">
              <a:avLst/>
            </a:prstGeom>
            <a:solidFill>
              <a:srgbClr val="FFFFFF"/>
            </a:solidFill>
            <a:ln>
              <a:noFill/>
              <a:round/>
            </a:ln>
            <a:effectLst/>
          </p:spPr>
          <p:txBody>
            <a:bodyPr lIns="90000" tIns="46800" rIns="90000" bIns="4680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latin typeface="Times New Roman" pitchFamily="18" charset="0"/>
                </a:rPr>
                <a:t>Y</a:t>
              </a:r>
            </a:p>
          </p:txBody>
        </p:sp>
      </p:grpSp>
      <p:sp>
        <p:nvSpPr>
          <p:cNvPr id="51204" name="Text Box 14"/>
          <p:cNvSpPr/>
          <p:nvPr/>
        </p:nvSpPr>
        <p:spPr>
          <a:xfrm>
            <a:off x="457200" y="3922713"/>
            <a:ext cx="8229600" cy="2439987"/>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just" eaLnBrk="1" hangingPunct="1">
              <a:spcBef>
                <a:spcPts val="125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The figure shows a simple artificial neural net with two input neurons (X</a:t>
            </a:r>
            <a:r>
              <a:rPr lang="en-US" altLang="en-US" sz="2000" baseline="-25000">
                <a:solidFill>
                  <a:srgbClr val="984807"/>
                </a:solidFill>
                <a:latin typeface="Tahoma" pitchFamily="34" charset="0"/>
                <a:ea typeface="Tahoma" pitchFamily="34" charset="0"/>
              </a:rPr>
              <a:t>1</a:t>
            </a:r>
            <a:r>
              <a:rPr lang="en-US" altLang="en-US" sz="2000">
                <a:solidFill>
                  <a:srgbClr val="984807"/>
                </a:solidFill>
                <a:latin typeface="Tahoma" pitchFamily="34" charset="0"/>
                <a:ea typeface="Tahoma" pitchFamily="34" charset="0"/>
              </a:rPr>
              <a:t>, X</a:t>
            </a:r>
            <a:r>
              <a:rPr lang="en-US" altLang="en-US" sz="2000" baseline="-25000">
                <a:solidFill>
                  <a:srgbClr val="984807"/>
                </a:solidFill>
                <a:latin typeface="Tahoma" pitchFamily="34" charset="0"/>
                <a:ea typeface="Tahoma" pitchFamily="34" charset="0"/>
              </a:rPr>
              <a:t>2</a:t>
            </a:r>
            <a:r>
              <a:rPr lang="en-US" altLang="en-US" sz="2000">
                <a:solidFill>
                  <a:srgbClr val="984807"/>
                </a:solidFill>
                <a:latin typeface="Tahoma" pitchFamily="34" charset="0"/>
                <a:ea typeface="Tahoma" pitchFamily="34" charset="0"/>
              </a:rPr>
              <a:t>) and one output neuron (Y). The inter connected weights are given by W</a:t>
            </a:r>
            <a:r>
              <a:rPr lang="en-US" altLang="en-US" sz="2000" baseline="-25000">
                <a:solidFill>
                  <a:srgbClr val="984807"/>
                </a:solidFill>
                <a:latin typeface="Tahoma" pitchFamily="34" charset="0"/>
                <a:ea typeface="Tahoma" pitchFamily="34" charset="0"/>
              </a:rPr>
              <a:t>1</a:t>
            </a:r>
            <a:r>
              <a:rPr lang="en-US" altLang="en-US" sz="2000">
                <a:solidFill>
                  <a:srgbClr val="984807"/>
                </a:solidFill>
                <a:latin typeface="Tahoma" pitchFamily="34" charset="0"/>
                <a:ea typeface="Tahoma" pitchFamily="34" charset="0"/>
              </a:rPr>
              <a:t> and W</a:t>
            </a:r>
            <a:r>
              <a:rPr lang="en-US" altLang="en-US" sz="2000" baseline="-25000">
                <a:solidFill>
                  <a:srgbClr val="984807"/>
                </a:solidFill>
                <a:latin typeface="Tahoma" pitchFamily="34" charset="0"/>
                <a:ea typeface="Tahoma" pitchFamily="34" charset="0"/>
              </a:rPr>
              <a:t>2</a:t>
            </a:r>
            <a:r>
              <a:rPr lang="en-US" altLang="en-US" sz="2000">
                <a:solidFill>
                  <a:srgbClr val="984807"/>
                </a:solidFill>
                <a:latin typeface="Tahoma" pitchFamily="34" charset="0"/>
                <a:ea typeface="Tahoma" pitchFamily="34" charset="0"/>
              </a:rPr>
              <a:t>. </a:t>
            </a:r>
          </a:p>
          <a:p>
            <a:pPr marL="0" lvl="0" indent="0" algn="just" eaLnBrk="1" hangingPunct="1">
              <a:spcBef>
                <a:spcPts val="125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Tahoma" pitchFamily="34" charset="0"/>
            </a:endParaRPr>
          </a:p>
          <a:p>
            <a:pPr marL="0" lvl="0" indent="0" algn="just" eaLnBrk="1" hangingPunct="1">
              <a:spcBef>
                <a:spcPts val="125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                    </a:t>
            </a:r>
          </a:p>
          <a:p>
            <a:pPr marL="0" lvl="0" indent="0" algn="just" eaLnBrk="1" hangingPunct="1">
              <a:spcBef>
                <a:spcPts val="125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                      </a:t>
            </a:r>
            <a:r>
              <a:rPr lang="en-US" altLang="en-US" sz="2000">
                <a:solidFill>
                  <a:schemeClr val="tx1"/>
                </a:solidFill>
                <a:latin typeface="Tahoma" pitchFamily="34" charset="0"/>
                <a:ea typeface="Tahoma" pitchFamily="34" charset="0"/>
              </a:rPr>
              <a:t>= </a:t>
            </a:r>
          </a:p>
        </p:txBody>
      </p:sp>
      <p:sp>
        <p:nvSpPr>
          <p:cNvPr id="51205" name="object 3"/>
          <p:cNvSpPr/>
          <p:nvPr/>
        </p:nvSpPr>
        <p:spPr>
          <a:xfrm>
            <a:off x="1681163" y="5248275"/>
            <a:ext cx="5554662" cy="406400"/>
          </a:xfrm>
          <a:prstGeom prst="rect">
            <a:avLst/>
          </a:prstGeom>
          <a:blipFill rotWithShape="1">
            <a:blip r:embed="rId3"/>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51206" name="object 4"/>
          <p:cNvSpPr/>
          <p:nvPr/>
        </p:nvSpPr>
        <p:spPr>
          <a:xfrm>
            <a:off x="2608263" y="5911850"/>
            <a:ext cx="912812" cy="504825"/>
          </a:xfrm>
          <a:prstGeom prst="rect">
            <a:avLst/>
          </a:prstGeom>
          <a:blipFill rotWithShape="1">
            <a:blip r:embed="rId4"/>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51207"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BC7E623E-0F4B-4D8F-8147-3A13D0079391}" type="slidenum">
              <a:rPr lang="en-US" altLang="en-US" sz="1200">
                <a:solidFill>
                  <a:srgbClr val="898989"/>
                </a:solidFill>
                <a:latin typeface="Arial" pitchFamily="34" charset="0"/>
                <a:ea typeface="DejaVu Sans"/>
              </a:rPr>
              <a:t>17</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1"/>
          <p:cNvSpPr/>
          <p:nvPr/>
        </p:nvSpPr>
        <p:spPr>
          <a:xfrm>
            <a:off x="457200" y="381000"/>
            <a:ext cx="8229600" cy="895350"/>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Association  of  Biological  Net </a:t>
            </a:r>
          </a:p>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with  Artificial  Net</a:t>
            </a:r>
          </a:p>
        </p:txBody>
      </p:sp>
      <p:sp>
        <p:nvSpPr>
          <p:cNvPr id="53251" name="Rectangle 2"/>
          <p:cNvSpPr/>
          <p:nvPr/>
        </p:nvSpPr>
        <p:spPr>
          <a:xfrm>
            <a:off x="2947988" y="2657475"/>
            <a:ext cx="9144000" cy="1588"/>
          </a:xfrm>
          <a:prstGeom prst="rect">
            <a:avLst/>
          </a:prstGeom>
          <a:noFill/>
          <a:ln>
            <a:noFill/>
            <a:round/>
          </a:ln>
          <a:effectLst/>
        </p:spPr>
        <p:txBody>
          <a:bodyPr wrap="none" anchor="ctr" anchorCtr="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pPr>
            <a:endParaRPr lang="en-IN" altLang="en-US" sz="1800">
              <a:solidFill>
                <a:srgbClr val="FFFFFF"/>
              </a:solidFill>
              <a:latin typeface="Verdana" pitchFamily="34" charset="0"/>
            </a:endParaRPr>
          </a:p>
        </p:txBody>
      </p:sp>
      <p:pic>
        <p:nvPicPr>
          <p:cNvPr id="53252" name="Picture 3"/>
          <p:cNvPicPr>
            <a:picLocks noChangeAspect="1"/>
          </p:cNvPicPr>
          <p:nvPr/>
        </p:nvPicPr>
        <p:blipFill>
          <a:blip r:embed="rId3"/>
          <a:stretch>
            <a:fillRect/>
          </a:stretch>
        </p:blipFill>
        <p:spPr>
          <a:xfrm>
            <a:off x="419100" y="1676400"/>
            <a:ext cx="8305800" cy="4191000"/>
          </a:xfrm>
          <a:prstGeom prst="rect">
            <a:avLst/>
          </a:prstGeom>
          <a:noFill/>
          <a:ln>
            <a:noFill/>
            <a:round/>
          </a:ln>
          <a:effectLst/>
        </p:spPr>
      </p:pic>
      <p:sp>
        <p:nvSpPr>
          <p:cNvPr id="53253"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47D6BAEC-254B-48D3-9B0B-E97483109C36}" type="slidenum">
              <a:rPr lang="en-US" altLang="en-US" sz="1200">
                <a:solidFill>
                  <a:srgbClr val="898989"/>
                </a:solidFill>
                <a:latin typeface="Arial" pitchFamily="34" charset="0"/>
                <a:ea typeface="DejaVu Sans"/>
              </a:rPr>
              <a:t>18</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1"/>
          <p:cNvSpPr/>
          <p:nvPr/>
        </p:nvSpPr>
        <p:spPr>
          <a:xfrm>
            <a:off x="457200" y="1143000"/>
            <a:ext cx="8229600" cy="5334000"/>
          </a:xfrm>
          <a:prstGeom prst="rect">
            <a:avLst/>
          </a:prstGeom>
          <a:noFill/>
          <a:ln>
            <a:noFill/>
            <a:round/>
          </a:ln>
          <a:effectLst/>
        </p:spPr>
        <p:txBody>
          <a:bodyPr lIns="90000" tIns="46800" rIns="90000" bIns="4680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The neuron is the basic information processing unit of a NN. It consists of:</a:t>
            </a:r>
          </a:p>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1.  A set of links, describing the neuron inputs, with weights  W</a:t>
            </a:r>
            <a:r>
              <a:rPr lang="en-US" altLang="en-US" sz="2000" baseline="-25000">
                <a:solidFill>
                  <a:srgbClr val="984807"/>
                </a:solidFill>
                <a:latin typeface="Tahoma" pitchFamily="34" charset="0"/>
                <a:ea typeface="Malgun Gothic" pitchFamily="34" charset="-127"/>
              </a:rPr>
              <a:t>1</a:t>
            </a:r>
            <a:r>
              <a:rPr lang="en-US" altLang="en-US" sz="2000">
                <a:solidFill>
                  <a:srgbClr val="984807"/>
                </a:solidFill>
                <a:latin typeface="Tahoma" pitchFamily="34" charset="0"/>
                <a:ea typeface="Malgun Gothic" pitchFamily="34" charset="-127"/>
              </a:rPr>
              <a:t>, W</a:t>
            </a:r>
            <a:r>
              <a:rPr lang="en-US" altLang="en-US" sz="2000" baseline="-25000">
                <a:solidFill>
                  <a:srgbClr val="984807"/>
                </a:solidFill>
                <a:latin typeface="Tahoma" pitchFamily="34" charset="0"/>
                <a:ea typeface="Malgun Gothic" pitchFamily="34" charset="-127"/>
              </a:rPr>
              <a:t>2</a:t>
            </a:r>
            <a:r>
              <a:rPr lang="en-US" altLang="en-US" sz="2000">
                <a:solidFill>
                  <a:srgbClr val="984807"/>
                </a:solidFill>
                <a:latin typeface="Tahoma" pitchFamily="34" charset="0"/>
                <a:ea typeface="Malgun Gothic" pitchFamily="34" charset="-127"/>
              </a:rPr>
              <a:t>, …, W</a:t>
            </a:r>
            <a:r>
              <a:rPr lang="en-US" altLang="en-US" sz="2000" baseline="-25000">
                <a:solidFill>
                  <a:srgbClr val="984807"/>
                </a:solidFill>
                <a:latin typeface="Tahoma" pitchFamily="34" charset="0"/>
                <a:ea typeface="Malgun Gothic" pitchFamily="34" charset="-127"/>
              </a:rPr>
              <a:t>m</a:t>
            </a:r>
            <a:r>
              <a:rPr lang="en-US" altLang="en-US" sz="2000">
                <a:solidFill>
                  <a:srgbClr val="984807"/>
                </a:solidFill>
                <a:latin typeface="Tahoma" pitchFamily="34" charset="0"/>
                <a:ea typeface="Malgun Gothic" pitchFamily="34" charset="-127"/>
              </a:rPr>
              <a:t>. </a:t>
            </a:r>
          </a:p>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2.  An adder function (linear combiner) for computing the weighted sum of  the inputs (real numbers):</a:t>
            </a:r>
          </a:p>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3.  Activation function for limiting the amplitude of the neuron output. </a:t>
            </a:r>
          </a:p>
          <a:p>
            <a:pPr marL="742950" lvl="1" indent="-282575" eaLnBrk="1" hangingPunct="1">
              <a:spcBef>
                <a:spcPts val="50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p:txBody>
      </p:sp>
      <p:graphicFrame>
        <p:nvGraphicFramePr>
          <p:cNvPr id="55299" name="Object 2"/>
          <p:cNvGraphicFramePr>
            <a:graphicFrameLocks noChangeAspect="1"/>
          </p:cNvGraphicFramePr>
          <p:nvPr/>
        </p:nvGraphicFramePr>
        <p:xfrm>
          <a:off x="3736975" y="4114800"/>
          <a:ext cx="1673225" cy="512763"/>
        </p:xfrm>
        <a:graphic>
          <a:graphicData uri="http://schemas.openxmlformats.org/presentationml/2006/ole">
            <mc:AlternateContent xmlns:mc="http://schemas.openxmlformats.org/markup-compatibility/2006">
              <mc:Choice xmlns:v="urn:schemas-microsoft-com:vml" Requires="v">
                <p:oleObj r:id="rId3" imgW="1673225" imgH="512763" progId="">
                  <p:embed/>
                </p:oleObj>
              </mc:Choice>
              <mc:Fallback>
                <p:oleObj r:id="rId3" imgW="1673225" imgH="512763" progId="">
                  <p:embed/>
                  <p:pic>
                    <p:nvPicPr>
                      <p:cNvPr id="0" name="OLE substitute image"/>
                      <p:cNvPicPr/>
                      <p:nvPr/>
                    </p:nvPicPr>
                    <p:blipFill>
                      <a:blip r:embed="rId4"/>
                      <a:stretch>
                        <a:fillRect/>
                      </a:stretch>
                    </p:blipFill>
                    <p:spPr>
                      <a:xfrm>
                        <a:off x="3736975" y="4114800"/>
                        <a:ext cx="1673225" cy="512763"/>
                      </a:xfrm>
                      <a:prstGeom prst="rect">
                        <a:avLst/>
                      </a:prstGeom>
                      <a:noFill/>
                      <a:ln>
                        <a:noFill/>
                        <a:miter lim="800000"/>
                      </a:ln>
                      <a:effectLst/>
                    </p:spPr>
                  </p:pic>
                </p:oleObj>
              </mc:Fallback>
            </mc:AlternateContent>
          </a:graphicData>
        </a:graphic>
      </p:graphicFrame>
      <p:graphicFrame>
        <p:nvGraphicFramePr>
          <p:cNvPr id="55300" name="Object 3"/>
          <p:cNvGraphicFramePr>
            <a:graphicFrameLocks noChangeAspect="1"/>
          </p:cNvGraphicFramePr>
          <p:nvPr/>
        </p:nvGraphicFramePr>
        <p:xfrm>
          <a:off x="4027488" y="5410200"/>
          <a:ext cx="1089025" cy="301625"/>
        </p:xfrm>
        <a:graphic>
          <a:graphicData uri="http://schemas.openxmlformats.org/presentationml/2006/ole">
            <mc:AlternateContent xmlns:mc="http://schemas.openxmlformats.org/markup-compatibility/2006">
              <mc:Choice xmlns:v="urn:schemas-microsoft-com:vml" Requires="v">
                <p:oleObj r:id="rId5" imgW="1089025" imgH="301625" progId="">
                  <p:embed/>
                </p:oleObj>
              </mc:Choice>
              <mc:Fallback>
                <p:oleObj r:id="rId5" imgW="1089025" imgH="301625" progId="">
                  <p:embed/>
                  <p:pic>
                    <p:nvPicPr>
                      <p:cNvPr id="0" name="OLE substitute image"/>
                      <p:cNvPicPr/>
                      <p:nvPr/>
                    </p:nvPicPr>
                    <p:blipFill>
                      <a:blip r:embed="rId6"/>
                      <a:stretch>
                        <a:fillRect/>
                      </a:stretch>
                    </p:blipFill>
                    <p:spPr>
                      <a:xfrm>
                        <a:off x="4027488" y="5410200"/>
                        <a:ext cx="1089025" cy="301625"/>
                      </a:xfrm>
                      <a:prstGeom prst="rect">
                        <a:avLst/>
                      </a:prstGeom>
                      <a:noFill/>
                      <a:ln>
                        <a:noFill/>
                        <a:miter lim="800000"/>
                      </a:ln>
                      <a:effectLst/>
                    </p:spPr>
                  </p:pic>
                </p:oleObj>
              </mc:Fallback>
            </mc:AlternateContent>
          </a:graphicData>
        </a:graphic>
      </p:graphicFrame>
      <p:sp>
        <p:nvSpPr>
          <p:cNvPr id="55301" name="Rectangle 4"/>
          <p:cNvSpPr/>
          <p:nvPr/>
        </p:nvSpPr>
        <p:spPr>
          <a:xfrm>
            <a:off x="457200" y="457200"/>
            <a:ext cx="83058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Processing of an Artificial Net</a:t>
            </a:r>
          </a:p>
        </p:txBody>
      </p:sp>
      <p:sp>
        <p:nvSpPr>
          <p:cNvPr id="55302"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8AB07999-52A2-4A72-BA2B-4E4903584CE6}" type="slidenum">
              <a:rPr lang="en-US" altLang="en-US" sz="1200">
                <a:solidFill>
                  <a:srgbClr val="898989"/>
                </a:solidFill>
                <a:latin typeface="Arial" pitchFamily="34" charset="0"/>
                <a:ea typeface="DejaVu Sans"/>
              </a:rPr>
              <a:t>19</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Rectangle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Bias of an Artificial Neuron</a:t>
            </a:r>
          </a:p>
        </p:txBody>
      </p:sp>
      <p:sp>
        <p:nvSpPr>
          <p:cNvPr id="57347" name="Rectangle 2"/>
          <p:cNvSpPr/>
          <p:nvPr/>
        </p:nvSpPr>
        <p:spPr>
          <a:xfrm>
            <a:off x="457200" y="1219200"/>
            <a:ext cx="8229600" cy="2286000"/>
          </a:xfrm>
          <a:prstGeom prst="rect">
            <a:avLst/>
          </a:prstGeom>
          <a:noFill/>
          <a:ln>
            <a:noFill/>
            <a:round/>
          </a:ln>
          <a:effectLst/>
        </p:spPr>
        <p:txBody>
          <a:bodyPr lIns="90000" tIns="46800" rIns="90000" bIns="4680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342900" lvl="0" indent="-339725" defTabSz="449262"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The bias value is added to the weighted sum</a:t>
            </a:r>
          </a:p>
          <a:p>
            <a:pPr marL="342900" lvl="0" indent="-339725" defTabSz="449262"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342900" lvl="0" indent="-339725" defTabSz="449262"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∑w</a:t>
            </a:r>
            <a:r>
              <a:rPr lang="en-US" altLang="en-US" sz="2000" baseline="-25000">
                <a:solidFill>
                  <a:srgbClr val="984807"/>
                </a:solidFill>
                <a:latin typeface="Tahoma" pitchFamily="34" charset="0"/>
                <a:ea typeface="Malgun Gothic" pitchFamily="34" charset="-127"/>
              </a:rPr>
              <a:t>i</a:t>
            </a:r>
            <a:r>
              <a:rPr lang="en-US" altLang="en-US" sz="2000">
                <a:solidFill>
                  <a:srgbClr val="984807"/>
                </a:solidFill>
                <a:latin typeface="Tahoma" pitchFamily="34" charset="0"/>
                <a:ea typeface="Malgun Gothic" pitchFamily="34" charset="-127"/>
              </a:rPr>
              <a:t>x</a:t>
            </a:r>
            <a:r>
              <a:rPr lang="en-US" altLang="en-US" sz="2000" baseline="-25000">
                <a:solidFill>
                  <a:srgbClr val="984807"/>
                </a:solidFill>
                <a:latin typeface="Tahoma" pitchFamily="34" charset="0"/>
                <a:ea typeface="Malgun Gothic" pitchFamily="34" charset="-127"/>
              </a:rPr>
              <a:t>i</a:t>
            </a:r>
            <a:r>
              <a:rPr lang="en-US" altLang="en-US" sz="2000">
                <a:solidFill>
                  <a:srgbClr val="984807"/>
                </a:solidFill>
                <a:latin typeface="Tahoma" pitchFamily="34" charset="0"/>
                <a:ea typeface="Malgun Gothic" pitchFamily="34" charset="-127"/>
              </a:rPr>
              <a:t> so that we can transform it from the origin.</a:t>
            </a:r>
          </a:p>
          <a:p>
            <a:pPr marL="342900" lvl="0" indent="-339725" defTabSz="449262"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342900" lvl="0" indent="-339725" defTabSz="449262"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           </a:t>
            </a:r>
            <a:r>
              <a:rPr lang="en-US" altLang="en-US" sz="2000" i="1">
                <a:solidFill>
                  <a:srgbClr val="984807"/>
                </a:solidFill>
                <a:latin typeface="Tahoma" pitchFamily="34" charset="0"/>
                <a:ea typeface="Malgun Gothic" pitchFamily="34" charset="-127"/>
              </a:rPr>
              <a:t>Y</a:t>
            </a:r>
            <a:r>
              <a:rPr lang="en-US" altLang="en-US" sz="2000" i="1" baseline="-25000">
                <a:solidFill>
                  <a:srgbClr val="984807"/>
                </a:solidFill>
                <a:latin typeface="Tahoma" pitchFamily="34" charset="0"/>
                <a:ea typeface="Malgun Gothic" pitchFamily="34" charset="-127"/>
              </a:rPr>
              <a:t>in</a:t>
            </a:r>
            <a:r>
              <a:rPr lang="en-US" altLang="en-US" sz="2000" i="1">
                <a:solidFill>
                  <a:srgbClr val="984807"/>
                </a:solidFill>
                <a:latin typeface="Tahoma" pitchFamily="34" charset="0"/>
                <a:ea typeface="Malgun Gothic" pitchFamily="34" charset="-127"/>
              </a:rPr>
              <a:t> = ∑w</a:t>
            </a:r>
            <a:r>
              <a:rPr lang="en-US" altLang="en-US" sz="2000" i="1" baseline="-25000">
                <a:solidFill>
                  <a:srgbClr val="984807"/>
                </a:solidFill>
                <a:latin typeface="Tahoma" pitchFamily="34" charset="0"/>
                <a:ea typeface="Malgun Gothic" pitchFamily="34" charset="-127"/>
              </a:rPr>
              <a:t>i</a:t>
            </a:r>
            <a:r>
              <a:rPr lang="en-US" altLang="en-US" sz="2000" i="1">
                <a:solidFill>
                  <a:srgbClr val="984807"/>
                </a:solidFill>
                <a:latin typeface="Tahoma" pitchFamily="34" charset="0"/>
                <a:ea typeface="Malgun Gothic" pitchFamily="34" charset="-127"/>
              </a:rPr>
              <a:t>x</a:t>
            </a:r>
            <a:r>
              <a:rPr lang="en-US" altLang="en-US" sz="2000" i="1" baseline="-25000">
                <a:solidFill>
                  <a:srgbClr val="984807"/>
                </a:solidFill>
                <a:latin typeface="Tahoma" pitchFamily="34" charset="0"/>
                <a:ea typeface="Malgun Gothic" pitchFamily="34" charset="-127"/>
              </a:rPr>
              <a:t>i</a:t>
            </a:r>
            <a:r>
              <a:rPr lang="en-US" altLang="en-US" sz="2000" i="1">
                <a:solidFill>
                  <a:srgbClr val="984807"/>
                </a:solidFill>
                <a:latin typeface="Tahoma" pitchFamily="34" charset="0"/>
                <a:ea typeface="Malgun Gothic" pitchFamily="34" charset="-127"/>
              </a:rPr>
              <a:t> + b, where b is the bias</a:t>
            </a:r>
          </a:p>
        </p:txBody>
      </p:sp>
      <p:grpSp>
        <p:nvGrpSpPr>
          <p:cNvPr id="57348" name="Group 3"/>
          <p:cNvGrpSpPr/>
          <p:nvPr/>
        </p:nvGrpSpPr>
        <p:grpSpPr>
          <a:xfrm>
            <a:off x="2322513" y="3124200"/>
            <a:ext cx="4492625" cy="2892425"/>
            <a:chOff x="1463" y="1968"/>
            <a:chExt cx="2830" cy="1822"/>
          </a:xfrm>
        </p:grpSpPr>
        <p:cxnSp>
          <p:nvCxnSpPr>
            <p:cNvPr id="57350" name="Line 4"/>
            <p:cNvCxnSpPr/>
            <p:nvPr/>
          </p:nvCxnSpPr>
          <p:spPr>
            <a:xfrm>
              <a:off x="1463" y="3072"/>
              <a:ext cx="2830" cy="0"/>
            </a:xfrm>
            <a:prstGeom prst="line">
              <a:avLst/>
            </a:prstGeom>
            <a:noFill/>
            <a:ln w="9360">
              <a:solidFill>
                <a:prstClr val="black"/>
              </a:solidFill>
              <a:miter lim="800000"/>
              <a:tailEnd type="triangle"/>
            </a:ln>
            <a:effectLst/>
          </p:spPr>
        </p:cxnSp>
        <p:grpSp>
          <p:nvGrpSpPr>
            <p:cNvPr id="57351" name="Group 5"/>
            <p:cNvGrpSpPr/>
            <p:nvPr/>
          </p:nvGrpSpPr>
          <p:grpSpPr>
            <a:xfrm>
              <a:off x="1895" y="2160"/>
              <a:ext cx="2397" cy="1630"/>
              <a:chOff x="1895" y="2160"/>
              <a:chExt cx="2397" cy="1630"/>
            </a:xfrm>
          </p:grpSpPr>
          <p:cxnSp>
            <p:nvCxnSpPr>
              <p:cNvPr id="57353" name="Line 6"/>
              <p:cNvCxnSpPr/>
              <p:nvPr/>
            </p:nvCxnSpPr>
            <p:spPr>
              <a:xfrm flipH="1" flipV="1">
                <a:off x="2615" y="2206"/>
                <a:ext cx="0" cy="1442"/>
              </a:xfrm>
              <a:prstGeom prst="line">
                <a:avLst/>
              </a:prstGeom>
              <a:noFill/>
              <a:ln w="9360">
                <a:solidFill>
                  <a:prstClr val="black"/>
                </a:solidFill>
                <a:miter lim="800000"/>
                <a:tailEnd type="triangle"/>
              </a:ln>
              <a:effectLst/>
            </p:spPr>
          </p:cxnSp>
          <p:cxnSp>
            <p:nvCxnSpPr>
              <p:cNvPr id="57354" name="Line 7"/>
              <p:cNvCxnSpPr/>
              <p:nvPr/>
            </p:nvCxnSpPr>
            <p:spPr>
              <a:xfrm flipH="1">
                <a:off x="1894" y="2304"/>
                <a:ext cx="1201" cy="1198"/>
              </a:xfrm>
              <a:prstGeom prst="line">
                <a:avLst/>
              </a:prstGeom>
              <a:noFill/>
              <a:ln w="28440">
                <a:solidFill>
                  <a:srgbClr val="009900"/>
                </a:solidFill>
                <a:miter lim="800000"/>
              </a:ln>
              <a:effectLst/>
            </p:spPr>
          </p:cxnSp>
          <p:cxnSp>
            <p:nvCxnSpPr>
              <p:cNvPr id="57355" name="Line 8"/>
              <p:cNvCxnSpPr/>
              <p:nvPr/>
            </p:nvCxnSpPr>
            <p:spPr>
              <a:xfrm flipH="1">
                <a:off x="2038" y="2448"/>
                <a:ext cx="1201" cy="1198"/>
              </a:xfrm>
              <a:prstGeom prst="line">
                <a:avLst/>
              </a:prstGeom>
              <a:noFill/>
              <a:ln w="28440">
                <a:solidFill>
                  <a:srgbClr val="0000FF"/>
                </a:solidFill>
                <a:miter lim="800000"/>
              </a:ln>
              <a:effectLst/>
            </p:spPr>
          </p:cxnSp>
          <p:cxnSp>
            <p:nvCxnSpPr>
              <p:cNvPr id="57356" name="Line 9"/>
              <p:cNvCxnSpPr/>
              <p:nvPr/>
            </p:nvCxnSpPr>
            <p:spPr>
              <a:xfrm flipH="1">
                <a:off x="2230" y="2592"/>
                <a:ext cx="1201" cy="1198"/>
              </a:xfrm>
              <a:prstGeom prst="line">
                <a:avLst/>
              </a:prstGeom>
              <a:noFill/>
              <a:ln w="28440">
                <a:solidFill>
                  <a:srgbClr val="1F497D"/>
                </a:solidFill>
                <a:miter lim="800000"/>
              </a:ln>
              <a:effectLst/>
            </p:spPr>
          </p:cxnSp>
          <p:sp>
            <p:nvSpPr>
              <p:cNvPr id="57357" name="Text Box 10"/>
              <p:cNvSpPr/>
              <p:nvPr/>
            </p:nvSpPr>
            <p:spPr>
              <a:xfrm>
                <a:off x="3291" y="2215"/>
                <a:ext cx="500" cy="211"/>
              </a:xfrm>
              <a:prstGeom prst="rect">
                <a:avLst/>
              </a:prstGeom>
              <a:noFill/>
              <a:ln>
                <a:noFill/>
                <a:round/>
              </a:ln>
              <a:effectLst/>
            </p:spPr>
            <p:txBody>
              <a:bodyPr wrap="none"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ko-KR" altLang="en-US" sz="1400">
                    <a:latin typeface="Arial" pitchFamily="34" charset="0"/>
                    <a:ea typeface="Gulim" pitchFamily="34" charset="-127"/>
                  </a:rPr>
                  <a:t> </a:t>
                </a:r>
                <a:r>
                  <a:rPr lang="en-US" altLang="en-US" sz="1400" b="1">
                    <a:latin typeface="Arial" pitchFamily="34" charset="0"/>
                    <a:ea typeface="Gulim" pitchFamily="34" charset="-127"/>
                  </a:rPr>
                  <a:t>x</a:t>
                </a:r>
                <a:r>
                  <a:rPr lang="en-US" altLang="en-US" sz="1400" b="1" baseline="-25000">
                    <a:latin typeface="Times New Roman" pitchFamily="18" charset="0"/>
                    <a:ea typeface="Gulim" pitchFamily="34" charset="-127"/>
                  </a:rPr>
                  <a:t>1</a:t>
                </a:r>
                <a:r>
                  <a:rPr lang="en-US" altLang="en-US" sz="1400" b="1">
                    <a:latin typeface="Arial" pitchFamily="34" charset="0"/>
                    <a:ea typeface="Gulim" pitchFamily="34" charset="-127"/>
                  </a:rPr>
                  <a:t>-x</a:t>
                </a:r>
                <a:r>
                  <a:rPr lang="en-US" altLang="en-US" sz="1400" b="1" baseline="-25000">
                    <a:latin typeface="Times New Roman" pitchFamily="18" charset="0"/>
                  </a:rPr>
                  <a:t>2</a:t>
                </a:r>
                <a:r>
                  <a:rPr lang="en-US" altLang="en-US" sz="1400" b="1">
                    <a:latin typeface="Arial" pitchFamily="34" charset="0"/>
                    <a:ea typeface="Gulim" pitchFamily="34" charset="-127"/>
                  </a:rPr>
                  <a:t>=0</a:t>
                </a:r>
              </a:p>
            </p:txBody>
          </p:sp>
          <p:sp>
            <p:nvSpPr>
              <p:cNvPr id="57358" name="Text Box 11"/>
              <p:cNvSpPr/>
              <p:nvPr/>
            </p:nvSpPr>
            <p:spPr>
              <a:xfrm>
                <a:off x="3444" y="2496"/>
                <a:ext cx="563" cy="211"/>
              </a:xfrm>
              <a:prstGeom prst="rect">
                <a:avLst/>
              </a:prstGeom>
              <a:noFill/>
              <a:ln>
                <a:noFill/>
                <a:round/>
              </a:ln>
              <a:effectLst/>
            </p:spPr>
            <p:txBody>
              <a:bodyPr wrap="none"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ko-KR" altLang="en-US" sz="1400">
                    <a:latin typeface="Arial" pitchFamily="34" charset="0"/>
                    <a:ea typeface="Gulim" pitchFamily="34" charset="-127"/>
                  </a:rPr>
                  <a:t> </a:t>
                </a:r>
                <a:r>
                  <a:rPr lang="en-US" altLang="en-US" sz="1400" b="1">
                    <a:latin typeface="Arial" pitchFamily="34" charset="0"/>
                    <a:ea typeface="Gulim" pitchFamily="34" charset="-127"/>
                  </a:rPr>
                  <a:t>x</a:t>
                </a:r>
                <a:r>
                  <a:rPr lang="en-US" altLang="en-US" sz="1400" b="1" baseline="-25000">
                    <a:latin typeface="Times New Roman" pitchFamily="18" charset="0"/>
                    <a:ea typeface="Gulim" pitchFamily="34" charset="-127"/>
                  </a:rPr>
                  <a:t>1</a:t>
                </a:r>
                <a:r>
                  <a:rPr lang="en-US" altLang="en-US" sz="1400" b="1">
                    <a:latin typeface="Arial" pitchFamily="34" charset="0"/>
                    <a:ea typeface="Gulim" pitchFamily="34" charset="-127"/>
                  </a:rPr>
                  <a:t>-x</a:t>
                </a:r>
                <a:r>
                  <a:rPr lang="en-US" altLang="en-US" sz="1400" b="1" baseline="-25000">
                    <a:latin typeface="Times New Roman" pitchFamily="18" charset="0"/>
                  </a:rPr>
                  <a:t>2</a:t>
                </a:r>
                <a:r>
                  <a:rPr lang="en-US" altLang="en-US" sz="1400" b="1">
                    <a:latin typeface="Arial" pitchFamily="34" charset="0"/>
                    <a:ea typeface="Gulim" pitchFamily="34" charset="-127"/>
                  </a:rPr>
                  <a:t>= 1</a:t>
                </a:r>
                <a:r>
                  <a:rPr lang="en-US" altLang="en-US" sz="1400">
                    <a:latin typeface="Arial" pitchFamily="34" charset="0"/>
                    <a:ea typeface="Gulim" pitchFamily="34" charset="-127"/>
                  </a:rPr>
                  <a:t> </a:t>
                </a:r>
              </a:p>
            </p:txBody>
          </p:sp>
          <p:sp>
            <p:nvSpPr>
              <p:cNvPr id="57359" name="Text Box 12"/>
              <p:cNvSpPr/>
              <p:nvPr/>
            </p:nvSpPr>
            <p:spPr>
              <a:xfrm>
                <a:off x="4058" y="3120"/>
                <a:ext cx="234" cy="211"/>
              </a:xfrm>
              <a:prstGeom prst="rect">
                <a:avLst/>
              </a:prstGeom>
              <a:noFill/>
              <a:ln>
                <a:noFill/>
                <a:round/>
              </a:ln>
              <a:effectLst/>
            </p:spPr>
            <p:txBody>
              <a:bodyPr wrap="none"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ko-KR" altLang="en-US" sz="1400">
                    <a:latin typeface="Arial" pitchFamily="34" charset="0"/>
                    <a:ea typeface="Gulim" pitchFamily="34" charset="-127"/>
                  </a:rPr>
                  <a:t> </a:t>
                </a:r>
                <a:r>
                  <a:rPr lang="en-US" altLang="en-US" sz="1400">
                    <a:latin typeface="Arial" pitchFamily="34" charset="0"/>
                    <a:ea typeface="Gulim" pitchFamily="34" charset="-127"/>
                  </a:rPr>
                  <a:t>x</a:t>
                </a:r>
                <a:r>
                  <a:rPr lang="en-US" altLang="en-US" sz="1400" baseline="-25000">
                    <a:latin typeface="Times New Roman" pitchFamily="18" charset="0"/>
                    <a:ea typeface="Gulim" pitchFamily="34" charset="-127"/>
                  </a:rPr>
                  <a:t>1</a:t>
                </a:r>
              </a:p>
            </p:txBody>
          </p:sp>
          <p:sp>
            <p:nvSpPr>
              <p:cNvPr id="57360" name="Text Box 13"/>
              <p:cNvSpPr/>
              <p:nvPr/>
            </p:nvSpPr>
            <p:spPr>
              <a:xfrm>
                <a:off x="2184" y="2160"/>
                <a:ext cx="286" cy="211"/>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ko-KR" altLang="en-US" sz="1400">
                    <a:latin typeface="Arial" pitchFamily="34" charset="0"/>
                    <a:ea typeface="Gulim" pitchFamily="34" charset="-127"/>
                  </a:rPr>
                  <a:t> </a:t>
                </a:r>
                <a:r>
                  <a:rPr lang="en-US" altLang="en-US" sz="1400">
                    <a:latin typeface="Arial" pitchFamily="34" charset="0"/>
                    <a:ea typeface="Gulim" pitchFamily="34" charset="-127"/>
                  </a:rPr>
                  <a:t>x</a:t>
                </a:r>
                <a:r>
                  <a:rPr lang="en-US" altLang="en-US" sz="1400" baseline="-25000">
                    <a:latin typeface="Times New Roman" pitchFamily="18" charset="0"/>
                    <a:ea typeface="Gulim" pitchFamily="34" charset="-127"/>
                  </a:rPr>
                  <a:t>2</a:t>
                </a:r>
              </a:p>
            </p:txBody>
          </p:sp>
        </p:grpSp>
        <p:sp>
          <p:nvSpPr>
            <p:cNvPr id="57352" name="Text Box 14"/>
            <p:cNvSpPr/>
            <p:nvPr/>
          </p:nvSpPr>
          <p:spPr>
            <a:xfrm>
              <a:off x="2951" y="1968"/>
              <a:ext cx="644" cy="211"/>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ko-KR" altLang="en-US" sz="1400">
                  <a:latin typeface="Arial" pitchFamily="34" charset="0"/>
                  <a:ea typeface="Gulim" pitchFamily="34" charset="-127"/>
                </a:rPr>
                <a:t> </a:t>
              </a:r>
              <a:r>
                <a:rPr lang="en-US" altLang="en-US" sz="1400" b="1">
                  <a:latin typeface="Arial" pitchFamily="34" charset="0"/>
                  <a:ea typeface="Gulim" pitchFamily="34" charset="-127"/>
                </a:rPr>
                <a:t>x</a:t>
              </a:r>
              <a:r>
                <a:rPr lang="en-US" altLang="en-US" sz="1400" b="1" baseline="-25000">
                  <a:latin typeface="Times New Roman" pitchFamily="18" charset="0"/>
                  <a:ea typeface="Gulim" pitchFamily="34" charset="-127"/>
                </a:rPr>
                <a:t>1</a:t>
              </a:r>
              <a:r>
                <a:rPr lang="en-US" altLang="en-US" sz="1400" b="1">
                  <a:latin typeface="Arial" pitchFamily="34" charset="0"/>
                  <a:ea typeface="Gulim" pitchFamily="34" charset="-127"/>
                </a:rPr>
                <a:t>-x</a:t>
              </a:r>
              <a:r>
                <a:rPr lang="en-US" altLang="en-US" sz="1400" b="1" baseline="-25000">
                  <a:latin typeface="Times New Roman" pitchFamily="18" charset="0"/>
                </a:rPr>
                <a:t>2</a:t>
              </a:r>
              <a:r>
                <a:rPr lang="en-US" altLang="en-US" sz="1400" b="1">
                  <a:latin typeface="Arial" pitchFamily="34" charset="0"/>
                  <a:ea typeface="Gulim" pitchFamily="34" charset="-127"/>
                </a:rPr>
                <a:t>= -1 </a:t>
              </a:r>
            </a:p>
          </p:txBody>
        </p:sp>
      </p:grpSp>
      <p:sp>
        <p:nvSpPr>
          <p:cNvPr id="57349"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DB193C0D-52EC-4FC0-B1BC-428CD8BB3095}" type="slidenum">
              <a:rPr lang="en-US" altLang="en-US" sz="1200">
                <a:solidFill>
                  <a:srgbClr val="898989"/>
                </a:solidFill>
                <a:latin typeface="Arial" pitchFamily="34" charset="0"/>
                <a:ea typeface="DejaVu Sans"/>
              </a:rPr>
              <a:t>20</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Rectangle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Multi Layer Artificial Neural Net</a:t>
            </a:r>
          </a:p>
        </p:txBody>
      </p:sp>
      <p:sp>
        <p:nvSpPr>
          <p:cNvPr id="59395" name="Rectangle 2"/>
          <p:cNvSpPr/>
          <p:nvPr/>
        </p:nvSpPr>
        <p:spPr>
          <a:xfrm>
            <a:off x="457200" y="1143000"/>
            <a:ext cx="8229600" cy="4724400"/>
          </a:xfrm>
          <a:prstGeom prst="rect">
            <a:avLst/>
          </a:prstGeom>
          <a:noFill/>
          <a:ln>
            <a:noFill/>
            <a:round/>
          </a:ln>
          <a:effectLst/>
        </p:spPr>
        <p:txBody>
          <a:bodyPr lIns="90000" tIns="46800" rIns="90000" bIns="4680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b="1">
                <a:solidFill>
                  <a:srgbClr val="984807"/>
                </a:solidFill>
                <a:latin typeface="Tahoma" pitchFamily="34" charset="0"/>
                <a:ea typeface="Malgun Gothic" pitchFamily="34" charset="-127"/>
              </a:rPr>
              <a:t>INPUT:  </a:t>
            </a:r>
            <a:r>
              <a:rPr lang="en-US" altLang="en-US" sz="2000">
                <a:solidFill>
                  <a:srgbClr val="984807"/>
                </a:solidFill>
                <a:latin typeface="Tahoma" pitchFamily="34" charset="0"/>
                <a:ea typeface="Malgun Gothic" pitchFamily="34" charset="-127"/>
              </a:rPr>
              <a:t>records without class attribute with normalized attributes values. </a:t>
            </a:r>
          </a:p>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b="1">
                <a:solidFill>
                  <a:srgbClr val="984807"/>
                </a:solidFill>
                <a:latin typeface="Tahoma" pitchFamily="34" charset="0"/>
                <a:ea typeface="Malgun Gothic" pitchFamily="34" charset="-127"/>
              </a:rPr>
              <a:t>INPUT VECTOR:    </a:t>
            </a:r>
            <a:r>
              <a:rPr lang="en-US" altLang="en-US" sz="2000">
                <a:solidFill>
                  <a:srgbClr val="984807"/>
                </a:solidFill>
                <a:latin typeface="Tahoma" pitchFamily="34" charset="0"/>
                <a:ea typeface="Malgun Gothic" pitchFamily="34" charset="-127"/>
              </a:rPr>
              <a:t>X = { x</a:t>
            </a:r>
            <a:r>
              <a:rPr lang="en-US" altLang="en-US" sz="2000" baseline="-25000">
                <a:solidFill>
                  <a:srgbClr val="984807"/>
                </a:solidFill>
                <a:latin typeface="Tahoma" pitchFamily="34" charset="0"/>
                <a:ea typeface="Malgun Gothic" pitchFamily="34" charset="-127"/>
              </a:rPr>
              <a:t>1</a:t>
            </a:r>
            <a:r>
              <a:rPr lang="en-US" altLang="en-US" sz="2000">
                <a:solidFill>
                  <a:srgbClr val="984807"/>
                </a:solidFill>
                <a:latin typeface="Tahoma" pitchFamily="34" charset="0"/>
                <a:ea typeface="Malgun Gothic" pitchFamily="34" charset="-127"/>
              </a:rPr>
              <a:t>, x</a:t>
            </a:r>
            <a:r>
              <a:rPr lang="en-US" altLang="en-US" sz="2000" baseline="-25000">
                <a:solidFill>
                  <a:srgbClr val="984807"/>
                </a:solidFill>
                <a:latin typeface="Tahoma" pitchFamily="34" charset="0"/>
                <a:ea typeface="Malgun Gothic" pitchFamily="34" charset="-127"/>
              </a:rPr>
              <a:t>2</a:t>
            </a:r>
            <a:r>
              <a:rPr lang="en-US" altLang="en-US" sz="2000">
                <a:solidFill>
                  <a:srgbClr val="984807"/>
                </a:solidFill>
                <a:latin typeface="Tahoma" pitchFamily="34" charset="0"/>
                <a:ea typeface="Malgun Gothic" pitchFamily="34" charset="-127"/>
              </a:rPr>
              <a:t>, …, x</a:t>
            </a:r>
            <a:r>
              <a:rPr lang="en-US" altLang="en-US" sz="2000" baseline="-25000">
                <a:solidFill>
                  <a:srgbClr val="984807"/>
                </a:solidFill>
                <a:latin typeface="Tahoma" pitchFamily="34" charset="0"/>
                <a:ea typeface="Malgun Gothic" pitchFamily="34" charset="-127"/>
              </a:rPr>
              <a:t>n</a:t>
            </a:r>
            <a:r>
              <a:rPr lang="en-US" altLang="en-US" sz="2000">
                <a:solidFill>
                  <a:srgbClr val="984807"/>
                </a:solidFill>
                <a:latin typeface="Tahoma" pitchFamily="34" charset="0"/>
                <a:ea typeface="Malgun Gothic" pitchFamily="34" charset="-127"/>
              </a:rPr>
              <a:t>} where n is the number of (non-class) attributes. </a:t>
            </a:r>
          </a:p>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b="1">
                <a:solidFill>
                  <a:srgbClr val="984807"/>
                </a:solidFill>
                <a:latin typeface="Tahoma" pitchFamily="34" charset="0"/>
                <a:ea typeface="Malgun Gothic" pitchFamily="34" charset="-127"/>
              </a:rPr>
              <a:t>INPUT LAYER:  </a:t>
            </a:r>
            <a:r>
              <a:rPr lang="en-US" altLang="en-US" sz="2000">
                <a:solidFill>
                  <a:srgbClr val="984807"/>
                </a:solidFill>
                <a:latin typeface="Tahoma" pitchFamily="34" charset="0"/>
                <a:ea typeface="Malgun Gothic" pitchFamily="34" charset="-127"/>
              </a:rPr>
              <a:t>there are as many nodes as non-class attributes, i.e. as the length of the input vector.</a:t>
            </a:r>
          </a:p>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algn="just" eaLnBrk="1" hangingPunct="1">
              <a:lnSpc>
                <a:spcPct val="110000"/>
              </a:lnSpc>
              <a:spcBef>
                <a:spcPct val="0"/>
              </a:spcBef>
              <a:buClrTx/>
              <a:buSzPct val="65000"/>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b="1">
                <a:solidFill>
                  <a:srgbClr val="984807"/>
                </a:solidFill>
                <a:latin typeface="Tahoma" pitchFamily="34" charset="0"/>
                <a:ea typeface="Malgun Gothic" pitchFamily="34" charset="-127"/>
              </a:rPr>
              <a:t>HIDDEN LAYER:  </a:t>
            </a:r>
            <a:r>
              <a:rPr lang="en-US" altLang="en-US" sz="2000">
                <a:solidFill>
                  <a:srgbClr val="984807"/>
                </a:solidFill>
                <a:latin typeface="Tahoma" pitchFamily="34" charset="0"/>
                <a:ea typeface="Malgun Gothic" pitchFamily="34" charset="-127"/>
              </a:rPr>
              <a:t>the number of nodes in the hidden layer and the number of hidden layers depends on implementation.</a:t>
            </a:r>
          </a:p>
        </p:txBody>
      </p:sp>
      <p:sp>
        <p:nvSpPr>
          <p:cNvPr id="59396"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F60F590F-1692-4DB9-A368-AD383F22DC95}" type="slidenum">
              <a:rPr lang="en-US" altLang="en-US" sz="1200">
                <a:solidFill>
                  <a:srgbClr val="898989"/>
                </a:solidFill>
                <a:latin typeface="Arial" pitchFamily="34" charset="0"/>
                <a:ea typeface="DejaVu Sans"/>
              </a:rPr>
              <a:t>21</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Rectangle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Operation of A Neural Net</a:t>
            </a:r>
          </a:p>
        </p:txBody>
      </p:sp>
      <p:grpSp>
        <p:nvGrpSpPr>
          <p:cNvPr id="61443" name="Group 2"/>
          <p:cNvGrpSpPr/>
          <p:nvPr/>
        </p:nvGrpSpPr>
        <p:grpSpPr>
          <a:xfrm>
            <a:off x="387350" y="1371600"/>
            <a:ext cx="8280400" cy="3675063"/>
            <a:chOff x="244" y="864"/>
            <a:chExt cx="5216" cy="2315"/>
          </a:xfrm>
        </p:grpSpPr>
        <p:sp>
          <p:nvSpPr>
            <p:cNvPr id="61446" name="Rectangle 3"/>
            <p:cNvSpPr/>
            <p:nvPr/>
          </p:nvSpPr>
          <p:spPr>
            <a:xfrm>
              <a:off x="3249" y="881"/>
              <a:ext cx="158" cy="451"/>
            </a:xfrm>
            <a:prstGeom prst="rect">
              <a:avLst/>
            </a:prstGeom>
            <a:noFill/>
            <a:ln>
              <a:noFill/>
              <a:round/>
            </a:ln>
            <a:effectLst/>
          </p:spPr>
          <p:txBody>
            <a:bodyPr wrap="none" lIns="92160" tIns="46080" rIns="92160" bIns="4608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3600" baseline="-25000">
                  <a:latin typeface="Times New Roman" pitchFamily="18" charset="0"/>
                  <a:ea typeface="Arial" pitchFamily="34" charset="0"/>
                </a:rPr>
                <a:t> </a:t>
              </a:r>
            </a:p>
          </p:txBody>
        </p:sp>
        <p:sp>
          <p:nvSpPr>
            <p:cNvPr id="61447" name="Rectangle 4"/>
            <p:cNvSpPr/>
            <p:nvPr/>
          </p:nvSpPr>
          <p:spPr>
            <a:xfrm>
              <a:off x="2883" y="864"/>
              <a:ext cx="231" cy="480"/>
            </a:xfrm>
            <a:prstGeom prst="rect">
              <a:avLst/>
            </a:prstGeom>
            <a:noFill/>
            <a:ln>
              <a:noFill/>
              <a:round/>
            </a:ln>
            <a:effectLst/>
          </p:spPr>
          <p:txBody>
            <a:bodyPr lIns="92160" tIns="46080" rIns="92160" bIns="4608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4400">
                  <a:latin typeface="Times New Roman" pitchFamily="18" charset="0"/>
                  <a:ea typeface="Arial" pitchFamily="34" charset="0"/>
                </a:rPr>
                <a:t>-</a:t>
              </a:r>
            </a:p>
          </p:txBody>
        </p:sp>
        <p:grpSp>
          <p:nvGrpSpPr>
            <p:cNvPr id="61448" name="Group 5"/>
            <p:cNvGrpSpPr/>
            <p:nvPr/>
          </p:nvGrpSpPr>
          <p:grpSpPr>
            <a:xfrm>
              <a:off x="244" y="941"/>
              <a:ext cx="5216" cy="2238"/>
              <a:chOff x="244" y="941"/>
              <a:chExt cx="5216" cy="2238"/>
            </a:xfrm>
          </p:grpSpPr>
          <p:sp>
            <p:nvSpPr>
              <p:cNvPr id="61449" name="Oval 6"/>
              <p:cNvSpPr/>
              <p:nvPr/>
            </p:nvSpPr>
            <p:spPr>
              <a:xfrm>
                <a:off x="1225" y="1075"/>
                <a:ext cx="480" cy="1480"/>
              </a:xfrm>
              <a:prstGeom prst="ellipse">
                <a:avLst/>
              </a:prstGeom>
              <a:solidFill>
                <a:srgbClr val="00CCFF"/>
              </a:solidFill>
              <a:ln>
                <a:noFill/>
                <a:miter lim="800000"/>
              </a:ln>
              <a:effectLst/>
            </p:spPr>
            <p:txBody>
              <a:bodyPr wrap="none" anchor="ctr" anchorCtr="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pPr>
                <a:endParaRPr lang="en-IN" altLang="en-US" sz="1800">
                  <a:solidFill>
                    <a:srgbClr val="FFFFFF"/>
                  </a:solidFill>
                  <a:latin typeface="Verdana" pitchFamily="34" charset="0"/>
                </a:endParaRPr>
              </a:p>
            </p:txBody>
          </p:sp>
          <p:sp>
            <p:nvSpPr>
              <p:cNvPr id="61450" name="Oval 7"/>
              <p:cNvSpPr/>
              <p:nvPr/>
            </p:nvSpPr>
            <p:spPr>
              <a:xfrm>
                <a:off x="397" y="1067"/>
                <a:ext cx="478" cy="1478"/>
              </a:xfrm>
              <a:prstGeom prst="ellipse">
                <a:avLst/>
              </a:prstGeom>
              <a:solidFill>
                <a:srgbClr val="66FFFF"/>
              </a:solidFill>
              <a:ln w="12600">
                <a:solidFill>
                  <a:srgbClr val="66FFFF"/>
                </a:solidFill>
                <a:miter lim="800000"/>
              </a:ln>
              <a:effectLst/>
            </p:spPr>
            <p:txBody>
              <a:bodyPr wrap="none" anchor="ctr" anchorCtr="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pPr>
                <a:endParaRPr lang="en-IN" altLang="en-US" sz="1800">
                  <a:solidFill>
                    <a:srgbClr val="FFFFFF"/>
                  </a:solidFill>
                  <a:latin typeface="Verdana" pitchFamily="34" charset="0"/>
                </a:endParaRPr>
              </a:p>
            </p:txBody>
          </p:sp>
          <p:cxnSp>
            <p:nvCxnSpPr>
              <p:cNvPr id="61451" name="Line 8"/>
              <p:cNvCxnSpPr/>
              <p:nvPr/>
            </p:nvCxnSpPr>
            <p:spPr>
              <a:xfrm>
                <a:off x="2712" y="1828"/>
                <a:ext cx="682" cy="0"/>
              </a:xfrm>
              <a:prstGeom prst="line">
                <a:avLst/>
              </a:prstGeom>
              <a:noFill/>
              <a:ln w="12600">
                <a:solidFill>
                  <a:prstClr val="black"/>
                </a:solidFill>
                <a:miter lim="800000"/>
                <a:tailEnd type="stealth"/>
              </a:ln>
              <a:effectLst/>
            </p:spPr>
          </p:cxnSp>
          <p:sp>
            <p:nvSpPr>
              <p:cNvPr id="61452" name="Rectangle 9"/>
              <p:cNvSpPr/>
              <p:nvPr/>
            </p:nvSpPr>
            <p:spPr>
              <a:xfrm>
                <a:off x="3381" y="1602"/>
                <a:ext cx="515" cy="480"/>
              </a:xfrm>
              <a:prstGeom prst="rect">
                <a:avLst/>
              </a:prstGeom>
              <a:solidFill>
                <a:srgbClr val="00FF99"/>
              </a:solidFill>
              <a:ln w="12600">
                <a:solidFill>
                  <a:srgbClr val="00FF99"/>
                </a:solidFill>
                <a:miter lim="800000"/>
              </a:ln>
              <a:effectLst/>
            </p:spPr>
            <p:txBody>
              <a:bodyPr lIns="92160" tIns="46080" rIns="92160" bIns="4608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4400" i="1">
                    <a:latin typeface="Times New Roman" pitchFamily="18" charset="0"/>
                    <a:ea typeface="Arial" pitchFamily="34" charset="0"/>
                  </a:rPr>
                  <a:t>f</a:t>
                </a:r>
              </a:p>
            </p:txBody>
          </p:sp>
          <p:cxnSp>
            <p:nvCxnSpPr>
              <p:cNvPr id="61453" name="Line 10"/>
              <p:cNvCxnSpPr/>
              <p:nvPr/>
            </p:nvCxnSpPr>
            <p:spPr>
              <a:xfrm>
                <a:off x="3906" y="1838"/>
                <a:ext cx="913" cy="0"/>
              </a:xfrm>
              <a:prstGeom prst="line">
                <a:avLst/>
              </a:prstGeom>
              <a:noFill/>
              <a:ln w="12600">
                <a:solidFill>
                  <a:prstClr val="black"/>
                </a:solidFill>
                <a:miter lim="800000"/>
                <a:tailEnd type="stealth"/>
              </a:ln>
              <a:effectLst/>
            </p:spPr>
          </p:cxnSp>
          <p:sp>
            <p:nvSpPr>
              <p:cNvPr id="61454" name="Rectangle 11"/>
              <p:cNvSpPr/>
              <p:nvPr/>
            </p:nvSpPr>
            <p:spPr>
              <a:xfrm>
                <a:off x="1994" y="2661"/>
                <a:ext cx="954" cy="518"/>
              </a:xfrm>
              <a:prstGeom prst="rect">
                <a:avLst/>
              </a:prstGeom>
              <a:noFill/>
              <a:ln>
                <a:noFill/>
                <a:round/>
              </a:ln>
              <a:effectLst/>
            </p:spPr>
            <p:txBody>
              <a:bodyPr wrap="none" lIns="92160" tIns="46080" rIns="92160" bIns="4608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b="1">
                    <a:latin typeface="Times New Roman" pitchFamily="18" charset="0"/>
                    <a:ea typeface="Arial" pitchFamily="34" charset="0"/>
                  </a:rPr>
                  <a:t>Weighted </a:t>
                </a:r>
              </a:p>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b="1">
                    <a:latin typeface="Times New Roman" pitchFamily="18" charset="0"/>
                    <a:ea typeface="Arial" pitchFamily="34" charset="0"/>
                  </a:rPr>
                  <a:t>sum</a:t>
                </a:r>
              </a:p>
            </p:txBody>
          </p:sp>
          <p:sp>
            <p:nvSpPr>
              <p:cNvPr id="61455" name="Rectangle 12"/>
              <p:cNvSpPr/>
              <p:nvPr/>
            </p:nvSpPr>
            <p:spPr>
              <a:xfrm>
                <a:off x="244" y="2661"/>
                <a:ext cx="772" cy="518"/>
              </a:xfrm>
              <a:prstGeom prst="rect">
                <a:avLst/>
              </a:prstGeom>
              <a:noFill/>
              <a:ln>
                <a:noFill/>
                <a:round/>
              </a:ln>
              <a:effectLst/>
            </p:spPr>
            <p:txBody>
              <a:bodyPr wrap="none" lIns="92160" tIns="46080" rIns="92160" bIns="4608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b="1">
                    <a:latin typeface="Times New Roman" pitchFamily="18" charset="0"/>
                    <a:ea typeface="Arial" pitchFamily="34" charset="0"/>
                  </a:rPr>
                  <a:t>Input</a:t>
                </a:r>
              </a:p>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b="1">
                    <a:latin typeface="Times New Roman" pitchFamily="18" charset="0"/>
                    <a:ea typeface="Arial" pitchFamily="34" charset="0"/>
                  </a:rPr>
                  <a:t>vector </a:t>
                </a:r>
                <a:r>
                  <a:rPr lang="en-US" altLang="en-US" sz="2400" b="1" i="1">
                    <a:latin typeface="Times New Roman" pitchFamily="18" charset="0"/>
                    <a:ea typeface="Arial" pitchFamily="34" charset="0"/>
                  </a:rPr>
                  <a:t>x</a:t>
                </a:r>
              </a:p>
            </p:txBody>
          </p:sp>
          <p:sp>
            <p:nvSpPr>
              <p:cNvPr id="61456" name="Rectangle 13"/>
              <p:cNvSpPr/>
              <p:nvPr/>
            </p:nvSpPr>
            <p:spPr>
              <a:xfrm>
                <a:off x="4613" y="1952"/>
                <a:ext cx="847" cy="288"/>
              </a:xfrm>
              <a:prstGeom prst="rect">
                <a:avLst/>
              </a:prstGeom>
              <a:noFill/>
              <a:ln>
                <a:noFill/>
                <a:round/>
              </a:ln>
              <a:effectLst/>
            </p:spPr>
            <p:txBody>
              <a:bodyPr wrap="none" lIns="92160" tIns="46080" rIns="92160" bIns="4608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b="1">
                    <a:latin typeface="Times New Roman" pitchFamily="18" charset="0"/>
                    <a:ea typeface="Arial" pitchFamily="34" charset="0"/>
                  </a:rPr>
                  <a:t>Output </a:t>
                </a:r>
                <a:r>
                  <a:rPr lang="en-US" altLang="en-US" sz="2400" b="1" i="1">
                    <a:latin typeface="Times New Roman" pitchFamily="18" charset="0"/>
                    <a:ea typeface="Arial" pitchFamily="34" charset="0"/>
                  </a:rPr>
                  <a:t>y</a:t>
                </a:r>
              </a:p>
            </p:txBody>
          </p:sp>
          <p:sp>
            <p:nvSpPr>
              <p:cNvPr id="61457" name="Rectangle 14"/>
              <p:cNvSpPr/>
              <p:nvPr/>
            </p:nvSpPr>
            <p:spPr>
              <a:xfrm>
                <a:off x="3134" y="2661"/>
                <a:ext cx="970" cy="518"/>
              </a:xfrm>
              <a:prstGeom prst="rect">
                <a:avLst/>
              </a:prstGeom>
              <a:noFill/>
              <a:ln>
                <a:noFill/>
                <a:round/>
              </a:ln>
              <a:effectLst/>
            </p:spPr>
            <p:txBody>
              <a:bodyPr wrap="none" lIns="92160" tIns="46080" rIns="92160" bIns="4608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b="1">
                    <a:latin typeface="Times New Roman" pitchFamily="18" charset="0"/>
                    <a:ea typeface="Arial" pitchFamily="34" charset="0"/>
                  </a:rPr>
                  <a:t>Activation</a:t>
                </a:r>
              </a:p>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b="1">
                    <a:latin typeface="Times New Roman" pitchFamily="18" charset="0"/>
                    <a:ea typeface="Arial" pitchFamily="34" charset="0"/>
                  </a:rPr>
                  <a:t>function</a:t>
                </a:r>
              </a:p>
            </p:txBody>
          </p:sp>
          <p:sp>
            <p:nvSpPr>
              <p:cNvPr id="61458" name="Oval 15"/>
              <p:cNvSpPr/>
              <p:nvPr/>
            </p:nvSpPr>
            <p:spPr>
              <a:xfrm>
                <a:off x="2769" y="941"/>
                <a:ext cx="401" cy="374"/>
              </a:xfrm>
              <a:prstGeom prst="ellipse">
                <a:avLst/>
              </a:prstGeom>
              <a:solidFill>
                <a:srgbClr val="00FFCC"/>
              </a:solidFill>
              <a:ln w="12600">
                <a:solidFill>
                  <a:prstClr val="black"/>
                </a:solidFill>
                <a:miter lim="800000"/>
              </a:ln>
              <a:effectLst/>
            </p:spPr>
            <p:txBody>
              <a:bodyPr wrap="none" anchor="ctr" anchorCtr="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spcBef>
                    <a:spcPct val="0"/>
                  </a:spcBef>
                </a:pPr>
                <a:endParaRPr lang="en-IN" altLang="en-US" sz="1800">
                  <a:solidFill>
                    <a:srgbClr val="FFFFFF"/>
                  </a:solidFill>
                  <a:latin typeface="Verdana" pitchFamily="34" charset="0"/>
                </a:endParaRPr>
              </a:p>
            </p:txBody>
          </p:sp>
          <p:cxnSp>
            <p:nvCxnSpPr>
              <p:cNvPr id="61459" name="Line 16"/>
              <p:cNvCxnSpPr/>
              <p:nvPr/>
            </p:nvCxnSpPr>
            <p:spPr>
              <a:xfrm flipH="1">
                <a:off x="2970" y="1318"/>
                <a:ext cx="0" cy="527"/>
              </a:xfrm>
              <a:prstGeom prst="line">
                <a:avLst/>
              </a:prstGeom>
              <a:noFill/>
              <a:ln w="12600">
                <a:solidFill>
                  <a:prstClr val="black"/>
                </a:solidFill>
                <a:miter lim="800000"/>
                <a:tailEnd type="stealth"/>
              </a:ln>
              <a:effectLst/>
            </p:spPr>
          </p:cxnSp>
          <p:sp>
            <p:nvSpPr>
              <p:cNvPr id="61460" name="Rectangle 17"/>
              <p:cNvSpPr/>
              <p:nvPr/>
            </p:nvSpPr>
            <p:spPr>
              <a:xfrm>
                <a:off x="1038" y="2661"/>
                <a:ext cx="804" cy="518"/>
              </a:xfrm>
              <a:prstGeom prst="rect">
                <a:avLst/>
              </a:prstGeom>
              <a:noFill/>
              <a:ln>
                <a:noFill/>
                <a:round/>
              </a:ln>
              <a:effectLst/>
            </p:spPr>
            <p:txBody>
              <a:bodyPr lIns="92160" tIns="46080" rIns="92160" bIns="4608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b="1">
                    <a:latin typeface="Times New Roman" pitchFamily="18" charset="0"/>
                    <a:ea typeface="Arial" pitchFamily="34" charset="0"/>
                  </a:rPr>
                  <a:t>Weight</a:t>
                </a:r>
              </a:p>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b="1">
                    <a:latin typeface="Times New Roman" pitchFamily="18" charset="0"/>
                    <a:ea typeface="Arial" pitchFamily="34" charset="0"/>
                  </a:rPr>
                  <a:t>vector </a:t>
                </a:r>
                <a:r>
                  <a:rPr lang="en-US" altLang="en-US" sz="2400" b="1" i="1">
                    <a:latin typeface="Times New Roman" pitchFamily="18" charset="0"/>
                    <a:ea typeface="Arial" pitchFamily="34" charset="0"/>
                  </a:rPr>
                  <a:t>w</a:t>
                </a:r>
              </a:p>
            </p:txBody>
          </p:sp>
          <p:sp>
            <p:nvSpPr>
              <p:cNvPr id="61461" name="Freeform 18"/>
              <p:cNvSpPr/>
              <p:nvPr/>
            </p:nvSpPr>
            <p:spPr bwMode="auto">
              <a:xfrm>
                <a:off x="2112" y="1245"/>
                <a:ext cx="568" cy="1139"/>
              </a:xfrm>
              <a:custGeom>
                <a:avLst/>
                <a:gdLst>
                  <a:gd name="GT0" fmla="+- l w 0"/>
                  <a:gd name="GT1" fmla="+- t h 0"/>
                </a:gdLst>
                <a:ahLst/>
                <a:cxnLst>
                  <a:cxn ang="0">
                    <a:pos x="0" y="0"/>
                  </a:cxn>
                  <a:cxn ang="0">
                    <a:pos x="0" y="378"/>
                  </a:cxn>
                  <a:cxn ang="0">
                    <a:pos x="254" y="378"/>
                  </a:cxn>
                  <a:cxn ang="0">
                    <a:pos x="567" y="196"/>
                  </a:cxn>
                  <a:cxn ang="0">
                    <a:pos x="254" y="7"/>
                  </a:cxn>
                  <a:cxn ang="0">
                    <a:pos x="0" y="0"/>
                  </a:cxn>
                </a:cxnLst>
                <a:rect l="l" t="t" r="GT0" b="GT1"/>
                <a:pathLst>
                  <a:path w="568" h="1220">
                    <a:moveTo>
                      <a:pt x="0" y="0"/>
                    </a:moveTo>
                    <a:lnTo>
                      <a:pt x="0" y="1219"/>
                    </a:lnTo>
                    <a:lnTo>
                      <a:pt x="254" y="1219"/>
                    </a:lnTo>
                    <a:lnTo>
                      <a:pt x="567" y="632"/>
                    </a:lnTo>
                    <a:lnTo>
                      <a:pt x="254" y="14"/>
                    </a:lnTo>
                    <a:lnTo>
                      <a:pt x="0" y="0"/>
                    </a:lnTo>
                  </a:path>
                </a:pathLst>
              </a:custGeom>
              <a:solidFill>
                <a:srgbClr val="99CCFF"/>
              </a:solidFill>
              <a:ln w="12600" cap="rnd">
                <a:solidFill>
                  <a:srgbClr val="000000"/>
                </a:solidFill>
                <a:round/>
              </a:ln>
              <a:effectLst/>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61462" name="Rectangle 19"/>
              <p:cNvSpPr/>
              <p:nvPr/>
            </p:nvSpPr>
            <p:spPr>
              <a:xfrm>
                <a:off x="2166" y="1615"/>
                <a:ext cx="316" cy="403"/>
              </a:xfrm>
              <a:prstGeom prst="rect">
                <a:avLst/>
              </a:prstGeom>
              <a:noFill/>
              <a:ln>
                <a:noFill/>
                <a:round/>
              </a:ln>
              <a:effectLst/>
            </p:spPr>
            <p:txBody>
              <a:bodyPr wrap="none" lIns="92160" tIns="46080" rIns="92160" bIns="4608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3600">
                    <a:latin typeface="Symbol" pitchFamily="18" charset="2"/>
                  </a:rPr>
                  <a:t></a:t>
                </a:r>
              </a:p>
            </p:txBody>
          </p:sp>
          <p:cxnSp>
            <p:nvCxnSpPr>
              <p:cNvPr id="61463" name="Line 20"/>
              <p:cNvCxnSpPr/>
              <p:nvPr/>
            </p:nvCxnSpPr>
            <p:spPr>
              <a:xfrm>
                <a:off x="1689" y="1371"/>
                <a:ext cx="430" cy="0"/>
              </a:xfrm>
              <a:prstGeom prst="line">
                <a:avLst/>
              </a:prstGeom>
              <a:noFill/>
              <a:ln w="12600">
                <a:solidFill>
                  <a:prstClr val="black"/>
                </a:solidFill>
                <a:miter lim="800000"/>
                <a:tailEnd type="stealth"/>
              </a:ln>
              <a:effectLst/>
            </p:spPr>
          </p:cxnSp>
          <p:sp>
            <p:nvSpPr>
              <p:cNvPr id="61464" name="Rectangle 21"/>
              <p:cNvSpPr/>
              <p:nvPr/>
            </p:nvSpPr>
            <p:spPr>
              <a:xfrm>
                <a:off x="1312" y="1233"/>
                <a:ext cx="330" cy="319"/>
              </a:xfrm>
              <a:prstGeom prst="rect">
                <a:avLst/>
              </a:prstGeom>
              <a:noFill/>
              <a:ln>
                <a:noFill/>
                <a:round/>
              </a:ln>
              <a:effectLst/>
            </p:spPr>
            <p:txBody>
              <a:bodyPr wrap="none" lIns="92160" tIns="46080" rIns="92160" bIns="4608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i="1">
                    <a:latin typeface="Times New Roman" pitchFamily="18" charset="0"/>
                    <a:ea typeface="Arial" pitchFamily="34" charset="0"/>
                  </a:rPr>
                  <a:t>w</a:t>
                </a:r>
                <a:r>
                  <a:rPr lang="en-US" altLang="en-US" sz="2400" i="1" baseline="-25000">
                    <a:latin typeface="Times New Roman" pitchFamily="18" charset="0"/>
                    <a:ea typeface="Arial" pitchFamily="34" charset="0"/>
                  </a:rPr>
                  <a:t>0j</a:t>
                </a:r>
              </a:p>
            </p:txBody>
          </p:sp>
          <p:cxnSp>
            <p:nvCxnSpPr>
              <p:cNvPr id="61465" name="Line 22"/>
              <p:cNvCxnSpPr/>
              <p:nvPr/>
            </p:nvCxnSpPr>
            <p:spPr>
              <a:xfrm>
                <a:off x="860" y="1371"/>
                <a:ext cx="430" cy="0"/>
              </a:xfrm>
              <a:prstGeom prst="line">
                <a:avLst/>
              </a:prstGeom>
              <a:noFill/>
              <a:ln w="12600">
                <a:solidFill>
                  <a:prstClr val="black"/>
                </a:solidFill>
                <a:miter lim="800000"/>
                <a:tailEnd type="stealth"/>
              </a:ln>
              <a:effectLst/>
            </p:spPr>
          </p:cxnSp>
          <p:cxnSp>
            <p:nvCxnSpPr>
              <p:cNvPr id="61466" name="Line 23"/>
              <p:cNvCxnSpPr/>
              <p:nvPr/>
            </p:nvCxnSpPr>
            <p:spPr>
              <a:xfrm>
                <a:off x="1681" y="1704"/>
                <a:ext cx="430" cy="0"/>
              </a:xfrm>
              <a:prstGeom prst="line">
                <a:avLst/>
              </a:prstGeom>
              <a:noFill/>
              <a:ln w="12600">
                <a:solidFill>
                  <a:prstClr val="black"/>
                </a:solidFill>
                <a:miter lim="800000"/>
                <a:tailEnd type="stealth"/>
              </a:ln>
              <a:effectLst/>
            </p:spPr>
          </p:cxnSp>
          <p:sp>
            <p:nvSpPr>
              <p:cNvPr id="61467" name="Rectangle 24"/>
              <p:cNvSpPr/>
              <p:nvPr/>
            </p:nvSpPr>
            <p:spPr>
              <a:xfrm>
                <a:off x="1303" y="1566"/>
                <a:ext cx="330" cy="319"/>
              </a:xfrm>
              <a:prstGeom prst="rect">
                <a:avLst/>
              </a:prstGeom>
              <a:noFill/>
              <a:ln>
                <a:noFill/>
                <a:round/>
              </a:ln>
              <a:effectLst/>
            </p:spPr>
            <p:txBody>
              <a:bodyPr wrap="none" lIns="92160" tIns="46080" rIns="92160" bIns="4608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i="1">
                    <a:latin typeface="Times New Roman" pitchFamily="18" charset="0"/>
                    <a:ea typeface="Arial" pitchFamily="34" charset="0"/>
                  </a:rPr>
                  <a:t>w</a:t>
                </a:r>
                <a:r>
                  <a:rPr lang="en-US" altLang="en-US" sz="2400" i="1" baseline="-25000">
                    <a:latin typeface="Times New Roman" pitchFamily="18" charset="0"/>
                    <a:ea typeface="Arial" pitchFamily="34" charset="0"/>
                  </a:rPr>
                  <a:t>1j</a:t>
                </a:r>
              </a:p>
            </p:txBody>
          </p:sp>
          <p:cxnSp>
            <p:nvCxnSpPr>
              <p:cNvPr id="61468" name="Line 25"/>
              <p:cNvCxnSpPr/>
              <p:nvPr/>
            </p:nvCxnSpPr>
            <p:spPr>
              <a:xfrm>
                <a:off x="851" y="1704"/>
                <a:ext cx="431" cy="0"/>
              </a:xfrm>
              <a:prstGeom prst="line">
                <a:avLst/>
              </a:prstGeom>
              <a:noFill/>
              <a:ln w="12600">
                <a:solidFill>
                  <a:prstClr val="black"/>
                </a:solidFill>
                <a:miter lim="800000"/>
                <a:tailEnd type="stealth"/>
              </a:ln>
              <a:effectLst/>
            </p:spPr>
          </p:cxnSp>
          <p:cxnSp>
            <p:nvCxnSpPr>
              <p:cNvPr id="61469" name="Line 26"/>
              <p:cNvCxnSpPr/>
              <p:nvPr/>
            </p:nvCxnSpPr>
            <p:spPr>
              <a:xfrm>
                <a:off x="1679" y="2250"/>
                <a:ext cx="430" cy="0"/>
              </a:xfrm>
              <a:prstGeom prst="line">
                <a:avLst/>
              </a:prstGeom>
              <a:noFill/>
              <a:ln w="12600">
                <a:solidFill>
                  <a:prstClr val="black"/>
                </a:solidFill>
                <a:miter lim="800000"/>
                <a:tailEnd type="stealth"/>
              </a:ln>
              <a:effectLst/>
            </p:spPr>
          </p:cxnSp>
          <p:sp>
            <p:nvSpPr>
              <p:cNvPr id="61470" name="Rectangle 27"/>
              <p:cNvSpPr/>
              <p:nvPr/>
            </p:nvSpPr>
            <p:spPr>
              <a:xfrm>
                <a:off x="1302" y="2113"/>
                <a:ext cx="330" cy="319"/>
              </a:xfrm>
              <a:prstGeom prst="rect">
                <a:avLst/>
              </a:prstGeom>
              <a:noFill/>
              <a:ln>
                <a:noFill/>
                <a:round/>
              </a:ln>
              <a:effectLst/>
            </p:spPr>
            <p:txBody>
              <a:bodyPr wrap="none" lIns="92160" tIns="46080" rIns="92160" bIns="4608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i="1">
                    <a:latin typeface="Times New Roman" pitchFamily="18" charset="0"/>
                    <a:ea typeface="Arial" pitchFamily="34" charset="0"/>
                  </a:rPr>
                  <a:t>w</a:t>
                </a:r>
                <a:r>
                  <a:rPr lang="en-US" altLang="en-US" sz="2400" i="1" baseline="-25000">
                    <a:latin typeface="Times New Roman" pitchFamily="18" charset="0"/>
                    <a:ea typeface="Arial" pitchFamily="34" charset="0"/>
                  </a:rPr>
                  <a:t>nj</a:t>
                </a:r>
              </a:p>
            </p:txBody>
          </p:sp>
          <p:cxnSp>
            <p:nvCxnSpPr>
              <p:cNvPr id="61471" name="Line 28"/>
              <p:cNvCxnSpPr/>
              <p:nvPr/>
            </p:nvCxnSpPr>
            <p:spPr>
              <a:xfrm>
                <a:off x="850" y="2250"/>
                <a:ext cx="430" cy="0"/>
              </a:xfrm>
              <a:prstGeom prst="line">
                <a:avLst/>
              </a:prstGeom>
              <a:noFill/>
              <a:ln w="12600">
                <a:solidFill>
                  <a:prstClr val="black"/>
                </a:solidFill>
                <a:miter lim="800000"/>
                <a:tailEnd type="stealth"/>
              </a:ln>
              <a:effectLst/>
            </p:spPr>
          </p:cxnSp>
          <p:sp>
            <p:nvSpPr>
              <p:cNvPr id="61472" name="Rectangle 29"/>
              <p:cNvSpPr/>
              <p:nvPr/>
            </p:nvSpPr>
            <p:spPr>
              <a:xfrm>
                <a:off x="475" y="1207"/>
                <a:ext cx="268" cy="291"/>
              </a:xfrm>
              <a:prstGeom prst="rect">
                <a:avLst/>
              </a:prstGeom>
              <a:noFill/>
              <a:ln>
                <a:noFill/>
                <a:round/>
              </a:ln>
              <a:effectLst/>
            </p:spPr>
            <p:txBody>
              <a:bodyPr wrap="none" lIns="92160" tIns="46080" rIns="92160" bIns="4608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i="1">
                    <a:latin typeface="Times New Roman" pitchFamily="18" charset="0"/>
                    <a:ea typeface="Arial" pitchFamily="34" charset="0"/>
                  </a:rPr>
                  <a:t>x</a:t>
                </a:r>
                <a:r>
                  <a:rPr lang="en-US" altLang="en-US" sz="2400" i="1" baseline="-25000">
                    <a:latin typeface="Times New Roman" pitchFamily="18" charset="0"/>
                    <a:ea typeface="Arial" pitchFamily="34" charset="0"/>
                  </a:rPr>
                  <a:t>1</a:t>
                </a:r>
              </a:p>
            </p:txBody>
          </p:sp>
          <p:sp>
            <p:nvSpPr>
              <p:cNvPr id="61473" name="Rectangle 30"/>
              <p:cNvSpPr/>
              <p:nvPr/>
            </p:nvSpPr>
            <p:spPr>
              <a:xfrm>
                <a:off x="494" y="1557"/>
                <a:ext cx="268" cy="291"/>
              </a:xfrm>
              <a:prstGeom prst="rect">
                <a:avLst/>
              </a:prstGeom>
              <a:noFill/>
              <a:ln>
                <a:noFill/>
                <a:round/>
              </a:ln>
              <a:effectLst/>
            </p:spPr>
            <p:txBody>
              <a:bodyPr wrap="none" lIns="92160" tIns="46080" rIns="92160" bIns="4608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i="1">
                    <a:latin typeface="Times New Roman" pitchFamily="18" charset="0"/>
                    <a:ea typeface="Arial" pitchFamily="34" charset="0"/>
                  </a:rPr>
                  <a:t>x</a:t>
                </a:r>
                <a:r>
                  <a:rPr lang="en-US" altLang="en-US" sz="2400" i="1" baseline="-25000">
                    <a:latin typeface="Times New Roman" pitchFamily="18" charset="0"/>
                    <a:ea typeface="Arial" pitchFamily="34" charset="0"/>
                  </a:rPr>
                  <a:t>2</a:t>
                </a:r>
              </a:p>
            </p:txBody>
          </p:sp>
          <p:sp>
            <p:nvSpPr>
              <p:cNvPr id="61474" name="Rectangle 31"/>
              <p:cNvSpPr/>
              <p:nvPr/>
            </p:nvSpPr>
            <p:spPr>
              <a:xfrm>
                <a:off x="518" y="2079"/>
                <a:ext cx="257" cy="319"/>
              </a:xfrm>
              <a:prstGeom prst="rect">
                <a:avLst/>
              </a:prstGeom>
              <a:noFill/>
              <a:ln>
                <a:noFill/>
                <a:round/>
              </a:ln>
              <a:effectLst/>
            </p:spPr>
            <p:txBody>
              <a:bodyPr wrap="none" lIns="92160" tIns="46080" rIns="92160" bIns="4608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i="1">
                    <a:latin typeface="Times New Roman" pitchFamily="18" charset="0"/>
                    <a:ea typeface="Arial" pitchFamily="34" charset="0"/>
                  </a:rPr>
                  <a:t>x</a:t>
                </a:r>
                <a:r>
                  <a:rPr lang="en-US" altLang="en-US" sz="2400" i="1" baseline="-25000">
                    <a:latin typeface="Times New Roman" pitchFamily="18" charset="0"/>
                    <a:ea typeface="Arial" pitchFamily="34" charset="0"/>
                  </a:rPr>
                  <a:t>n</a:t>
                </a:r>
              </a:p>
            </p:txBody>
          </p:sp>
        </p:grpSp>
      </p:grpSp>
      <p:sp>
        <p:nvSpPr>
          <p:cNvPr id="61444" name="Text Box 32"/>
          <p:cNvSpPr/>
          <p:nvPr/>
        </p:nvSpPr>
        <p:spPr>
          <a:xfrm>
            <a:off x="5106988" y="1682750"/>
            <a:ext cx="739775" cy="460375"/>
          </a:xfrm>
          <a:prstGeom prst="rect">
            <a:avLst/>
          </a:prstGeom>
          <a:noFill/>
          <a:ln>
            <a:noFill/>
            <a:round/>
          </a:ln>
          <a:effectLst/>
        </p:spPr>
        <p:txBody>
          <a:bodyPr wrap="none"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400" b="1">
                <a:latin typeface="Times New Roman" pitchFamily="18" charset="0"/>
                <a:ea typeface="Arial" pitchFamily="34" charset="0"/>
              </a:rPr>
              <a:t>Bias</a:t>
            </a:r>
          </a:p>
        </p:txBody>
      </p:sp>
      <p:sp>
        <p:nvSpPr>
          <p:cNvPr id="61445"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C7B466BF-B697-40CF-A119-3CDEEC9EC77F}" type="slidenum">
              <a:rPr lang="en-US" altLang="en-US" sz="1200">
                <a:solidFill>
                  <a:srgbClr val="898989"/>
                </a:solidFill>
                <a:latin typeface="Arial" pitchFamily="34" charset="0"/>
                <a:ea typeface="DejaVu Sans"/>
              </a:rPr>
              <a:t>22</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Rectangle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Weight and Bias Updation</a:t>
            </a:r>
          </a:p>
        </p:txBody>
      </p:sp>
      <p:sp>
        <p:nvSpPr>
          <p:cNvPr id="63491" name="Text Box 2"/>
          <p:cNvSpPr/>
          <p:nvPr/>
        </p:nvSpPr>
        <p:spPr>
          <a:xfrm>
            <a:off x="533400" y="1143000"/>
            <a:ext cx="8153400" cy="3781425"/>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b="1">
                <a:solidFill>
                  <a:srgbClr val="984807"/>
                </a:solidFill>
                <a:latin typeface="Tahoma" pitchFamily="34" charset="0"/>
                <a:ea typeface="Malgun Gothic" pitchFamily="34" charset="-127"/>
              </a:rPr>
              <a:t>Per Sample Updating</a:t>
            </a:r>
          </a:p>
          <a:p>
            <a:pPr marL="0" lvl="0" indent="0" algn="just"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algn="just" eaLnBrk="1" hangingPunct="1">
              <a:lnSpc>
                <a:spcPct val="110000"/>
              </a:lnSpc>
              <a:spcBef>
                <a:spcPct val="0"/>
              </a:spcBef>
              <a:buClr>
                <a:srgbClr val="984807"/>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updating weights and biases after the presentation of each sample.</a:t>
            </a:r>
          </a:p>
          <a:p>
            <a:pPr marL="0" lvl="0" indent="0"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b="1">
                <a:solidFill>
                  <a:srgbClr val="984807"/>
                </a:solidFill>
                <a:latin typeface="Tahoma" pitchFamily="34" charset="0"/>
                <a:ea typeface="Malgun Gothic" pitchFamily="34" charset="-127"/>
              </a:rPr>
              <a:t>Per Training Set Updating (Epoch or Iteration)</a:t>
            </a:r>
          </a:p>
          <a:p>
            <a:pPr marL="0" lvl="0" indent="0"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algn="just" eaLnBrk="1" hangingPunct="1">
              <a:lnSpc>
                <a:spcPct val="110000"/>
              </a:lnSpc>
              <a:spcBef>
                <a:spcPct val="0"/>
              </a:spcBef>
              <a:buClr>
                <a:srgbClr val="984807"/>
              </a:buClr>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weight and bias increments could be accumulated in variables and the weights and biases updated after all the samples of the training set have been presented. </a:t>
            </a:r>
          </a:p>
          <a:p>
            <a:pPr marL="0" lvl="0" indent="0"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	</a:t>
            </a:r>
          </a:p>
        </p:txBody>
      </p:sp>
      <p:sp>
        <p:nvSpPr>
          <p:cNvPr id="63492"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94806277-DD31-4228-8765-0ED1061BEDA3}" type="slidenum">
              <a:rPr lang="en-US" altLang="en-US" sz="1200">
                <a:solidFill>
                  <a:srgbClr val="898989"/>
                </a:solidFill>
                <a:latin typeface="Arial" pitchFamily="34" charset="0"/>
                <a:ea typeface="DejaVu Sans"/>
              </a:rPr>
              <a:t>23</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Rectangle 1"/>
          <p:cNvSpPr/>
          <p:nvPr/>
        </p:nvSpPr>
        <p:spPr>
          <a:xfrm>
            <a:off x="457200" y="3810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Stopping Condition</a:t>
            </a:r>
          </a:p>
        </p:txBody>
      </p:sp>
      <p:sp>
        <p:nvSpPr>
          <p:cNvPr id="65539" name="Text Box 2"/>
          <p:cNvSpPr txBox="1">
            <a:spLocks noChangeArrowheads="1"/>
          </p:cNvSpPr>
          <p:nvPr/>
        </p:nvSpPr>
        <p:spPr bwMode="auto">
          <a:xfrm>
            <a:off x="457200" y="1143000"/>
            <a:ext cx="8229600" cy="3444875"/>
          </a:xfrm>
          <a:prstGeom prst="rect">
            <a:avLst/>
          </a:prstGeom>
          <a:noFill/>
          <a:ln>
            <a:noFill/>
          </a:ln>
          <a:effectLst/>
        </p:spPr>
        <p:txBody>
          <a:bodyPr lIns="90000" tIns="46800" rIns="90000" bIns="46800">
            <a:spAutoFit/>
          </a:bodyPr>
          <a:lstStyle>
            <a:defPPr>
              <a:defRPr lang="en-US"/>
            </a:defPPr>
            <a:lvl1pPr marL="457200" indent="-45720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US" altLang="en-US" sz="1800" b="0" i="0" u="none" baseline="0">
                <a:solidFill>
                  <a:srgbClr val="000000"/>
                </a:solidFill>
                <a:effectLst/>
                <a:latin typeface="Verdana" pitchFamily="34" charset="0"/>
                <a:cs typeface="Noto Sans CJK SC"/>
              </a:defRPr>
            </a:lvl1pPr>
            <a:lvl2pPr marL="4572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US" altLang="en-US" sz="1800" b="0" i="0" u="none" baseline="0">
                <a:solidFill>
                  <a:srgbClr val="000000"/>
                </a:solidFill>
                <a:effectLst/>
                <a:latin typeface="Verdana" pitchFamily="34" charset="0"/>
                <a:cs typeface="Noto Sans CJK SC"/>
              </a:defRPr>
            </a:lvl2pPr>
            <a:lvl3pPr marL="9144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US" altLang="en-US" sz="1800" b="0" i="0" u="none" baseline="0">
                <a:solidFill>
                  <a:srgbClr val="000000"/>
                </a:solidFill>
                <a:effectLst/>
                <a:latin typeface="Verdana" pitchFamily="34" charset="0"/>
                <a:cs typeface="Noto Sans CJK SC"/>
              </a:defRPr>
            </a:lvl3pPr>
            <a:lvl4pPr marL="13716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US" altLang="en-US" sz="1800" b="0" i="0" u="none" baseline="0">
                <a:solidFill>
                  <a:srgbClr val="000000"/>
                </a:solidFill>
                <a:effectLst/>
                <a:latin typeface="Verdana" pitchFamily="34" charset="0"/>
                <a:cs typeface="Noto Sans CJK SC"/>
              </a:defRPr>
            </a:lvl4pPr>
            <a:lvl5pPr marL="18288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US" altLang="en-US" sz="1800" b="0" i="0" u="none" baseline="0">
                <a:solidFill>
                  <a:srgbClr val="000000"/>
                </a:solidFill>
                <a:effectLst/>
                <a:latin typeface="Verdana" pitchFamily="34"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lang="en-US" altLang="en-US">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lang="en-US" altLang="en-US">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lang="en-US" altLang="en-US">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lang="en-US" altLang="en-US">
                <a:solidFill>
                  <a:srgbClr val="000000"/>
                </a:solidFill>
                <a:latin typeface="Verdana" pitchFamily="34" charset="0"/>
                <a:cs typeface="Noto Sans CJK SC"/>
              </a:defRPr>
            </a:lvl9pPr>
          </a:lstStyle>
          <a:p>
            <a:pPr marL="457200" marR="0" lvl="0" indent="-457200" algn="just" defTabSz="449262" eaLnBrk="1" hangingPunct="1">
              <a:lnSpc>
                <a:spcPct val="110000"/>
              </a:lnSpc>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spc="0">
                <a:solidFill>
                  <a:srgbClr val="984807"/>
                </a:solidFill>
                <a:latin typeface="Tahoma" pitchFamily="34" charset="0"/>
                <a:ea typeface="Malgun Gothic" pitchFamily="34" charset="-127"/>
              </a:rPr>
              <a:t>All change in weights (</a:t>
            </a:r>
            <a:r>
              <a:rPr lang="en-US" altLang="en-US" sz="2000" spc="0">
                <a:solidFill>
                  <a:srgbClr val="984807"/>
                </a:solidFill>
                <a:latin typeface="Symbol" pitchFamily="18" charset="2"/>
                <a:ea typeface="Noto Sans CJK SC" charset="0"/>
              </a:rPr>
              <a:t></a:t>
            </a:r>
            <a:r>
              <a:rPr lang="en-US" altLang="en-US" sz="2000" spc="0">
                <a:solidFill>
                  <a:srgbClr val="984807"/>
                </a:solidFill>
                <a:latin typeface="Tahoma" pitchFamily="34" charset="0"/>
                <a:ea typeface="Malgun Gothic" pitchFamily="34" charset="-127"/>
              </a:rPr>
              <a:t>wij) in the previous epoch are below some threshold, or </a:t>
            </a:r>
          </a:p>
          <a:p>
            <a:pPr marL="457200" marR="0" lvl="0" indent="-455613" algn="just" defTabSz="449262" eaLnBrk="1" hangingPunct="1">
              <a:lnSpc>
                <a:spcPct val="110000"/>
              </a:lnSpc>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457200" marR="0" lvl="0" indent="-457200" algn="just" defTabSz="449262" eaLnBrk="1" hangingPunct="1">
              <a:lnSpc>
                <a:spcPct val="110000"/>
              </a:lnSpc>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spc="0">
                <a:solidFill>
                  <a:srgbClr val="984807"/>
                </a:solidFill>
                <a:latin typeface="Tahoma" pitchFamily="34" charset="0"/>
                <a:ea typeface="Malgun Gothic" pitchFamily="34" charset="-127"/>
              </a:rPr>
              <a:t>The  percentage of samples misclassified in the previous epoch is below some threshold, or</a:t>
            </a:r>
            <a:endParaRPr lang="en-US" altLang="en-US" sz="2000">
              <a:solidFill>
                <a:srgbClr val="984807"/>
              </a:solidFill>
              <a:latin typeface="Tahoma" pitchFamily="34" charset="0"/>
              <a:ea typeface="Malgun Gothic" pitchFamily="34" charset="-127"/>
            </a:endParaRPr>
          </a:p>
          <a:p>
            <a:pPr marL="457200" marR="0" lvl="0" indent="-455613" algn="just" defTabSz="449262" eaLnBrk="1" hangingPunct="1">
              <a:lnSpc>
                <a:spcPct val="110000"/>
              </a:lnSpc>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457200" marR="0" lvl="0" indent="-457200" algn="just" defTabSz="449262" eaLnBrk="1" hangingPunct="1">
              <a:lnSpc>
                <a:spcPct val="110000"/>
              </a:lnSpc>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spc="0">
                <a:solidFill>
                  <a:srgbClr val="984807"/>
                </a:solidFill>
                <a:latin typeface="Tahoma" pitchFamily="34" charset="0"/>
                <a:ea typeface="Malgun Gothic" pitchFamily="34" charset="-127"/>
              </a:rPr>
              <a:t>A pre-specified number of epochs has expired.</a:t>
            </a:r>
            <a:endParaRPr lang="en-US" altLang="en-US" sz="2000">
              <a:solidFill>
                <a:srgbClr val="984807"/>
              </a:solidFill>
              <a:latin typeface="Tahoma" pitchFamily="34" charset="0"/>
              <a:ea typeface="Malgun Gothic" pitchFamily="34" charset="-127"/>
            </a:endParaRPr>
          </a:p>
          <a:p>
            <a:pPr marL="457200" marR="0" lvl="0" indent="-455613" algn="just" defTabSz="449262" eaLnBrk="1" hangingPunct="1">
              <a:lnSpc>
                <a:spcPct val="110000"/>
              </a:lnSpc>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457200" marR="0" lvl="0" indent="-457200" algn="just" defTabSz="449262" eaLnBrk="1" hangingPunct="1">
              <a:lnSpc>
                <a:spcPct val="110000"/>
              </a:lnSpc>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spc="0">
                <a:solidFill>
                  <a:srgbClr val="984807"/>
                </a:solidFill>
                <a:latin typeface="Tahoma" pitchFamily="34" charset="0"/>
                <a:ea typeface="Malgun Gothic" pitchFamily="34" charset="-127"/>
              </a:rPr>
              <a:t>In practice, several hundreds of thousands of epochs may be required before the weights will converge.</a:t>
            </a:r>
            <a:endParaRPr lang="en-US" altLang="en-US" sz="2000">
              <a:solidFill>
                <a:srgbClr val="984807"/>
              </a:solidFill>
              <a:latin typeface="Tahoma" pitchFamily="34" charset="0"/>
              <a:ea typeface="Malgun Gothic" pitchFamily="34" charset="-127"/>
            </a:endParaRPr>
          </a:p>
        </p:txBody>
      </p:sp>
      <p:sp>
        <p:nvSpPr>
          <p:cNvPr id="65540"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6521D7D8-0F72-49D6-8631-2FECA28EDB2D}" type="slidenum">
              <a:rPr lang="en-US" altLang="en-US" sz="1200">
                <a:solidFill>
                  <a:srgbClr val="898989"/>
                </a:solidFill>
                <a:latin typeface="Arial" pitchFamily="34" charset="0"/>
                <a:ea typeface="DejaVu Sans"/>
              </a:rPr>
              <a:t>24</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Rectangle 1"/>
          <p:cNvSpPr/>
          <p:nvPr/>
        </p:nvSpPr>
        <p:spPr>
          <a:xfrm>
            <a:off x="457200" y="457200"/>
            <a:ext cx="8229600" cy="495300"/>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Building Blocks of Artificial Neural Net</a:t>
            </a:r>
          </a:p>
        </p:txBody>
      </p:sp>
      <p:sp>
        <p:nvSpPr>
          <p:cNvPr id="67587" name="Text Box 2"/>
          <p:cNvSpPr txBox="1">
            <a:spLocks noChangeArrowheads="1"/>
          </p:cNvSpPr>
          <p:nvPr/>
        </p:nvSpPr>
        <p:spPr bwMode="auto">
          <a:xfrm>
            <a:off x="457200" y="1143000"/>
            <a:ext cx="8229600" cy="1770063"/>
          </a:xfrm>
          <a:prstGeom prst="rect">
            <a:avLst/>
          </a:prstGeom>
          <a:noFill/>
          <a:ln>
            <a:noFill/>
          </a:ln>
          <a:effectLst/>
        </p:spPr>
        <p:txBody>
          <a:bodyPr lIns="90000" tIns="46800" rIns="90000" bIns="46800">
            <a:spAutoFit/>
          </a:bodyPr>
          <a:lstStyle>
            <a:defPPr>
              <a:defRPr lang="en-US"/>
            </a:defPPr>
            <a:lvl1pPr marL="457200" indent="-45720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1pPr>
            <a:lvl2pPr marL="4572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2pPr>
            <a:lvl3pPr marL="9144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3pPr>
            <a:lvl4pPr marL="13716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4pPr>
            <a:lvl5pPr marL="18288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Network Architecture (Connection between Neurons)</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Setting the Weights (Training)</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Activation Function</a:t>
            </a:r>
          </a:p>
        </p:txBody>
      </p:sp>
      <p:sp>
        <p:nvSpPr>
          <p:cNvPr id="67588"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D17BE0F3-E49C-4EF9-9BFE-7583BA00028D}" type="slidenum">
              <a:rPr lang="en-US" altLang="en-US" sz="1200">
                <a:solidFill>
                  <a:srgbClr val="898989"/>
                </a:solidFill>
                <a:latin typeface="Arial" pitchFamily="34" charset="0"/>
                <a:ea typeface="DejaVu Sans"/>
              </a:rPr>
              <a:t>25</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object 17"/>
          <p:cNvSpPr>
            <a:spLocks noGrp="1"/>
          </p:cNvSpPr>
          <p:nvPr>
            <p:ph type="title"/>
          </p:nvPr>
        </p:nvSpPr>
        <p:spPr>
          <a:xfrm>
            <a:off x="1600200" y="485775"/>
            <a:ext cx="5932488" cy="412750"/>
          </a:xfrm>
          <a:noFill/>
          <a:ln>
            <a:round/>
          </a:ln>
        </p:spPr>
        <p:txBody>
          <a:bodyPr wrap="square" lIns="0" tIns="12700" rIns="0" bIns="0" anchor="ctr" anchorCtr="0">
            <a:spAutoFit/>
          </a:bodyPr>
          <a:lstStyle>
            <a:lvl1pPr marL="0" indent="0" algn="ctr" defTabSz="449262" rtl="0" eaLnBrk="0" fontAlgn="base" hangingPunct="0">
              <a:lnSpc>
                <a:spcPct val="100000"/>
              </a:lnSpc>
              <a:spcBef>
                <a:spcPct val="0"/>
              </a:spcBef>
              <a:spcAft>
                <a:spcPct val="0"/>
              </a:spcAft>
              <a:buClr>
                <a:srgbClr val="000000"/>
              </a:buClr>
              <a:buSzTx/>
              <a:buFont typeface="Times New Roman" pitchFamily="18" charset="0"/>
              <a:buNone/>
              <a:defRPr kumimoji="0" lang="en-US" altLang="en-US" sz="4400" b="0" i="0" u="none" kern="1200" baseline="0">
                <a:solidFill>
                  <a:srgbClr val="000000"/>
                </a:solidFill>
                <a:latin typeface="Calibri" pitchFamily="34" charset="0"/>
                <a:ea typeface="Noto Sans CJK SC" charset="0"/>
                <a:cs typeface="+mj-cs"/>
              </a:defRPr>
            </a:lvl1pPr>
          </a:lstStyle>
          <a:p>
            <a:pPr marL="1546225" lvl="0" indent="-1535112">
              <a:spcBef>
                <a:spcPts val="100"/>
              </a:spcBef>
            </a:pPr>
            <a:r>
              <a:rPr lang="en-IN" altLang="en-US" sz="2600" b="1">
                <a:solidFill>
                  <a:srgbClr val="FF0000"/>
                </a:solidFill>
                <a:latin typeface="Tahoma" pitchFamily="34" charset="0"/>
                <a:ea typeface="Tahoma" pitchFamily="34" charset="0"/>
              </a:rPr>
              <a:t>Ev</a:t>
            </a:r>
            <a:r>
              <a:rPr lang="en-US" altLang="en-US" sz="2600" b="1">
                <a:solidFill>
                  <a:srgbClr val="FF0000"/>
                </a:solidFill>
                <a:latin typeface="Tahoma" pitchFamily="34" charset="0"/>
                <a:ea typeface="Tahoma" pitchFamily="34" charset="0"/>
              </a:rPr>
              <a:t>olutio</a:t>
            </a:r>
            <a:r>
              <a:rPr lang="en-IN" altLang="en-US" sz="2600" b="1">
                <a:solidFill>
                  <a:srgbClr val="FF0000"/>
                </a:solidFill>
                <a:latin typeface="Tahoma" pitchFamily="34" charset="0"/>
                <a:ea typeface="Tahoma" pitchFamily="34" charset="0"/>
              </a:rPr>
              <a:t>n</a:t>
            </a:r>
            <a:r>
              <a:rPr lang="en-US" altLang="en-US" sz="2600" b="1">
                <a:solidFill>
                  <a:srgbClr val="FF0000"/>
                </a:solidFill>
                <a:latin typeface="Tahoma" pitchFamily="34" charset="0"/>
                <a:ea typeface="Tahoma" pitchFamily="34" charset="0"/>
              </a:rPr>
              <a:t> of Neural  Networks</a:t>
            </a:r>
          </a:p>
        </p:txBody>
      </p:sp>
      <p:graphicFrame>
        <p:nvGraphicFramePr>
          <p:cNvPr id="69635" name="object 18"/>
          <p:cNvGraphicFramePr>
            <a:graphicFrameLocks noGrp="1"/>
          </p:cNvGraphicFramePr>
          <p:nvPr/>
        </p:nvGraphicFramePr>
        <p:xfrm>
          <a:off x="533400" y="1219200"/>
          <a:ext cx="8153400" cy="5011738"/>
        </p:xfrm>
        <a:graphic>
          <a:graphicData uri="http://schemas.openxmlformats.org/drawingml/2006/table">
            <a:tbl>
              <a:tblPr/>
              <a:tblGrid>
                <a:gridCol w="2003425">
                  <a:extLst>
                    <a:ext uri="{9D8B030D-6E8A-4147-A177-3AD203B41FA5}">
                      <a16:colId xmlns:a16="http://schemas.microsoft.com/office/drawing/2014/main" val="20000"/>
                    </a:ext>
                  </a:extLst>
                </a:gridCol>
                <a:gridCol w="2028825">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82800">
                  <a:extLst>
                    <a:ext uri="{9D8B030D-6E8A-4147-A177-3AD203B41FA5}">
                      <a16:colId xmlns:a16="http://schemas.microsoft.com/office/drawing/2014/main" val="20003"/>
                    </a:ext>
                  </a:extLst>
                </a:gridCol>
              </a:tblGrid>
              <a:tr h="431800">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spcBef>
                          <a:spcPts val="188"/>
                        </a:spcBef>
                      </a:pPr>
                      <a:r>
                        <a:rPr lang="en-US" altLang="en-US" sz="1600" b="1">
                          <a:solidFill>
                            <a:srgbClr val="FFFFFF"/>
                          </a:solidFill>
                          <a:latin typeface="Times New Roman" pitchFamily="18" charset="0"/>
                          <a:ea typeface="Times New Roman" pitchFamily="18" charset="0"/>
                        </a:rPr>
                        <a:t>Year</a:t>
                      </a:r>
                      <a:endParaRPr lang="en-US" altLang="en-US" sz="1600">
                        <a:latin typeface="Times New Roman" pitchFamily="18" charset="0"/>
                        <a:ea typeface="Times New Roman" pitchFamily="18" charset="0"/>
                      </a:endParaRPr>
                    </a:p>
                  </a:txBody>
                  <a:tcPr marL="0" marR="0" marT="24132" marB="0">
                    <a:lnL>
                      <a:noFill/>
                    </a:lnL>
                    <a:lnR>
                      <a:noFill/>
                    </a:lnR>
                    <a:lnT>
                      <a:noFill/>
                    </a:lnT>
                    <a:lnB>
                      <a:noFill/>
                    </a:lnB>
                    <a:solidFill>
                      <a:srgbClr val="0E6EC5"/>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25412" lvl="0" indent="0" eaLnBrk="1" hangingPunct="1">
                        <a:spcBef>
                          <a:spcPts val="288"/>
                        </a:spcBef>
                      </a:pPr>
                      <a:r>
                        <a:rPr lang="en-US" altLang="en-US" sz="1600" b="1">
                          <a:solidFill>
                            <a:srgbClr val="FFFFFF"/>
                          </a:solidFill>
                          <a:latin typeface="Constantia" pitchFamily="18" charset="0"/>
                          <a:ea typeface="Constantia" pitchFamily="18" charset="0"/>
                        </a:rPr>
                        <a:t>Neural network</a:t>
                      </a:r>
                      <a:endParaRPr lang="en-US" altLang="en-US" sz="1600">
                        <a:latin typeface="Constantia" pitchFamily="18" charset="0"/>
                        <a:ea typeface="Constantia" pitchFamily="18" charset="0"/>
                      </a:endParaRPr>
                    </a:p>
                  </a:txBody>
                  <a:tcPr marL="0" marR="0" marT="36832" marB="0">
                    <a:lnL>
                      <a:noFill/>
                    </a:lnL>
                    <a:lnR>
                      <a:noFill/>
                    </a:lnR>
                    <a:lnT>
                      <a:noFill/>
                    </a:lnT>
                    <a:lnB>
                      <a:noFill/>
                    </a:lnB>
                    <a:solidFill>
                      <a:srgbClr val="0E6EC5"/>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spcBef>
                          <a:spcPts val="288"/>
                        </a:spcBef>
                      </a:pPr>
                      <a:r>
                        <a:rPr lang="en-US" altLang="en-US" sz="1600" b="1">
                          <a:solidFill>
                            <a:srgbClr val="FFFFFF"/>
                          </a:solidFill>
                          <a:latin typeface="Constantia" pitchFamily="18" charset="0"/>
                          <a:ea typeface="Constantia" pitchFamily="18" charset="0"/>
                        </a:rPr>
                        <a:t>Designer</a:t>
                      </a:r>
                      <a:endParaRPr lang="en-US" altLang="en-US" sz="1600">
                        <a:latin typeface="Constantia" pitchFamily="18" charset="0"/>
                        <a:ea typeface="Constantia" pitchFamily="18" charset="0"/>
                      </a:endParaRPr>
                    </a:p>
                  </a:txBody>
                  <a:tcPr marL="0" marR="0" marT="36832" marB="0">
                    <a:lnL>
                      <a:noFill/>
                    </a:lnL>
                    <a:lnR>
                      <a:noFill/>
                    </a:lnR>
                    <a:lnT>
                      <a:noFill/>
                    </a:lnT>
                    <a:lnB>
                      <a:noFill/>
                    </a:lnB>
                    <a:solidFill>
                      <a:srgbClr val="0E6EC5"/>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spcBef>
                          <a:spcPts val="288"/>
                        </a:spcBef>
                      </a:pPr>
                      <a:r>
                        <a:rPr lang="en-US" altLang="en-US" sz="1600" b="1">
                          <a:solidFill>
                            <a:srgbClr val="FFFFFF"/>
                          </a:solidFill>
                          <a:latin typeface="Constantia" pitchFamily="18" charset="0"/>
                          <a:ea typeface="Constantia" pitchFamily="18" charset="0"/>
                        </a:rPr>
                        <a:t>Description</a:t>
                      </a:r>
                      <a:endParaRPr lang="en-US" altLang="en-US" sz="1600">
                        <a:latin typeface="Constantia" pitchFamily="18" charset="0"/>
                        <a:ea typeface="Constantia" pitchFamily="18" charset="0"/>
                      </a:endParaRPr>
                    </a:p>
                  </a:txBody>
                  <a:tcPr marL="0" marR="0" marT="36832" marB="0">
                    <a:lnL>
                      <a:noFill/>
                    </a:lnL>
                    <a:lnR>
                      <a:noFill/>
                    </a:lnR>
                    <a:lnT>
                      <a:noFill/>
                    </a:lnT>
                    <a:lnB>
                      <a:noFill/>
                    </a:lnB>
                    <a:solidFill>
                      <a:srgbClr val="0E6EC5"/>
                    </a:solidFill>
                  </a:tcPr>
                </a:tc>
                <a:extLst>
                  <a:ext uri="{0D108BD9-81ED-4DB2-BD59-A6C34878D82A}">
                    <a16:rowId xmlns:a16="http://schemas.microsoft.com/office/drawing/2014/main" val="10000"/>
                  </a:ext>
                </a:extLst>
              </a:tr>
              <a:tr h="36512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spcBef>
                          <a:spcPts val="288"/>
                        </a:spcBef>
                      </a:pPr>
                      <a:r>
                        <a:rPr lang="en-US" altLang="en-US" sz="1600">
                          <a:latin typeface="Constantia" pitchFamily="18" charset="0"/>
                          <a:ea typeface="Constantia" pitchFamily="18" charset="0"/>
                        </a:rPr>
                        <a:t>1943</a:t>
                      </a:r>
                    </a:p>
                  </a:txBody>
                  <a:tcPr marL="0" marR="0" marT="36832"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25412" lvl="0" indent="0" eaLnBrk="1" hangingPunct="1">
                        <a:spcBef>
                          <a:spcPts val="288"/>
                        </a:spcBef>
                      </a:pPr>
                      <a:r>
                        <a:rPr lang="en-US" altLang="en-US" sz="1600">
                          <a:latin typeface="Constantia" pitchFamily="18" charset="0"/>
                          <a:ea typeface="Constantia" pitchFamily="18" charset="0"/>
                        </a:rPr>
                        <a:t>McCulloch and Pitts</a:t>
                      </a:r>
                    </a:p>
                  </a:txBody>
                  <a:tcPr marL="0" marR="0" marT="36832"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spcBef>
                          <a:spcPts val="288"/>
                        </a:spcBef>
                      </a:pPr>
                      <a:r>
                        <a:rPr lang="en-US" altLang="en-US" sz="1600">
                          <a:latin typeface="Constantia" pitchFamily="18" charset="0"/>
                          <a:ea typeface="Constantia" pitchFamily="18" charset="0"/>
                        </a:rPr>
                        <a:t>McCulloch and Pitts</a:t>
                      </a:r>
                    </a:p>
                  </a:txBody>
                  <a:tcPr marL="0" marR="0" marT="36832"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spcBef>
                          <a:spcPts val="288"/>
                        </a:spcBef>
                      </a:pPr>
                      <a:r>
                        <a:rPr lang="en-US" altLang="en-US" sz="1600">
                          <a:latin typeface="Constantia" pitchFamily="18" charset="0"/>
                          <a:ea typeface="Constantia" pitchFamily="18" charset="0"/>
                        </a:rPr>
                        <a:t>Arrangement of</a:t>
                      </a:r>
                    </a:p>
                  </a:txBody>
                  <a:tcPr marL="0" marR="0" marT="36832" marB="0">
                    <a:lnL>
                      <a:noFill/>
                    </a:lnL>
                    <a:lnR>
                      <a:noFill/>
                    </a:lnR>
                    <a:lnT>
                      <a:noFill/>
                    </a:lnT>
                    <a:lnB>
                      <a:noFill/>
                    </a:lnB>
                    <a:solidFill>
                      <a:srgbClr val="CCD4E9"/>
                    </a:solidFill>
                  </a:tcPr>
                </a:tc>
                <a:extLst>
                  <a:ext uri="{0D108BD9-81ED-4DB2-BD59-A6C34878D82A}">
                    <a16:rowId xmlns:a16="http://schemas.microsoft.com/office/drawing/2014/main" val="10001"/>
                  </a:ext>
                </a:extLst>
              </a:tr>
              <a:tr h="290512">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25412" lvl="0" indent="0" eaLnBrk="1" hangingPunct="1">
                        <a:lnSpc>
                          <a:spcPts val="1700"/>
                        </a:lnSpc>
                      </a:pPr>
                      <a:r>
                        <a:rPr lang="en-US" altLang="en-US" sz="1600">
                          <a:latin typeface="Constantia" pitchFamily="18" charset="0"/>
                          <a:ea typeface="Constantia" pitchFamily="18" charset="0"/>
                        </a:rPr>
                        <a:t>neuron</a:t>
                      </a: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lnSpc>
                          <a:spcPts val="1700"/>
                        </a:lnSpc>
                      </a:pPr>
                      <a:r>
                        <a:rPr lang="en-US" altLang="en-US" sz="1600">
                          <a:latin typeface="Constantia" pitchFamily="18" charset="0"/>
                          <a:ea typeface="Constantia" pitchFamily="18" charset="0"/>
                        </a:rPr>
                        <a:t>neurons is</a:t>
                      </a:r>
                    </a:p>
                  </a:txBody>
                  <a:tcPr marL="0" marR="0" marT="0" marB="0">
                    <a:lnL>
                      <a:noFill/>
                    </a:lnL>
                    <a:lnR>
                      <a:noFill/>
                    </a:lnR>
                    <a:lnT>
                      <a:noFill/>
                    </a:lnT>
                    <a:lnB>
                      <a:noFill/>
                    </a:lnB>
                    <a:solidFill>
                      <a:srgbClr val="CCD4E9"/>
                    </a:solidFill>
                  </a:tcPr>
                </a:tc>
                <a:extLst>
                  <a:ext uri="{0D108BD9-81ED-4DB2-BD59-A6C34878D82A}">
                    <a16:rowId xmlns:a16="http://schemas.microsoft.com/office/drawing/2014/main" val="10002"/>
                  </a:ext>
                </a:extLst>
              </a:tr>
              <a:tr h="28892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lnSpc>
                          <a:spcPts val="1700"/>
                        </a:lnSpc>
                      </a:pPr>
                      <a:r>
                        <a:rPr lang="en-US" altLang="en-US" sz="1600">
                          <a:latin typeface="Constantia" pitchFamily="18" charset="0"/>
                          <a:ea typeface="Constantia" pitchFamily="18" charset="0"/>
                        </a:rPr>
                        <a:t>combination of logic</a:t>
                      </a:r>
                    </a:p>
                  </a:txBody>
                  <a:tcPr marL="0" marR="0" marT="0" marB="0">
                    <a:lnL>
                      <a:noFill/>
                    </a:lnL>
                    <a:lnR>
                      <a:noFill/>
                    </a:lnR>
                    <a:lnT>
                      <a:noFill/>
                    </a:lnT>
                    <a:lnB>
                      <a:noFill/>
                    </a:lnB>
                    <a:solidFill>
                      <a:srgbClr val="CCD4E9"/>
                    </a:solidFill>
                  </a:tcPr>
                </a:tc>
                <a:extLst>
                  <a:ext uri="{0D108BD9-81ED-4DB2-BD59-A6C34878D82A}">
                    <a16:rowId xmlns:a16="http://schemas.microsoft.com/office/drawing/2014/main" val="10003"/>
                  </a:ext>
                </a:extLst>
              </a:tr>
              <a:tr h="28892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lnSpc>
                          <a:spcPts val="1700"/>
                        </a:lnSpc>
                      </a:pPr>
                      <a:r>
                        <a:rPr lang="en-US" altLang="en-US" sz="1600">
                          <a:latin typeface="Constantia" pitchFamily="18" charset="0"/>
                          <a:ea typeface="Constantia" pitchFamily="18" charset="0"/>
                        </a:rPr>
                        <a:t>gate. Unique feature</a:t>
                      </a:r>
                    </a:p>
                  </a:txBody>
                  <a:tcPr marL="0" marR="0" marT="0" marB="0">
                    <a:lnL>
                      <a:noFill/>
                    </a:lnL>
                    <a:lnR>
                      <a:noFill/>
                    </a:lnR>
                    <a:lnT>
                      <a:noFill/>
                    </a:lnT>
                    <a:lnB>
                      <a:noFill/>
                    </a:lnB>
                    <a:solidFill>
                      <a:srgbClr val="CCD4E9"/>
                    </a:solidFill>
                  </a:tcPr>
                </a:tc>
                <a:extLst>
                  <a:ext uri="{0D108BD9-81ED-4DB2-BD59-A6C34878D82A}">
                    <a16:rowId xmlns:a16="http://schemas.microsoft.com/office/drawing/2014/main" val="10004"/>
                  </a:ext>
                </a:extLst>
              </a:tr>
              <a:tr h="293688">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lnSpc>
                          <a:spcPts val="1700"/>
                        </a:lnSpc>
                      </a:pPr>
                      <a:r>
                        <a:rPr lang="en-US" altLang="en-US" sz="1600">
                          <a:latin typeface="Constantia" pitchFamily="18" charset="0"/>
                          <a:ea typeface="Constantia" pitchFamily="18" charset="0"/>
                        </a:rPr>
                        <a:t>is thresh hold</a:t>
                      </a:r>
                    </a:p>
                  </a:txBody>
                  <a:tcPr marL="0" marR="0" marT="0" marB="0">
                    <a:lnL>
                      <a:noFill/>
                    </a:lnL>
                    <a:lnR>
                      <a:noFill/>
                    </a:lnR>
                    <a:lnT>
                      <a:noFill/>
                    </a:lnT>
                    <a:lnB>
                      <a:noFill/>
                    </a:lnB>
                    <a:solidFill>
                      <a:srgbClr val="CCD4E9"/>
                    </a:solidFill>
                  </a:tcPr>
                </a:tc>
                <a:extLst>
                  <a:ext uri="{0D108BD9-81ED-4DB2-BD59-A6C34878D82A}">
                    <a16:rowId xmlns:a16="http://schemas.microsoft.com/office/drawing/2014/main" val="10005"/>
                  </a:ext>
                </a:extLst>
              </a:tr>
              <a:tr h="36512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spcBef>
                          <a:spcPts val="288"/>
                        </a:spcBef>
                      </a:pPr>
                      <a:r>
                        <a:rPr lang="en-US" altLang="en-US" sz="1600">
                          <a:latin typeface="Constantia" pitchFamily="18" charset="0"/>
                          <a:ea typeface="Constantia" pitchFamily="18" charset="0"/>
                        </a:rPr>
                        <a:t>1949</a:t>
                      </a:r>
                    </a:p>
                  </a:txBody>
                  <a:tcPr marL="0" marR="0" marT="36832"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25412" lvl="0" indent="0" eaLnBrk="1" hangingPunct="1">
                        <a:spcBef>
                          <a:spcPts val="288"/>
                        </a:spcBef>
                      </a:pPr>
                      <a:r>
                        <a:rPr lang="en-US" altLang="en-US" sz="1600">
                          <a:latin typeface="Constantia" pitchFamily="18" charset="0"/>
                          <a:ea typeface="Constantia" pitchFamily="18" charset="0"/>
                        </a:rPr>
                        <a:t>Hebb network</a:t>
                      </a:r>
                    </a:p>
                  </a:txBody>
                  <a:tcPr marL="0" marR="0" marT="36832"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spcBef>
                          <a:spcPts val="288"/>
                        </a:spcBef>
                      </a:pPr>
                      <a:r>
                        <a:rPr lang="en-US" altLang="en-US" sz="1600">
                          <a:latin typeface="Constantia" pitchFamily="18" charset="0"/>
                          <a:ea typeface="Constantia" pitchFamily="18" charset="0"/>
                        </a:rPr>
                        <a:t>Hebb</a:t>
                      </a:r>
                    </a:p>
                  </a:txBody>
                  <a:tcPr marL="0" marR="0" marT="36832"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spcBef>
                          <a:spcPts val="288"/>
                        </a:spcBef>
                      </a:pPr>
                      <a:r>
                        <a:rPr lang="en-US" altLang="en-US" sz="1600">
                          <a:latin typeface="Constantia" pitchFamily="18" charset="0"/>
                          <a:ea typeface="Constantia" pitchFamily="18" charset="0"/>
                        </a:rPr>
                        <a:t>If two neurons are</a:t>
                      </a:r>
                    </a:p>
                  </a:txBody>
                  <a:tcPr marL="0" marR="0" marT="36832" marB="0">
                    <a:lnL>
                      <a:noFill/>
                    </a:lnL>
                    <a:lnR>
                      <a:noFill/>
                    </a:lnR>
                    <a:lnT>
                      <a:noFill/>
                    </a:lnT>
                    <a:lnB>
                      <a:noFill/>
                    </a:lnB>
                    <a:solidFill>
                      <a:srgbClr val="E6EAF4"/>
                    </a:solidFill>
                  </a:tcPr>
                </a:tc>
                <a:extLst>
                  <a:ext uri="{0D108BD9-81ED-4DB2-BD59-A6C34878D82A}">
                    <a16:rowId xmlns:a16="http://schemas.microsoft.com/office/drawing/2014/main" val="10006"/>
                  </a:ext>
                </a:extLst>
              </a:tr>
              <a:tr h="290512">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lnSpc>
                          <a:spcPts val="1700"/>
                        </a:lnSpc>
                      </a:pPr>
                      <a:r>
                        <a:rPr lang="en-US" altLang="en-US" sz="1600">
                          <a:latin typeface="Constantia" pitchFamily="18" charset="0"/>
                          <a:ea typeface="Constantia" pitchFamily="18" charset="0"/>
                        </a:rPr>
                        <a:t>active, then their</a:t>
                      </a:r>
                    </a:p>
                  </a:txBody>
                  <a:tcPr marL="0" marR="0" marT="0" marB="0">
                    <a:lnL>
                      <a:noFill/>
                    </a:lnL>
                    <a:lnR>
                      <a:noFill/>
                    </a:lnR>
                    <a:lnT>
                      <a:noFill/>
                    </a:lnT>
                    <a:lnB>
                      <a:noFill/>
                    </a:lnB>
                    <a:solidFill>
                      <a:srgbClr val="E6EAF4"/>
                    </a:solidFill>
                  </a:tcPr>
                </a:tc>
                <a:extLst>
                  <a:ext uri="{0D108BD9-81ED-4DB2-BD59-A6C34878D82A}">
                    <a16:rowId xmlns:a16="http://schemas.microsoft.com/office/drawing/2014/main" val="10007"/>
                  </a:ext>
                </a:extLst>
              </a:tr>
              <a:tr h="28892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lnSpc>
                          <a:spcPts val="1700"/>
                        </a:lnSpc>
                      </a:pPr>
                      <a:r>
                        <a:rPr lang="en-US" altLang="en-US" sz="1600">
                          <a:latin typeface="Constantia" pitchFamily="18" charset="0"/>
                          <a:ea typeface="Constantia" pitchFamily="18" charset="0"/>
                        </a:rPr>
                        <a:t>connection strengths</a:t>
                      </a:r>
                    </a:p>
                  </a:txBody>
                  <a:tcPr marL="0" marR="0" marT="0" marB="0">
                    <a:lnL>
                      <a:noFill/>
                    </a:lnL>
                    <a:lnR>
                      <a:noFill/>
                    </a:lnR>
                    <a:lnT>
                      <a:noFill/>
                    </a:lnT>
                    <a:lnB>
                      <a:noFill/>
                    </a:lnB>
                    <a:solidFill>
                      <a:srgbClr val="E6EAF4"/>
                    </a:solidFill>
                  </a:tcPr>
                </a:tc>
                <a:extLst>
                  <a:ext uri="{0D108BD9-81ED-4DB2-BD59-A6C34878D82A}">
                    <a16:rowId xmlns:a16="http://schemas.microsoft.com/office/drawing/2014/main" val="10008"/>
                  </a:ext>
                </a:extLst>
              </a:tr>
              <a:tr h="300038">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lnSpc>
                          <a:spcPts val="1700"/>
                        </a:lnSpc>
                      </a:pPr>
                      <a:r>
                        <a:rPr lang="en-US" altLang="en-US" sz="1600">
                          <a:latin typeface="Constantia" pitchFamily="18" charset="0"/>
                          <a:ea typeface="Constantia" pitchFamily="18" charset="0"/>
                        </a:rPr>
                        <a:t>should be increased.</a:t>
                      </a:r>
                    </a:p>
                  </a:txBody>
                  <a:tcPr marL="0" marR="0" marT="0" marB="0">
                    <a:lnL>
                      <a:noFill/>
                    </a:lnL>
                    <a:lnR>
                      <a:noFill/>
                    </a:lnR>
                    <a:lnT>
                      <a:noFill/>
                    </a:lnT>
                    <a:lnB>
                      <a:noFill/>
                    </a:lnB>
                    <a:solidFill>
                      <a:srgbClr val="E6EAF4"/>
                    </a:solidFill>
                  </a:tcPr>
                </a:tc>
                <a:extLst>
                  <a:ext uri="{0D108BD9-81ED-4DB2-BD59-A6C34878D82A}">
                    <a16:rowId xmlns:a16="http://schemas.microsoft.com/office/drawing/2014/main" val="10009"/>
                  </a:ext>
                </a:extLst>
              </a:tr>
              <a:tr h="36512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spcBef>
                          <a:spcPts val="288"/>
                        </a:spcBef>
                      </a:pPr>
                      <a:r>
                        <a:rPr lang="en-US" altLang="en-US" sz="1600">
                          <a:latin typeface="Constantia" pitchFamily="18" charset="0"/>
                          <a:ea typeface="Constantia" pitchFamily="18" charset="0"/>
                        </a:rPr>
                        <a:t>1958,1959,1962,1988,1</a:t>
                      </a:r>
                    </a:p>
                  </a:txBody>
                  <a:tcPr marL="0" marR="0" marT="36832"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25412" lvl="0" indent="0" eaLnBrk="1" hangingPunct="1">
                        <a:spcBef>
                          <a:spcPts val="288"/>
                        </a:spcBef>
                      </a:pPr>
                      <a:r>
                        <a:rPr lang="en-US" altLang="en-US" sz="1600">
                          <a:latin typeface="Constantia" pitchFamily="18" charset="0"/>
                          <a:ea typeface="Constantia" pitchFamily="18" charset="0"/>
                        </a:rPr>
                        <a:t>Perceptron</a:t>
                      </a:r>
                    </a:p>
                  </a:txBody>
                  <a:tcPr marL="0" marR="0" marT="36832"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spcBef>
                          <a:spcPts val="288"/>
                        </a:spcBef>
                      </a:pPr>
                      <a:r>
                        <a:rPr lang="en-US" altLang="en-US" sz="1600">
                          <a:latin typeface="Constantia" pitchFamily="18" charset="0"/>
                          <a:ea typeface="Constantia" pitchFamily="18" charset="0"/>
                        </a:rPr>
                        <a:t>Frank Rosenblatt,</a:t>
                      </a:r>
                    </a:p>
                  </a:txBody>
                  <a:tcPr marL="0" marR="0" marT="36832"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spcBef>
                          <a:spcPts val="288"/>
                        </a:spcBef>
                      </a:pPr>
                      <a:r>
                        <a:rPr lang="en-US" altLang="en-US" sz="1600">
                          <a:latin typeface="Constantia" pitchFamily="18" charset="0"/>
                          <a:ea typeface="Constantia" pitchFamily="18" charset="0"/>
                        </a:rPr>
                        <a:t>Weights are adjusted</a:t>
                      </a:r>
                    </a:p>
                  </a:txBody>
                  <a:tcPr marL="0" marR="0" marT="36832" marB="0">
                    <a:lnL>
                      <a:noFill/>
                    </a:lnL>
                    <a:lnR>
                      <a:noFill/>
                    </a:lnR>
                    <a:lnT>
                      <a:noFill/>
                    </a:lnT>
                    <a:lnB>
                      <a:noFill/>
                    </a:lnB>
                    <a:solidFill>
                      <a:srgbClr val="CCD4E9"/>
                    </a:solidFill>
                  </a:tcPr>
                </a:tc>
                <a:extLst>
                  <a:ext uri="{0D108BD9-81ED-4DB2-BD59-A6C34878D82A}">
                    <a16:rowId xmlns:a16="http://schemas.microsoft.com/office/drawing/2014/main" val="10010"/>
                  </a:ext>
                </a:extLst>
              </a:tr>
              <a:tr h="28892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lnSpc>
                          <a:spcPts val="1700"/>
                        </a:lnSpc>
                      </a:pPr>
                      <a:r>
                        <a:rPr lang="en-US" altLang="en-US" sz="1600">
                          <a:latin typeface="Constantia" pitchFamily="18" charset="0"/>
                          <a:ea typeface="Constantia" pitchFamily="18" charset="0"/>
                        </a:rPr>
                        <a:t>960</a:t>
                      </a: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25412" lvl="0" indent="0" eaLnBrk="1" hangingPunct="1">
                        <a:lnSpc>
                          <a:spcPts val="1700"/>
                        </a:lnSpc>
                      </a:pPr>
                      <a:r>
                        <a:rPr lang="en-US" altLang="en-US" sz="1600">
                          <a:latin typeface="Constantia" pitchFamily="18" charset="0"/>
                          <a:ea typeface="Constantia" pitchFamily="18" charset="0"/>
                        </a:rPr>
                        <a:t>Adaline</a:t>
                      </a: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lnSpc>
                          <a:spcPts val="1700"/>
                        </a:lnSpc>
                      </a:pPr>
                      <a:r>
                        <a:rPr lang="en-US" altLang="en-US" sz="1600">
                          <a:latin typeface="Constantia" pitchFamily="18" charset="0"/>
                          <a:ea typeface="Constantia" pitchFamily="18" charset="0"/>
                        </a:rPr>
                        <a:t>Block, Minsky and</a:t>
                      </a: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lnSpc>
                          <a:spcPts val="1700"/>
                        </a:lnSpc>
                      </a:pPr>
                      <a:r>
                        <a:rPr lang="en-US" altLang="en-US" sz="1600">
                          <a:latin typeface="Constantia" pitchFamily="18" charset="0"/>
                          <a:ea typeface="Constantia" pitchFamily="18" charset="0"/>
                        </a:rPr>
                        <a:t>to reduce the</a:t>
                      </a:r>
                    </a:p>
                  </a:txBody>
                  <a:tcPr marL="0" marR="0" marT="0" marB="0">
                    <a:lnL>
                      <a:noFill/>
                    </a:lnL>
                    <a:lnR>
                      <a:noFill/>
                    </a:lnR>
                    <a:lnT>
                      <a:noFill/>
                    </a:lnT>
                    <a:lnB>
                      <a:noFill/>
                    </a:lnB>
                    <a:solidFill>
                      <a:srgbClr val="CCD4E9"/>
                    </a:solidFill>
                  </a:tcPr>
                </a:tc>
                <a:extLst>
                  <a:ext uri="{0D108BD9-81ED-4DB2-BD59-A6C34878D82A}">
                    <a16:rowId xmlns:a16="http://schemas.microsoft.com/office/drawing/2014/main" val="10011"/>
                  </a:ext>
                </a:extLst>
              </a:tr>
              <a:tr h="28892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lnSpc>
                          <a:spcPts val="1700"/>
                        </a:lnSpc>
                      </a:pPr>
                      <a:r>
                        <a:rPr lang="en-US" altLang="en-US" sz="1600">
                          <a:latin typeface="Constantia" pitchFamily="18" charset="0"/>
                          <a:ea typeface="Constantia" pitchFamily="18" charset="0"/>
                        </a:rPr>
                        <a:t>Papert Widrow and</a:t>
                      </a: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lnSpc>
                          <a:spcPts val="1700"/>
                        </a:lnSpc>
                      </a:pPr>
                      <a:r>
                        <a:rPr lang="en-US" altLang="en-US" sz="1600">
                          <a:latin typeface="Constantia" pitchFamily="18" charset="0"/>
                          <a:ea typeface="Constantia" pitchFamily="18" charset="0"/>
                        </a:rPr>
                        <a:t>difference between</a:t>
                      </a:r>
                    </a:p>
                  </a:txBody>
                  <a:tcPr marL="0" marR="0" marT="0" marB="0">
                    <a:lnL>
                      <a:noFill/>
                    </a:lnL>
                    <a:lnR>
                      <a:noFill/>
                    </a:lnR>
                    <a:lnT>
                      <a:noFill/>
                    </a:lnT>
                    <a:lnB>
                      <a:noFill/>
                    </a:lnB>
                    <a:solidFill>
                      <a:srgbClr val="CCD4E9"/>
                    </a:solidFill>
                  </a:tcPr>
                </a:tc>
                <a:extLst>
                  <a:ext uri="{0D108BD9-81ED-4DB2-BD59-A6C34878D82A}">
                    <a16:rowId xmlns:a16="http://schemas.microsoft.com/office/drawing/2014/main" val="10012"/>
                  </a:ext>
                </a:extLst>
              </a:tr>
              <a:tr h="28892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lnSpc>
                          <a:spcPts val="1700"/>
                        </a:lnSpc>
                      </a:pPr>
                      <a:r>
                        <a:rPr lang="en-US" altLang="en-US" sz="1600">
                          <a:latin typeface="Constantia" pitchFamily="18" charset="0"/>
                          <a:ea typeface="Constantia" pitchFamily="18" charset="0"/>
                        </a:rPr>
                        <a:t>Hoff</a:t>
                      </a: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lnSpc>
                          <a:spcPts val="1700"/>
                        </a:lnSpc>
                      </a:pPr>
                      <a:r>
                        <a:rPr lang="en-US" altLang="en-US" sz="1600">
                          <a:latin typeface="Constantia" pitchFamily="18" charset="0"/>
                          <a:ea typeface="Constantia" pitchFamily="18" charset="0"/>
                        </a:rPr>
                        <a:t>the net input to the</a:t>
                      </a:r>
                    </a:p>
                  </a:txBody>
                  <a:tcPr marL="0" marR="0" marT="0" marB="0">
                    <a:lnL>
                      <a:noFill/>
                    </a:lnL>
                    <a:lnR>
                      <a:noFill/>
                    </a:lnR>
                    <a:lnT>
                      <a:noFill/>
                    </a:lnT>
                    <a:lnB>
                      <a:noFill/>
                    </a:lnB>
                    <a:solidFill>
                      <a:srgbClr val="CCD4E9"/>
                    </a:solidFill>
                  </a:tcPr>
                </a:tc>
                <a:extLst>
                  <a:ext uri="{0D108BD9-81ED-4DB2-BD59-A6C34878D82A}">
                    <a16:rowId xmlns:a16="http://schemas.microsoft.com/office/drawing/2014/main" val="10013"/>
                  </a:ext>
                </a:extLst>
              </a:tr>
              <a:tr h="28892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lnSpc>
                          <a:spcPts val="1700"/>
                        </a:lnSpc>
                      </a:pPr>
                      <a:r>
                        <a:rPr lang="en-US" altLang="en-US" sz="1600">
                          <a:latin typeface="Constantia" pitchFamily="18" charset="0"/>
                          <a:ea typeface="Constantia" pitchFamily="18" charset="0"/>
                        </a:rPr>
                        <a:t>output unit and the</a:t>
                      </a:r>
                    </a:p>
                  </a:txBody>
                  <a:tcPr marL="0" marR="0" marT="0" marB="0">
                    <a:lnL>
                      <a:noFill/>
                    </a:lnL>
                    <a:lnR>
                      <a:noFill/>
                    </a:lnR>
                    <a:lnT>
                      <a:noFill/>
                    </a:lnT>
                    <a:lnB>
                      <a:noFill/>
                    </a:lnB>
                    <a:solidFill>
                      <a:srgbClr val="CCD4E9"/>
                    </a:solidFill>
                  </a:tcPr>
                </a:tc>
                <a:extLst>
                  <a:ext uri="{0D108BD9-81ED-4DB2-BD59-A6C34878D82A}">
                    <a16:rowId xmlns:a16="http://schemas.microsoft.com/office/drawing/2014/main" val="10014"/>
                  </a:ext>
                </a:extLst>
              </a:tr>
              <a:tr h="287338">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5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34938" lvl="0" indent="0" eaLnBrk="1" hangingPunct="1">
                        <a:lnSpc>
                          <a:spcPts val="1700"/>
                        </a:lnSpc>
                      </a:pPr>
                      <a:r>
                        <a:rPr lang="en-US" altLang="en-US" sz="1600">
                          <a:latin typeface="Constantia" pitchFamily="18" charset="0"/>
                          <a:ea typeface="Constantia" pitchFamily="18" charset="0"/>
                        </a:rPr>
                        <a:t>desired output</a:t>
                      </a:r>
                    </a:p>
                  </a:txBody>
                  <a:tcPr marL="0" marR="0" marT="0" marB="0">
                    <a:lnL>
                      <a:noFill/>
                    </a:lnL>
                    <a:lnR>
                      <a:noFill/>
                    </a:lnR>
                    <a:lnT>
                      <a:noFill/>
                    </a:lnT>
                    <a:lnB>
                      <a:noFill/>
                    </a:lnB>
                    <a:solidFill>
                      <a:srgbClr val="CCD4E9"/>
                    </a:solidFill>
                  </a:tcPr>
                </a:tc>
                <a:extLst>
                  <a:ext uri="{0D108BD9-81ED-4DB2-BD59-A6C34878D82A}">
                    <a16:rowId xmlns:a16="http://schemas.microsoft.com/office/drawing/2014/main" val="10015"/>
                  </a:ext>
                </a:extLst>
              </a:tr>
            </a:tbl>
          </a:graphicData>
        </a:graphic>
      </p:graphicFrame>
      <p:sp>
        <p:nvSpPr>
          <p:cNvPr id="69700"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040D9B9A-D818-4D58-BC1C-C276D207F67B}" type="slidenum">
              <a:rPr lang="en-US" altLang="en-US" sz="1200">
                <a:solidFill>
                  <a:srgbClr val="898989"/>
                </a:solidFill>
                <a:latin typeface="Arial" pitchFamily="34" charset="0"/>
                <a:ea typeface="DejaVu Sans"/>
              </a:rPr>
              <a:t>26</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object 17"/>
          <p:cNvSpPr txBox="1">
            <a:spLocks noGrp="1"/>
          </p:cNvSpPr>
          <p:nvPr>
            <p:ph type="title"/>
          </p:nvPr>
        </p:nvSpPr>
        <p:spPr>
          <a:xfrm>
            <a:off x="671513" y="882650"/>
            <a:ext cx="2112962"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co</a:t>
            </a:r>
            <a:r>
              <a:rPr kumimoji="0" lang="en-IN"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n</a:t>
            </a: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td…</a:t>
            </a:r>
          </a:p>
        </p:txBody>
      </p:sp>
      <p:sp>
        <p:nvSpPr>
          <p:cNvPr id="70659" name="object 18"/>
          <p:cNvSpPr/>
          <p:nvPr/>
        </p:nvSpPr>
        <p:spPr bwMode="auto">
          <a:xfrm>
            <a:off x="457200" y="1935163"/>
            <a:ext cx="2057400" cy="1192212"/>
          </a:xfrm>
          <a:custGeom>
            <a:avLst/>
            <a:gdLst/>
            <a:ahLst/>
            <a:cxnLst>
              <a:cxn ang="0">
                <a:pos x="2057400" y="0"/>
              </a:cxn>
              <a:cxn ang="0">
                <a:pos x="0" y="0"/>
              </a:cxn>
              <a:cxn ang="0">
                <a:pos x="0" y="1200815"/>
              </a:cxn>
              <a:cxn ang="0">
                <a:pos x="2057400" y="1200815"/>
              </a:cxn>
              <a:cxn ang="0">
                <a:pos x="2057400" y="0"/>
              </a:cxn>
            </a:cxnLst>
            <a:rect l="l" t="t" r="r" b="b"/>
            <a:pathLst>
              <a:path w="2057400" h="1191260">
                <a:moveTo>
                  <a:pt x="2057400" y="0"/>
                </a:moveTo>
                <a:lnTo>
                  <a:pt x="0" y="0"/>
                </a:lnTo>
                <a:lnTo>
                  <a:pt x="0" y="1191260"/>
                </a:lnTo>
                <a:lnTo>
                  <a:pt x="2057400" y="1191260"/>
                </a:lnTo>
                <a:lnTo>
                  <a:pt x="2057400" y="0"/>
                </a:lnTo>
                <a:close/>
              </a:path>
            </a:pathLst>
          </a:custGeom>
          <a:solidFill>
            <a:srgbClr val="0E6EC5"/>
          </a:solidFill>
          <a:ln w="9525">
            <a:no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70660" name="object 19"/>
          <p:cNvSpPr txBox="1"/>
          <p:nvPr/>
        </p:nvSpPr>
        <p:spPr>
          <a:xfrm>
            <a:off x="534988" y="1958975"/>
            <a:ext cx="452437" cy="298450"/>
          </a:xfrm>
          <a:prstGeom prst="rect">
            <a:avLst/>
          </a:prstGeom>
        </p:spPr>
        <p:txBody>
          <a:bodyPr lIns="0" tIns="1270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12700" marR="0" lvl="0" indent="0" algn="l" defTabSz="914400" rtl="0" eaLnBrk="0" fontAlgn="base" latinLnBrk="0" hangingPunct="0">
              <a:lnSpc>
                <a:spcPct val="100000"/>
              </a:lnSpc>
              <a:spcBef>
                <a:spcPts val="100"/>
              </a:spcBef>
              <a:spcAft>
                <a:spcPct val="0"/>
              </a:spcAft>
              <a:buClrTx/>
              <a:buSzTx/>
              <a:buFontTx/>
              <a:buNone/>
              <a:defRPr/>
            </a:pPr>
            <a:r>
              <a:rPr kumimoji="0" sz="1800" b="1" i="0" u="none" strike="noStrike" kern="1200" cap="none" spc="0" normalizeH="0" baseline="0" noProof="0">
                <a:ln>
                  <a:noFill/>
                </a:ln>
                <a:solidFill>
                  <a:srgbClr val="FFFFFF"/>
                </a:solidFill>
                <a:effectLst/>
                <a:uLnTx/>
                <a:uFillTx/>
                <a:latin typeface="Constantia"/>
                <a:ea typeface="+mn-ea" pitchFamily="34" charset="0"/>
                <a:cs typeface="Constantia"/>
              </a:rPr>
              <a:t>1</a:t>
            </a:r>
            <a:r>
              <a:rPr kumimoji="0" sz="1800" b="1" i="0" u="none" strike="noStrike" kern="1200" cap="none" spc="-5" normalizeH="0" baseline="0" noProof="0">
                <a:ln>
                  <a:noFill/>
                </a:ln>
                <a:solidFill>
                  <a:srgbClr val="FFFFFF"/>
                </a:solidFill>
                <a:effectLst/>
                <a:uLnTx/>
                <a:uFillTx/>
                <a:latin typeface="Constantia"/>
                <a:ea typeface="+mn-ea" pitchFamily="34" charset="0"/>
                <a:cs typeface="Constantia"/>
              </a:rPr>
              <a:t>9</a:t>
            </a:r>
            <a:r>
              <a:rPr kumimoji="0" sz="1800" b="1" i="0" u="none" strike="noStrike" kern="1200" cap="none" spc="5" normalizeH="0" baseline="0" noProof="0">
                <a:ln>
                  <a:noFill/>
                </a:ln>
                <a:solidFill>
                  <a:srgbClr val="FFFFFF"/>
                </a:solidFill>
                <a:effectLst/>
                <a:uLnTx/>
                <a:uFillTx/>
                <a:latin typeface="Constantia"/>
                <a:ea typeface="+mn-ea" pitchFamily="34" charset="0"/>
                <a:cs typeface="Constantia"/>
              </a:rPr>
              <a:t>7</a:t>
            </a:r>
            <a:r>
              <a:rPr kumimoji="0" sz="1800" b="1" i="0" u="none" strike="noStrike" kern="1200" cap="none" spc="0" normalizeH="0" baseline="0" noProof="0">
                <a:ln>
                  <a:noFill/>
                </a:ln>
                <a:solidFill>
                  <a:srgbClr val="FFFFFF"/>
                </a:solidFill>
                <a:effectLst/>
                <a:uLnTx/>
                <a:uFillTx/>
                <a:latin typeface="Constantia"/>
                <a:ea typeface="+mn-ea" pitchFamily="34" charset="0"/>
                <a:cs typeface="Constantia"/>
              </a:rPr>
              <a:t>2</a:t>
            </a:r>
            <a:endParaRPr kumimoji="0" sz="1800" b="0" i="0" u="none" strike="noStrike" kern="1200" cap="none" spc="0" normalizeH="0" baseline="0" noProof="0">
              <a:ln>
                <a:noFill/>
              </a:ln>
              <a:solidFill>
                <a:schemeClr val="tx1"/>
              </a:solidFill>
              <a:effectLst/>
              <a:uLnTx/>
              <a:uFillTx/>
              <a:latin typeface="Constantia"/>
              <a:ea typeface="+mn-ea"/>
              <a:cs typeface="Constantia"/>
            </a:endParaRPr>
          </a:p>
        </p:txBody>
      </p:sp>
      <p:sp>
        <p:nvSpPr>
          <p:cNvPr id="70661" name="object 20"/>
          <p:cNvSpPr/>
          <p:nvPr/>
        </p:nvSpPr>
        <p:spPr bwMode="auto">
          <a:xfrm>
            <a:off x="2514600" y="1935163"/>
            <a:ext cx="2057400" cy="1192212"/>
          </a:xfrm>
          <a:custGeom>
            <a:avLst/>
            <a:gdLst/>
            <a:ahLst/>
            <a:cxnLst>
              <a:cxn ang="0">
                <a:pos x="2057400" y="0"/>
              </a:cxn>
              <a:cxn ang="0">
                <a:pos x="0" y="0"/>
              </a:cxn>
              <a:cxn ang="0">
                <a:pos x="0" y="1200815"/>
              </a:cxn>
              <a:cxn ang="0">
                <a:pos x="2057400" y="1200815"/>
              </a:cxn>
              <a:cxn ang="0">
                <a:pos x="2057400" y="0"/>
              </a:cxn>
            </a:cxnLst>
            <a:rect l="l" t="t" r="r" b="b"/>
            <a:pathLst>
              <a:path w="2057400" h="1191260">
                <a:moveTo>
                  <a:pt x="2057400" y="0"/>
                </a:moveTo>
                <a:lnTo>
                  <a:pt x="0" y="0"/>
                </a:lnTo>
                <a:lnTo>
                  <a:pt x="0" y="1191260"/>
                </a:lnTo>
                <a:lnTo>
                  <a:pt x="2057400" y="1191260"/>
                </a:lnTo>
                <a:lnTo>
                  <a:pt x="2057400" y="0"/>
                </a:lnTo>
                <a:close/>
              </a:path>
            </a:pathLst>
          </a:custGeom>
          <a:solidFill>
            <a:srgbClr val="0E6EC5"/>
          </a:solidFill>
          <a:ln w="9525">
            <a:no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70662" name="object 21"/>
          <p:cNvSpPr/>
          <p:nvPr/>
        </p:nvSpPr>
        <p:spPr>
          <a:xfrm>
            <a:off x="2592388" y="1958975"/>
            <a:ext cx="1544637" cy="857250"/>
          </a:xfrm>
          <a:prstGeom prst="rect">
            <a:avLst/>
          </a:prstGeom>
          <a:noFill/>
          <a:ln>
            <a:noFill/>
            <a:miter lim="800000"/>
          </a:ln>
        </p:spPr>
        <p:txBody>
          <a:bodyPr lIns="0" tIns="8255"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defTabSz="914400">
              <a:lnSpc>
                <a:spcPct val="102000"/>
              </a:lnSpc>
              <a:spcBef>
                <a:spcPts val="62"/>
              </a:spcBef>
              <a:buClrTx/>
              <a:buFontTx/>
            </a:pPr>
            <a:r>
              <a:rPr lang="en-US" altLang="en-US" sz="1800" b="1">
                <a:solidFill>
                  <a:srgbClr val="FFFFFF"/>
                </a:solidFill>
                <a:latin typeface="Constantia" pitchFamily="18" charset="0"/>
              </a:rPr>
              <a:t>Kohonen self-  organizing  feature map</a:t>
            </a:r>
            <a:endParaRPr lang="en-US" altLang="en-US" sz="1800">
              <a:solidFill>
                <a:schemeClr val="tx1"/>
              </a:solidFill>
              <a:latin typeface="Constantia" pitchFamily="18" charset="0"/>
            </a:endParaRPr>
          </a:p>
        </p:txBody>
      </p:sp>
      <p:sp>
        <p:nvSpPr>
          <p:cNvPr id="70663" name="object 22"/>
          <p:cNvSpPr/>
          <p:nvPr/>
        </p:nvSpPr>
        <p:spPr bwMode="auto">
          <a:xfrm>
            <a:off x="4572000" y="1935163"/>
            <a:ext cx="2057400" cy="1192212"/>
          </a:xfrm>
          <a:custGeom>
            <a:avLst/>
            <a:gdLst/>
            <a:ahLst/>
            <a:cxnLst>
              <a:cxn ang="0">
                <a:pos x="2057400" y="0"/>
              </a:cxn>
              <a:cxn ang="0">
                <a:pos x="0" y="0"/>
              </a:cxn>
              <a:cxn ang="0">
                <a:pos x="0" y="1200815"/>
              </a:cxn>
              <a:cxn ang="0">
                <a:pos x="2057400" y="1200815"/>
              </a:cxn>
              <a:cxn ang="0">
                <a:pos x="2057400" y="0"/>
              </a:cxn>
            </a:cxnLst>
            <a:rect l="l" t="t" r="r" b="b"/>
            <a:pathLst>
              <a:path w="2057400" h="1191260">
                <a:moveTo>
                  <a:pt x="2057400" y="0"/>
                </a:moveTo>
                <a:lnTo>
                  <a:pt x="0" y="0"/>
                </a:lnTo>
                <a:lnTo>
                  <a:pt x="0" y="1191260"/>
                </a:lnTo>
                <a:lnTo>
                  <a:pt x="2057400" y="1191260"/>
                </a:lnTo>
                <a:lnTo>
                  <a:pt x="2057400" y="0"/>
                </a:lnTo>
                <a:close/>
              </a:path>
            </a:pathLst>
          </a:custGeom>
          <a:solidFill>
            <a:srgbClr val="0E6EC5"/>
          </a:solidFill>
          <a:ln w="9525">
            <a:no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70664" name="object 23"/>
          <p:cNvSpPr txBox="1"/>
          <p:nvPr/>
        </p:nvSpPr>
        <p:spPr>
          <a:xfrm>
            <a:off x="4649788" y="1958975"/>
            <a:ext cx="1027112" cy="298450"/>
          </a:xfrm>
          <a:prstGeom prst="rect">
            <a:avLst/>
          </a:prstGeom>
        </p:spPr>
        <p:txBody>
          <a:bodyPr lIns="0" tIns="1270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12700" marR="0" lvl="0" indent="0" algn="l" defTabSz="914400" rtl="0" eaLnBrk="0" fontAlgn="base" latinLnBrk="0" hangingPunct="0">
              <a:lnSpc>
                <a:spcPct val="100000"/>
              </a:lnSpc>
              <a:spcBef>
                <a:spcPts val="100"/>
              </a:spcBef>
              <a:spcAft>
                <a:spcPct val="0"/>
              </a:spcAft>
              <a:buClrTx/>
              <a:buSzTx/>
              <a:buFontTx/>
              <a:buNone/>
              <a:defRPr/>
            </a:pPr>
            <a:r>
              <a:rPr kumimoji="0" sz="1800" b="1" i="0" u="none" strike="noStrike" kern="1200" cap="none" spc="-5" normalizeH="0" baseline="0" noProof="0">
                <a:ln>
                  <a:noFill/>
                </a:ln>
                <a:solidFill>
                  <a:srgbClr val="FFFFFF"/>
                </a:solidFill>
                <a:effectLst/>
                <a:uLnTx/>
                <a:uFillTx/>
                <a:latin typeface="Constantia"/>
                <a:ea typeface="+mn-ea" pitchFamily="34" charset="0"/>
                <a:cs typeface="Constantia"/>
              </a:rPr>
              <a:t>Kohonen</a:t>
            </a:r>
            <a:endParaRPr kumimoji="0" sz="1800" b="0" i="0" u="none" strike="noStrike" kern="1200" cap="none" spc="0" normalizeH="0" baseline="0" noProof="0">
              <a:ln>
                <a:noFill/>
              </a:ln>
              <a:solidFill>
                <a:schemeClr val="tx1"/>
              </a:solidFill>
              <a:effectLst/>
              <a:uLnTx/>
              <a:uFillTx/>
              <a:latin typeface="Constantia"/>
              <a:ea typeface="+mn-ea"/>
              <a:cs typeface="Constantia"/>
            </a:endParaRPr>
          </a:p>
        </p:txBody>
      </p:sp>
      <p:sp>
        <p:nvSpPr>
          <p:cNvPr id="70665" name="object 24"/>
          <p:cNvSpPr/>
          <p:nvPr/>
        </p:nvSpPr>
        <p:spPr bwMode="auto">
          <a:xfrm>
            <a:off x="6629400" y="1935163"/>
            <a:ext cx="2057400" cy="1192212"/>
          </a:xfrm>
          <a:custGeom>
            <a:avLst/>
            <a:gdLst/>
            <a:ahLst/>
            <a:cxnLst>
              <a:cxn ang="0">
                <a:pos x="2057400" y="0"/>
              </a:cxn>
              <a:cxn ang="0">
                <a:pos x="0" y="0"/>
              </a:cxn>
              <a:cxn ang="0">
                <a:pos x="0" y="1200815"/>
              </a:cxn>
              <a:cxn ang="0">
                <a:pos x="2057400" y="1200815"/>
              </a:cxn>
              <a:cxn ang="0">
                <a:pos x="2057400" y="0"/>
              </a:cxn>
            </a:cxnLst>
            <a:rect l="l" t="t" r="r" b="b"/>
            <a:pathLst>
              <a:path w="2057400" h="1191260">
                <a:moveTo>
                  <a:pt x="2057400" y="0"/>
                </a:moveTo>
                <a:lnTo>
                  <a:pt x="0" y="0"/>
                </a:lnTo>
                <a:lnTo>
                  <a:pt x="0" y="1191260"/>
                </a:lnTo>
                <a:lnTo>
                  <a:pt x="2057400" y="1191260"/>
                </a:lnTo>
                <a:lnTo>
                  <a:pt x="2057400" y="0"/>
                </a:lnTo>
                <a:close/>
              </a:path>
            </a:pathLst>
          </a:custGeom>
          <a:solidFill>
            <a:srgbClr val="0E6EC5"/>
          </a:solidFill>
          <a:ln w="9525">
            <a:no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70666" name="object 25"/>
          <p:cNvSpPr/>
          <p:nvPr/>
        </p:nvSpPr>
        <p:spPr>
          <a:xfrm>
            <a:off x="6707188" y="1958975"/>
            <a:ext cx="1681162" cy="1136650"/>
          </a:xfrm>
          <a:prstGeom prst="rect">
            <a:avLst/>
          </a:prstGeom>
          <a:noFill/>
          <a:ln>
            <a:noFill/>
            <a:miter lim="800000"/>
          </a:ln>
        </p:spPr>
        <p:txBody>
          <a:bodyPr lIns="0" tIns="762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defTabSz="914400">
              <a:lnSpc>
                <a:spcPct val="102000"/>
              </a:lnSpc>
              <a:spcBef>
                <a:spcPts val="62"/>
              </a:spcBef>
              <a:buClrTx/>
              <a:buFontTx/>
            </a:pPr>
            <a:r>
              <a:rPr lang="en-US" altLang="en-US" sz="1800" b="1">
                <a:solidFill>
                  <a:srgbClr val="FFFFFF"/>
                </a:solidFill>
                <a:latin typeface="Constantia" pitchFamily="18" charset="0"/>
              </a:rPr>
              <a:t>Inputs are  clustered to  obtain a fired  output neuron.</a:t>
            </a:r>
            <a:endParaRPr lang="en-US" altLang="en-US" sz="1800">
              <a:solidFill>
                <a:schemeClr val="tx1"/>
              </a:solidFill>
              <a:latin typeface="Constantia" pitchFamily="18" charset="0"/>
            </a:endParaRPr>
          </a:p>
        </p:txBody>
      </p:sp>
      <p:sp>
        <p:nvSpPr>
          <p:cNvPr id="70667" name="object 26"/>
          <p:cNvSpPr/>
          <p:nvPr/>
        </p:nvSpPr>
        <p:spPr bwMode="auto">
          <a:xfrm>
            <a:off x="457200" y="3127375"/>
            <a:ext cx="2057400" cy="1739900"/>
          </a:xfrm>
          <a:custGeom>
            <a:avLst/>
            <a:gdLst/>
            <a:ahLst/>
            <a:cxnLst>
              <a:cxn ang="0">
                <a:pos x="2057400" y="0"/>
              </a:cxn>
              <a:cxn ang="0">
                <a:pos x="0" y="0"/>
              </a:cxn>
              <a:cxn ang="0">
                <a:pos x="0" y="1739900"/>
              </a:cxn>
              <a:cxn ang="0">
                <a:pos x="2057400" y="1739900"/>
              </a:cxn>
              <a:cxn ang="0">
                <a:pos x="2057400" y="0"/>
              </a:cxn>
            </a:cxnLst>
            <a:rect l="l" t="t" r="r" b="b"/>
            <a:pathLst>
              <a:path w="2057400" h="1739900">
                <a:moveTo>
                  <a:pt x="2057400" y="0"/>
                </a:moveTo>
                <a:lnTo>
                  <a:pt x="0" y="0"/>
                </a:lnTo>
                <a:lnTo>
                  <a:pt x="0" y="1739900"/>
                </a:lnTo>
                <a:lnTo>
                  <a:pt x="2057400" y="1739900"/>
                </a:lnTo>
                <a:lnTo>
                  <a:pt x="2057400" y="0"/>
                </a:lnTo>
                <a:close/>
              </a:path>
            </a:pathLst>
          </a:custGeom>
          <a:solidFill>
            <a:srgbClr val="CCD4E9"/>
          </a:solidFill>
          <a:ln w="9525">
            <a:no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70668" name="object 27"/>
          <p:cNvSpPr txBox="1"/>
          <p:nvPr/>
        </p:nvSpPr>
        <p:spPr>
          <a:xfrm>
            <a:off x="534988" y="3149600"/>
            <a:ext cx="527050" cy="1416050"/>
          </a:xfrm>
          <a:prstGeom prst="rect">
            <a:avLst/>
          </a:prstGeom>
        </p:spPr>
        <p:txBody>
          <a:bodyPr lIns="0" tIns="1270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12700" marR="0" lvl="0" indent="0" algn="l" defTabSz="914400" rtl="0" eaLnBrk="0" fontAlgn="base" latinLnBrk="0" hangingPunct="0">
              <a:lnSpc>
                <a:spcPct val="100000"/>
              </a:lnSpc>
              <a:spcBef>
                <a:spcPts val="100"/>
              </a:spcBef>
              <a:spcAft>
                <a:spcPct val="0"/>
              </a:spcAft>
              <a:buClrTx/>
              <a:buSzTx/>
              <a:buFontTx/>
              <a:buNone/>
              <a:defRPr/>
            </a:pPr>
            <a:r>
              <a:rPr kumimoji="0" sz="1800" b="0" i="0" u="none" strike="noStrike" kern="1200" cap="none" spc="-5" normalizeH="0" baseline="0" noProof="0">
                <a:ln>
                  <a:noFill/>
                </a:ln>
                <a:solidFill>
                  <a:schemeClr val="tx1"/>
                </a:solidFill>
                <a:effectLst/>
                <a:uLnTx/>
                <a:uFillTx/>
                <a:latin typeface="Constantia"/>
                <a:ea typeface="+mn-ea" pitchFamily="34" charset="0"/>
                <a:cs typeface="Constantia"/>
              </a:rPr>
              <a:t>1982,</a:t>
            </a:r>
            <a:endParaRPr kumimoji="0" sz="1800" b="0" i="0" u="none" strike="noStrike" kern="1200" cap="none" spc="0" normalizeH="0" baseline="0" noProof="0">
              <a:ln>
                <a:noFill/>
              </a:ln>
              <a:solidFill>
                <a:schemeClr val="tx1"/>
              </a:solidFill>
              <a:effectLst/>
              <a:uLnTx/>
              <a:uFillTx/>
              <a:latin typeface="Constantia"/>
              <a:ea typeface="+mn-ea"/>
              <a:cs typeface="Constantia"/>
            </a:endParaRPr>
          </a:p>
          <a:p>
            <a:pPr marL="12700" marR="0" lvl="0" indent="0" algn="l" defTabSz="914400" rtl="0" eaLnBrk="0" fontAlgn="base" latinLnBrk="0" hangingPunct="0">
              <a:lnSpc>
                <a:spcPct val="100000"/>
              </a:lnSpc>
              <a:spcBef>
                <a:spcPts val="40"/>
              </a:spcBef>
              <a:spcAft>
                <a:spcPct val="0"/>
              </a:spcAft>
              <a:buClrTx/>
              <a:buSzTx/>
              <a:buFontTx/>
              <a:buNone/>
              <a:defRPr/>
            </a:pPr>
            <a:r>
              <a:rPr kumimoji="0" sz="1800" b="0" i="0" u="none" strike="noStrike" kern="1200" cap="none" spc="-5" normalizeH="0" baseline="0" noProof="0">
                <a:ln>
                  <a:noFill/>
                </a:ln>
                <a:solidFill>
                  <a:schemeClr val="tx1"/>
                </a:solidFill>
                <a:effectLst/>
                <a:uLnTx/>
                <a:uFillTx/>
                <a:latin typeface="Constantia"/>
                <a:ea typeface="+mn-ea" pitchFamily="34" charset="0"/>
                <a:cs typeface="Constantia"/>
              </a:rPr>
              <a:t>1984,</a:t>
            </a:r>
            <a:endParaRPr kumimoji="0" sz="1800" b="0" i="0" u="none" strike="noStrike" kern="1200" cap="none" spc="0" normalizeH="0" baseline="0" noProof="0">
              <a:ln>
                <a:noFill/>
              </a:ln>
              <a:solidFill>
                <a:schemeClr val="tx1"/>
              </a:solidFill>
              <a:effectLst/>
              <a:uLnTx/>
              <a:uFillTx/>
              <a:latin typeface="Constantia"/>
              <a:ea typeface="+mn-ea"/>
              <a:cs typeface="Constantia"/>
            </a:endParaRPr>
          </a:p>
          <a:p>
            <a:pPr marL="12700" marR="0" lvl="0" indent="0" algn="l" defTabSz="914400" rtl="0" eaLnBrk="0" fontAlgn="base" latinLnBrk="0" hangingPunct="0">
              <a:lnSpc>
                <a:spcPct val="100000"/>
              </a:lnSpc>
              <a:spcBef>
                <a:spcPts val="30"/>
              </a:spcBef>
              <a:spcAft>
                <a:spcPct val="0"/>
              </a:spcAft>
              <a:buClrTx/>
              <a:buSzTx/>
              <a:buFontTx/>
              <a:buNone/>
              <a:defRPr/>
            </a:pPr>
            <a:r>
              <a:rPr kumimoji="0" sz="1800" b="0" i="0" u="none" strike="noStrike" kern="1200" cap="none" spc="-5" normalizeH="0" baseline="0" noProof="0">
                <a:ln>
                  <a:noFill/>
                </a:ln>
                <a:solidFill>
                  <a:schemeClr val="tx1"/>
                </a:solidFill>
                <a:effectLst/>
                <a:uLnTx/>
                <a:uFillTx/>
                <a:latin typeface="Constantia"/>
                <a:ea typeface="+mn-ea" pitchFamily="34" charset="0"/>
                <a:cs typeface="Constantia"/>
              </a:rPr>
              <a:t>1985,</a:t>
            </a:r>
            <a:endParaRPr kumimoji="0" sz="1800" b="0" i="0" u="none" strike="noStrike" kern="1200" cap="none" spc="0" normalizeH="0" baseline="0" noProof="0">
              <a:ln>
                <a:noFill/>
              </a:ln>
              <a:solidFill>
                <a:schemeClr val="tx1"/>
              </a:solidFill>
              <a:effectLst/>
              <a:uLnTx/>
              <a:uFillTx/>
              <a:latin typeface="Constantia"/>
              <a:ea typeface="+mn-ea"/>
              <a:cs typeface="Constantia"/>
            </a:endParaRPr>
          </a:p>
          <a:p>
            <a:pPr marL="12700" marR="0" lvl="0" indent="0" algn="l" defTabSz="914400" rtl="0" eaLnBrk="0" fontAlgn="base" latinLnBrk="0" hangingPunct="0">
              <a:lnSpc>
                <a:spcPct val="100000"/>
              </a:lnSpc>
              <a:spcBef>
                <a:spcPts val="40"/>
              </a:spcBef>
              <a:spcAft>
                <a:spcPct val="0"/>
              </a:spcAft>
              <a:buClrTx/>
              <a:buSzTx/>
              <a:buFontTx/>
              <a:buNone/>
              <a:defRPr/>
            </a:pPr>
            <a:r>
              <a:rPr kumimoji="0" sz="1800" b="0" i="0" u="none" strike="noStrike" kern="1200" cap="none" spc="-5" normalizeH="0" baseline="0" noProof="0">
                <a:ln>
                  <a:noFill/>
                </a:ln>
                <a:solidFill>
                  <a:schemeClr val="tx1"/>
                </a:solidFill>
                <a:effectLst/>
                <a:uLnTx/>
                <a:uFillTx/>
                <a:latin typeface="Constantia"/>
                <a:ea typeface="+mn-ea" pitchFamily="34" charset="0"/>
                <a:cs typeface="Constantia"/>
              </a:rPr>
              <a:t>1</a:t>
            </a:r>
            <a:r>
              <a:rPr kumimoji="0" sz="1800" b="0" i="0" u="none" strike="noStrike" kern="1200" cap="none" spc="0" normalizeH="0" baseline="0" noProof="0">
                <a:ln>
                  <a:noFill/>
                </a:ln>
                <a:solidFill>
                  <a:schemeClr val="tx1"/>
                </a:solidFill>
                <a:effectLst/>
                <a:uLnTx/>
                <a:uFillTx/>
                <a:latin typeface="Constantia"/>
                <a:ea typeface="+mn-ea" pitchFamily="34" charset="0"/>
                <a:cs typeface="Constantia"/>
              </a:rPr>
              <a:t>98</a:t>
            </a:r>
            <a:r>
              <a:rPr kumimoji="0" sz="1800" b="0" i="0" u="none" strike="noStrike" kern="1200" cap="none" spc="-5" normalizeH="0" baseline="0" noProof="0">
                <a:ln>
                  <a:noFill/>
                </a:ln>
                <a:solidFill>
                  <a:schemeClr val="tx1"/>
                </a:solidFill>
                <a:effectLst/>
                <a:uLnTx/>
                <a:uFillTx/>
                <a:latin typeface="Constantia"/>
                <a:ea typeface="+mn-ea" pitchFamily="34" charset="0"/>
                <a:cs typeface="Constantia"/>
              </a:rPr>
              <a:t>6</a:t>
            </a:r>
            <a:r>
              <a:rPr kumimoji="0" sz="1800" b="0" i="0" u="none" strike="noStrike" kern="1200" cap="none" spc="0" normalizeH="0" baseline="0" noProof="0">
                <a:ln>
                  <a:noFill/>
                </a:ln>
                <a:solidFill>
                  <a:schemeClr val="tx1"/>
                </a:solidFill>
                <a:effectLst/>
                <a:uLnTx/>
                <a:uFillTx/>
                <a:latin typeface="Constantia"/>
                <a:ea typeface="+mn-ea" pitchFamily="34" charset="0"/>
                <a:cs typeface="Constantia"/>
              </a:rPr>
              <a:t>,</a:t>
            </a:r>
            <a:endParaRPr kumimoji="0" sz="1800" b="0" i="0" u="none" strike="noStrike" kern="1200" cap="none" spc="0" normalizeH="0" baseline="0" noProof="0">
              <a:ln>
                <a:noFill/>
              </a:ln>
              <a:solidFill>
                <a:schemeClr val="tx1"/>
              </a:solidFill>
              <a:effectLst/>
              <a:uLnTx/>
              <a:uFillTx/>
              <a:latin typeface="Constantia"/>
              <a:ea typeface="+mn-ea"/>
              <a:cs typeface="Constantia"/>
            </a:endParaRPr>
          </a:p>
          <a:p>
            <a:pPr marL="12700" marR="0" lvl="0" indent="0" algn="l" defTabSz="914400" rtl="0" eaLnBrk="0" fontAlgn="base" latinLnBrk="0" hangingPunct="0">
              <a:lnSpc>
                <a:spcPct val="100000"/>
              </a:lnSpc>
              <a:spcBef>
                <a:spcPts val="40"/>
              </a:spcBef>
              <a:spcAft>
                <a:spcPct val="0"/>
              </a:spcAft>
              <a:buClrTx/>
              <a:buSzTx/>
              <a:buFontTx/>
              <a:buNone/>
              <a:defRPr/>
            </a:pPr>
            <a:r>
              <a:rPr kumimoji="0" sz="1800" b="0" i="0" u="none" strike="noStrike" kern="1200" cap="none" spc="-5" normalizeH="0" baseline="0" noProof="0">
                <a:ln>
                  <a:noFill/>
                </a:ln>
                <a:solidFill>
                  <a:schemeClr val="tx1"/>
                </a:solidFill>
                <a:effectLst/>
                <a:uLnTx/>
                <a:uFillTx/>
                <a:latin typeface="Constantia"/>
                <a:ea typeface="+mn-ea" pitchFamily="34" charset="0"/>
                <a:cs typeface="Constantia"/>
              </a:rPr>
              <a:t>1987</a:t>
            </a:r>
            <a:endParaRPr kumimoji="0" sz="1800" b="0" i="0" u="none" strike="noStrike" kern="1200" cap="none" spc="0" normalizeH="0" baseline="0" noProof="0">
              <a:ln>
                <a:noFill/>
              </a:ln>
              <a:solidFill>
                <a:schemeClr val="tx1"/>
              </a:solidFill>
              <a:effectLst/>
              <a:uLnTx/>
              <a:uFillTx/>
              <a:latin typeface="Constantia"/>
              <a:ea typeface="+mn-ea"/>
              <a:cs typeface="Constantia"/>
            </a:endParaRPr>
          </a:p>
        </p:txBody>
      </p:sp>
      <p:sp>
        <p:nvSpPr>
          <p:cNvPr id="70669" name="object 28"/>
          <p:cNvSpPr/>
          <p:nvPr/>
        </p:nvSpPr>
        <p:spPr bwMode="auto">
          <a:xfrm>
            <a:off x="2514600" y="3127375"/>
            <a:ext cx="2057400" cy="1739900"/>
          </a:xfrm>
          <a:custGeom>
            <a:avLst/>
            <a:gdLst/>
            <a:ahLst/>
            <a:cxnLst>
              <a:cxn ang="0">
                <a:pos x="2057400" y="0"/>
              </a:cxn>
              <a:cxn ang="0">
                <a:pos x="0" y="0"/>
              </a:cxn>
              <a:cxn ang="0">
                <a:pos x="0" y="1739900"/>
              </a:cxn>
              <a:cxn ang="0">
                <a:pos x="2057400" y="1739900"/>
              </a:cxn>
              <a:cxn ang="0">
                <a:pos x="2057400" y="0"/>
              </a:cxn>
            </a:cxnLst>
            <a:rect l="l" t="t" r="r" b="b"/>
            <a:pathLst>
              <a:path w="2057400" h="1739900">
                <a:moveTo>
                  <a:pt x="2057400" y="0"/>
                </a:moveTo>
                <a:lnTo>
                  <a:pt x="0" y="0"/>
                </a:lnTo>
                <a:lnTo>
                  <a:pt x="0" y="1739900"/>
                </a:lnTo>
                <a:lnTo>
                  <a:pt x="2057400" y="1739900"/>
                </a:lnTo>
                <a:lnTo>
                  <a:pt x="2057400" y="0"/>
                </a:lnTo>
                <a:close/>
              </a:path>
            </a:pathLst>
          </a:custGeom>
          <a:solidFill>
            <a:srgbClr val="CCD4E9"/>
          </a:solidFill>
          <a:ln w="9525">
            <a:no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70670" name="object 29"/>
          <p:cNvSpPr txBox="1"/>
          <p:nvPr/>
        </p:nvSpPr>
        <p:spPr>
          <a:xfrm>
            <a:off x="2592388" y="3149600"/>
            <a:ext cx="1776412" cy="300038"/>
          </a:xfrm>
          <a:prstGeom prst="rect">
            <a:avLst/>
          </a:prstGeom>
        </p:spPr>
        <p:txBody>
          <a:bodyPr lIns="0" tIns="1270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12700" marR="0" lvl="0" indent="0" algn="l" defTabSz="914400" rtl="0" eaLnBrk="0" fontAlgn="base" latinLnBrk="0" hangingPunct="0">
              <a:lnSpc>
                <a:spcPct val="100000"/>
              </a:lnSpc>
              <a:spcBef>
                <a:spcPts val="100"/>
              </a:spcBef>
              <a:spcAft>
                <a:spcPct val="0"/>
              </a:spcAft>
              <a:buClrTx/>
              <a:buSzTx/>
              <a:buFontTx/>
              <a:buNone/>
              <a:defRPr/>
            </a:pPr>
            <a:r>
              <a:rPr kumimoji="0" sz="1800" b="0" i="0" u="none" strike="noStrike" kern="1200" cap="none" spc="-5" normalizeH="0" baseline="0" noProof="0">
                <a:ln>
                  <a:noFill/>
                </a:ln>
                <a:solidFill>
                  <a:schemeClr val="tx1"/>
                </a:solidFill>
                <a:effectLst/>
                <a:uLnTx/>
                <a:uFillTx/>
                <a:latin typeface="Constantia"/>
                <a:ea typeface="+mn-ea" pitchFamily="34" charset="0"/>
                <a:cs typeface="Constantia"/>
              </a:rPr>
              <a:t>Hopfield</a:t>
            </a:r>
            <a:r>
              <a:rPr kumimoji="0" sz="1800" b="0" i="0" u="none" strike="noStrike" kern="1200" cap="none" spc="-50" normalizeH="0" baseline="0" noProof="0">
                <a:ln>
                  <a:noFill/>
                </a:ln>
                <a:solidFill>
                  <a:schemeClr val="tx1"/>
                </a:solidFill>
                <a:effectLst/>
                <a:uLnTx/>
                <a:uFillTx/>
                <a:latin typeface="Constantia"/>
                <a:ea typeface="+mn-ea" pitchFamily="34" charset="0"/>
                <a:cs typeface="Constantia"/>
              </a:rPr>
              <a:t> </a:t>
            </a:r>
            <a:r>
              <a:rPr kumimoji="0" sz="1800" b="0" i="0" u="none" strike="noStrike" kern="1200" cap="none" spc="-5" normalizeH="0" baseline="0" noProof="0">
                <a:ln>
                  <a:noFill/>
                </a:ln>
                <a:solidFill>
                  <a:schemeClr val="tx1"/>
                </a:solidFill>
                <a:effectLst/>
                <a:uLnTx/>
                <a:uFillTx/>
                <a:latin typeface="Constantia"/>
                <a:ea typeface="+mn-ea" pitchFamily="34" charset="0"/>
                <a:cs typeface="Constantia"/>
              </a:rPr>
              <a:t>network</a:t>
            </a:r>
            <a:endParaRPr kumimoji="0" sz="1800" b="0" i="0" u="none" strike="noStrike" kern="1200" cap="none" spc="0" normalizeH="0" baseline="0" noProof="0">
              <a:ln>
                <a:noFill/>
              </a:ln>
              <a:solidFill>
                <a:schemeClr val="tx1"/>
              </a:solidFill>
              <a:effectLst/>
              <a:uLnTx/>
              <a:uFillTx/>
              <a:latin typeface="Constantia"/>
              <a:ea typeface="+mn-ea"/>
              <a:cs typeface="Constantia"/>
            </a:endParaRPr>
          </a:p>
        </p:txBody>
      </p:sp>
      <p:sp>
        <p:nvSpPr>
          <p:cNvPr id="70671" name="object 30"/>
          <p:cNvSpPr/>
          <p:nvPr/>
        </p:nvSpPr>
        <p:spPr bwMode="auto">
          <a:xfrm>
            <a:off x="4572000" y="3127375"/>
            <a:ext cx="2057400" cy="1739900"/>
          </a:xfrm>
          <a:custGeom>
            <a:avLst/>
            <a:gdLst/>
            <a:ahLst/>
            <a:cxnLst>
              <a:cxn ang="0">
                <a:pos x="2057400" y="0"/>
              </a:cxn>
              <a:cxn ang="0">
                <a:pos x="0" y="0"/>
              </a:cxn>
              <a:cxn ang="0">
                <a:pos x="0" y="1739900"/>
              </a:cxn>
              <a:cxn ang="0">
                <a:pos x="2057400" y="1739900"/>
              </a:cxn>
              <a:cxn ang="0">
                <a:pos x="2057400" y="0"/>
              </a:cxn>
            </a:cxnLst>
            <a:rect l="l" t="t" r="r" b="b"/>
            <a:pathLst>
              <a:path w="2057400" h="1739900">
                <a:moveTo>
                  <a:pt x="2057400" y="0"/>
                </a:moveTo>
                <a:lnTo>
                  <a:pt x="0" y="0"/>
                </a:lnTo>
                <a:lnTo>
                  <a:pt x="0" y="1739900"/>
                </a:lnTo>
                <a:lnTo>
                  <a:pt x="2057400" y="1739900"/>
                </a:lnTo>
                <a:lnTo>
                  <a:pt x="2057400" y="0"/>
                </a:lnTo>
                <a:close/>
              </a:path>
            </a:pathLst>
          </a:custGeom>
          <a:solidFill>
            <a:srgbClr val="CCD4E9"/>
          </a:solidFill>
          <a:ln w="9525">
            <a:no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70672" name="object 31"/>
          <p:cNvSpPr/>
          <p:nvPr/>
        </p:nvSpPr>
        <p:spPr>
          <a:xfrm>
            <a:off x="4649788" y="3149600"/>
            <a:ext cx="1843087" cy="579438"/>
          </a:xfrm>
          <a:prstGeom prst="rect">
            <a:avLst/>
          </a:prstGeom>
          <a:noFill/>
          <a:ln>
            <a:noFill/>
            <a:miter lim="800000"/>
          </a:ln>
        </p:spPr>
        <p:txBody>
          <a:bodyPr lIns="0" tIns="6985"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defTabSz="914400">
              <a:lnSpc>
                <a:spcPct val="102000"/>
              </a:lnSpc>
              <a:spcBef>
                <a:spcPts val="50"/>
              </a:spcBef>
              <a:buClrTx/>
              <a:buFontTx/>
            </a:pPr>
            <a:r>
              <a:rPr lang="en-US" altLang="en-US" sz="1800">
                <a:solidFill>
                  <a:schemeClr val="tx1"/>
                </a:solidFill>
                <a:latin typeface="Constantia" pitchFamily="18" charset="0"/>
              </a:rPr>
              <a:t>John Hopfield and  Tank</a:t>
            </a:r>
          </a:p>
        </p:txBody>
      </p:sp>
      <p:grpSp>
        <p:nvGrpSpPr>
          <p:cNvPr id="70673" name="object 32"/>
          <p:cNvGrpSpPr/>
          <p:nvPr/>
        </p:nvGrpSpPr>
        <p:grpSpPr>
          <a:xfrm>
            <a:off x="457200" y="3127375"/>
            <a:ext cx="8229600" cy="3479800"/>
            <a:chOff x="457200" y="3126739"/>
            <a:chExt cx="8229600" cy="3479800"/>
          </a:xfrm>
        </p:grpSpPr>
        <p:sp>
          <p:nvSpPr>
            <p:cNvPr id="70684" name="object 33"/>
            <p:cNvSpPr/>
            <p:nvPr/>
          </p:nvSpPr>
          <p:spPr bwMode="auto">
            <a:xfrm>
              <a:off x="6629400" y="3126739"/>
              <a:ext cx="2057400" cy="1739900"/>
            </a:xfrm>
            <a:custGeom>
              <a:avLst/>
              <a:gdLst/>
              <a:ahLst/>
              <a:cxnLst>
                <a:cxn ang="0">
                  <a:pos x="2057400" y="0"/>
                </a:cxn>
                <a:cxn ang="0">
                  <a:pos x="0" y="0"/>
                </a:cxn>
                <a:cxn ang="0">
                  <a:pos x="0" y="1739900"/>
                </a:cxn>
                <a:cxn ang="0">
                  <a:pos x="2057400" y="1739900"/>
                </a:cxn>
                <a:cxn ang="0">
                  <a:pos x="2057400" y="0"/>
                </a:cxn>
              </a:cxnLst>
              <a:rect l="l" t="t" r="r" b="b"/>
              <a:pathLst>
                <a:path w="2057400" h="1739900">
                  <a:moveTo>
                    <a:pt x="2057400" y="0"/>
                  </a:moveTo>
                  <a:lnTo>
                    <a:pt x="0" y="0"/>
                  </a:lnTo>
                  <a:lnTo>
                    <a:pt x="0" y="1739900"/>
                  </a:lnTo>
                  <a:lnTo>
                    <a:pt x="2057400" y="1739900"/>
                  </a:lnTo>
                  <a:lnTo>
                    <a:pt x="2057400" y="0"/>
                  </a:lnTo>
                  <a:close/>
                </a:path>
              </a:pathLst>
            </a:custGeom>
            <a:solidFill>
              <a:srgbClr val="CCD4E9"/>
            </a:solidFill>
            <a:ln w="9525">
              <a:no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70685" name="object 34"/>
            <p:cNvSpPr/>
            <p:nvPr/>
          </p:nvSpPr>
          <p:spPr bwMode="auto">
            <a:xfrm>
              <a:off x="457200" y="4866639"/>
              <a:ext cx="2057400" cy="1739900"/>
            </a:xfrm>
            <a:custGeom>
              <a:avLst/>
              <a:gdLst/>
              <a:ahLst/>
              <a:cxnLst>
                <a:cxn ang="0">
                  <a:pos x="2057400" y="0"/>
                </a:cxn>
                <a:cxn ang="0">
                  <a:pos x="0" y="0"/>
                </a:cxn>
                <a:cxn ang="0">
                  <a:pos x="0" y="1739900"/>
                </a:cxn>
                <a:cxn ang="0">
                  <a:pos x="2057400" y="1739900"/>
                </a:cxn>
                <a:cxn ang="0">
                  <a:pos x="2057400" y="0"/>
                </a:cxn>
              </a:cxnLst>
              <a:rect l="l" t="t" r="r" b="b"/>
              <a:pathLst>
                <a:path w="2057400" h="1739900">
                  <a:moveTo>
                    <a:pt x="2057400" y="0"/>
                  </a:moveTo>
                  <a:lnTo>
                    <a:pt x="0" y="0"/>
                  </a:lnTo>
                  <a:lnTo>
                    <a:pt x="0" y="1739900"/>
                  </a:lnTo>
                  <a:lnTo>
                    <a:pt x="2057400" y="1739900"/>
                  </a:lnTo>
                  <a:lnTo>
                    <a:pt x="2057400" y="0"/>
                  </a:lnTo>
                  <a:close/>
                </a:path>
              </a:pathLst>
            </a:custGeom>
            <a:solidFill>
              <a:srgbClr val="E6EAF4"/>
            </a:solidFill>
            <a:ln w="9525">
              <a:no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grpSp>
      <p:sp>
        <p:nvSpPr>
          <p:cNvPr id="70674" name="object 35"/>
          <p:cNvSpPr txBox="1"/>
          <p:nvPr/>
        </p:nvSpPr>
        <p:spPr>
          <a:xfrm>
            <a:off x="534988" y="4889500"/>
            <a:ext cx="468312" cy="300038"/>
          </a:xfrm>
          <a:prstGeom prst="rect">
            <a:avLst/>
          </a:prstGeom>
        </p:spPr>
        <p:txBody>
          <a:bodyPr lIns="0" tIns="1270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12700" marR="0" lvl="0" indent="0" algn="l" defTabSz="914400" rtl="0" eaLnBrk="0" fontAlgn="base" latinLnBrk="0" hangingPunct="0">
              <a:lnSpc>
                <a:spcPct val="100000"/>
              </a:lnSpc>
              <a:spcBef>
                <a:spcPts val="100"/>
              </a:spcBef>
              <a:spcAft>
                <a:spcPct val="0"/>
              </a:spcAft>
              <a:buClrTx/>
              <a:buSzTx/>
              <a:buFontTx/>
              <a:buNone/>
              <a:defRPr/>
            </a:pPr>
            <a:r>
              <a:rPr kumimoji="0" sz="1800" b="0" i="0" u="none" strike="noStrike" kern="1200" cap="none" spc="-5" normalizeH="0" baseline="0" noProof="0">
                <a:ln>
                  <a:noFill/>
                </a:ln>
                <a:solidFill>
                  <a:schemeClr val="tx1"/>
                </a:solidFill>
                <a:effectLst/>
                <a:uLnTx/>
                <a:uFillTx/>
                <a:latin typeface="Constantia"/>
                <a:ea typeface="+mn-ea" pitchFamily="34" charset="0"/>
                <a:cs typeface="Constantia"/>
              </a:rPr>
              <a:t>1</a:t>
            </a:r>
            <a:r>
              <a:rPr kumimoji="0" sz="1800" b="0" i="0" u="none" strike="noStrike" kern="1200" cap="none" spc="0" normalizeH="0" baseline="0" noProof="0">
                <a:ln>
                  <a:noFill/>
                </a:ln>
                <a:solidFill>
                  <a:schemeClr val="tx1"/>
                </a:solidFill>
                <a:effectLst/>
                <a:uLnTx/>
                <a:uFillTx/>
                <a:latin typeface="Constantia"/>
                <a:ea typeface="+mn-ea" pitchFamily="34" charset="0"/>
                <a:cs typeface="Constantia"/>
              </a:rPr>
              <a:t>986</a:t>
            </a:r>
            <a:endParaRPr kumimoji="0" sz="1800" b="0" i="0" u="none" strike="noStrike" kern="1200" cap="none" spc="0" normalizeH="0" baseline="0" noProof="0">
              <a:ln>
                <a:noFill/>
              </a:ln>
              <a:solidFill>
                <a:schemeClr val="tx1"/>
              </a:solidFill>
              <a:effectLst/>
              <a:uLnTx/>
              <a:uFillTx/>
              <a:latin typeface="Constantia"/>
              <a:ea typeface="+mn-ea"/>
              <a:cs typeface="Constantia"/>
            </a:endParaRPr>
          </a:p>
        </p:txBody>
      </p:sp>
      <p:sp>
        <p:nvSpPr>
          <p:cNvPr id="70675" name="object 36"/>
          <p:cNvSpPr/>
          <p:nvPr/>
        </p:nvSpPr>
        <p:spPr bwMode="auto">
          <a:xfrm>
            <a:off x="2514600" y="4867275"/>
            <a:ext cx="2057400" cy="1739900"/>
          </a:xfrm>
          <a:custGeom>
            <a:avLst/>
            <a:gdLst/>
            <a:ahLst/>
            <a:cxnLst>
              <a:cxn ang="0">
                <a:pos x="2057400" y="0"/>
              </a:cxn>
              <a:cxn ang="0">
                <a:pos x="0" y="0"/>
              </a:cxn>
              <a:cxn ang="0">
                <a:pos x="0" y="1739900"/>
              </a:cxn>
              <a:cxn ang="0">
                <a:pos x="2057400" y="1739900"/>
              </a:cxn>
              <a:cxn ang="0">
                <a:pos x="2057400" y="0"/>
              </a:cxn>
            </a:cxnLst>
            <a:rect l="l" t="t" r="r" b="b"/>
            <a:pathLst>
              <a:path w="2057400" h="1739900">
                <a:moveTo>
                  <a:pt x="2057400" y="0"/>
                </a:moveTo>
                <a:lnTo>
                  <a:pt x="0" y="0"/>
                </a:lnTo>
                <a:lnTo>
                  <a:pt x="0" y="1739900"/>
                </a:lnTo>
                <a:lnTo>
                  <a:pt x="2057400" y="1739900"/>
                </a:lnTo>
                <a:lnTo>
                  <a:pt x="2057400" y="0"/>
                </a:lnTo>
                <a:close/>
              </a:path>
            </a:pathLst>
          </a:custGeom>
          <a:solidFill>
            <a:srgbClr val="E6EAF4"/>
          </a:solidFill>
          <a:ln w="9525">
            <a:no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70676" name="object 37"/>
          <p:cNvSpPr/>
          <p:nvPr/>
        </p:nvSpPr>
        <p:spPr>
          <a:xfrm>
            <a:off x="2592388" y="4889500"/>
            <a:ext cx="1760537" cy="579438"/>
          </a:xfrm>
          <a:prstGeom prst="rect">
            <a:avLst/>
          </a:prstGeom>
          <a:noFill/>
          <a:ln>
            <a:noFill/>
            <a:miter lim="800000"/>
          </a:ln>
        </p:spPr>
        <p:txBody>
          <a:bodyPr lIns="0" tIns="6985"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defTabSz="914400">
              <a:lnSpc>
                <a:spcPct val="102000"/>
              </a:lnSpc>
              <a:spcBef>
                <a:spcPts val="50"/>
              </a:spcBef>
              <a:buClrTx/>
              <a:buFontTx/>
            </a:pPr>
            <a:r>
              <a:rPr lang="en-US" altLang="en-US" sz="1800">
                <a:solidFill>
                  <a:schemeClr val="tx1"/>
                </a:solidFill>
                <a:latin typeface="Constantia" pitchFamily="18" charset="0"/>
              </a:rPr>
              <a:t>Back propagation  network</a:t>
            </a:r>
          </a:p>
        </p:txBody>
      </p:sp>
      <p:sp>
        <p:nvSpPr>
          <p:cNvPr id="70677" name="object 38"/>
          <p:cNvSpPr/>
          <p:nvPr/>
        </p:nvSpPr>
        <p:spPr bwMode="auto">
          <a:xfrm>
            <a:off x="4572000" y="4867275"/>
            <a:ext cx="2057400" cy="1739900"/>
          </a:xfrm>
          <a:custGeom>
            <a:avLst/>
            <a:gdLst/>
            <a:ahLst/>
            <a:cxnLst>
              <a:cxn ang="0">
                <a:pos x="2057400" y="0"/>
              </a:cxn>
              <a:cxn ang="0">
                <a:pos x="0" y="0"/>
              </a:cxn>
              <a:cxn ang="0">
                <a:pos x="0" y="1739900"/>
              </a:cxn>
              <a:cxn ang="0">
                <a:pos x="2057400" y="1739900"/>
              </a:cxn>
              <a:cxn ang="0">
                <a:pos x="2057400" y="0"/>
              </a:cxn>
            </a:cxnLst>
            <a:rect l="l" t="t" r="r" b="b"/>
            <a:pathLst>
              <a:path w="2057400" h="1739900">
                <a:moveTo>
                  <a:pt x="2057400" y="0"/>
                </a:moveTo>
                <a:lnTo>
                  <a:pt x="0" y="0"/>
                </a:lnTo>
                <a:lnTo>
                  <a:pt x="0" y="1739900"/>
                </a:lnTo>
                <a:lnTo>
                  <a:pt x="2057400" y="1739900"/>
                </a:lnTo>
                <a:lnTo>
                  <a:pt x="2057400" y="0"/>
                </a:lnTo>
                <a:close/>
              </a:path>
            </a:pathLst>
          </a:custGeom>
          <a:solidFill>
            <a:srgbClr val="E6EAF4"/>
          </a:solidFill>
          <a:ln w="9525">
            <a:no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70678" name="object 39"/>
          <p:cNvSpPr/>
          <p:nvPr/>
        </p:nvSpPr>
        <p:spPr>
          <a:xfrm>
            <a:off x="4649788" y="4889500"/>
            <a:ext cx="1168400" cy="857250"/>
          </a:xfrm>
          <a:prstGeom prst="rect">
            <a:avLst/>
          </a:prstGeom>
          <a:noFill/>
          <a:ln>
            <a:noFill/>
            <a:miter lim="800000"/>
          </a:ln>
        </p:spPr>
        <p:txBody>
          <a:bodyPr lIns="0" tIns="8255"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algn="just" defTabSz="914400">
              <a:lnSpc>
                <a:spcPct val="102000"/>
              </a:lnSpc>
              <a:spcBef>
                <a:spcPts val="62"/>
              </a:spcBef>
              <a:buClrTx/>
              <a:buFontTx/>
            </a:pPr>
            <a:r>
              <a:rPr lang="en-US" altLang="en-US" sz="1800">
                <a:solidFill>
                  <a:schemeClr val="tx1"/>
                </a:solidFill>
                <a:latin typeface="Constantia" pitchFamily="18" charset="0"/>
              </a:rPr>
              <a:t>Rumelhart,  Hinton and  Williams</a:t>
            </a:r>
          </a:p>
        </p:txBody>
      </p:sp>
      <p:grpSp>
        <p:nvGrpSpPr>
          <p:cNvPr id="70679" name="object 40"/>
          <p:cNvGrpSpPr/>
          <p:nvPr/>
        </p:nvGrpSpPr>
        <p:grpSpPr>
          <a:xfrm>
            <a:off x="457200" y="4867275"/>
            <a:ext cx="8229600" cy="1990725"/>
            <a:chOff x="457200" y="4866640"/>
            <a:chExt cx="8229600" cy="1991360"/>
          </a:xfrm>
        </p:grpSpPr>
        <p:sp>
          <p:nvSpPr>
            <p:cNvPr id="70682" name="object 41"/>
            <p:cNvSpPr/>
            <p:nvPr/>
          </p:nvSpPr>
          <p:spPr bwMode="auto">
            <a:xfrm>
              <a:off x="6629400" y="4866640"/>
              <a:ext cx="2057400" cy="1739900"/>
            </a:xfrm>
            <a:custGeom>
              <a:avLst/>
              <a:gdLst/>
              <a:ahLst/>
              <a:cxnLst>
                <a:cxn ang="0">
                  <a:pos x="2057400" y="0"/>
                </a:cxn>
                <a:cxn ang="0">
                  <a:pos x="0" y="0"/>
                </a:cxn>
                <a:cxn ang="0">
                  <a:pos x="0" y="1739900"/>
                </a:cxn>
                <a:cxn ang="0">
                  <a:pos x="2057400" y="1739900"/>
                </a:cxn>
                <a:cxn ang="0">
                  <a:pos x="2057400" y="0"/>
                </a:cxn>
              </a:cxnLst>
              <a:rect l="l" t="t" r="r" b="b"/>
              <a:pathLst>
                <a:path w="2057400" h="1739900">
                  <a:moveTo>
                    <a:pt x="2057400" y="0"/>
                  </a:moveTo>
                  <a:lnTo>
                    <a:pt x="0" y="0"/>
                  </a:lnTo>
                  <a:lnTo>
                    <a:pt x="0" y="1739900"/>
                  </a:lnTo>
                  <a:lnTo>
                    <a:pt x="2057400" y="1739900"/>
                  </a:lnTo>
                  <a:lnTo>
                    <a:pt x="2057400" y="0"/>
                  </a:lnTo>
                  <a:close/>
                </a:path>
              </a:pathLst>
            </a:custGeom>
            <a:solidFill>
              <a:srgbClr val="E6EAF4"/>
            </a:solidFill>
            <a:ln w="9525">
              <a:no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70683" name="object 42"/>
            <p:cNvSpPr/>
            <p:nvPr/>
          </p:nvSpPr>
          <p:spPr bwMode="auto">
            <a:xfrm>
              <a:off x="457200" y="6606540"/>
              <a:ext cx="8229600" cy="251460"/>
            </a:xfrm>
            <a:custGeom>
              <a:avLst/>
              <a:gdLst/>
              <a:ahLst/>
              <a:cxnLst>
                <a:cxn ang="0">
                  <a:pos x="8229600" y="0"/>
                </a:cxn>
                <a:cxn ang="0">
                  <a:pos x="6172200" y="0"/>
                </a:cxn>
                <a:cxn ang="0">
                  <a:pos x="4114800" y="0"/>
                </a:cxn>
                <a:cxn ang="0">
                  <a:pos x="2057400" y="0"/>
                </a:cxn>
                <a:cxn ang="0">
                  <a:pos x="0" y="0"/>
                </a:cxn>
                <a:cxn ang="0">
                  <a:pos x="0" y="251470"/>
                </a:cxn>
                <a:cxn ang="0">
                  <a:pos x="2057400" y="251470"/>
                </a:cxn>
                <a:cxn ang="0">
                  <a:pos x="4114800" y="251470"/>
                </a:cxn>
                <a:cxn ang="0">
                  <a:pos x="6172200" y="251470"/>
                </a:cxn>
                <a:cxn ang="0">
                  <a:pos x="8229600" y="251470"/>
                </a:cxn>
                <a:cxn ang="0">
                  <a:pos x="8229600" y="0"/>
                </a:cxn>
              </a:cxnLst>
              <a:rect l="l" t="t" r="r" b="b"/>
              <a:pathLst>
                <a:path w="8229600" h="251459">
                  <a:moveTo>
                    <a:pt x="8229600" y="0"/>
                  </a:moveTo>
                  <a:lnTo>
                    <a:pt x="6172200" y="0"/>
                  </a:lnTo>
                  <a:lnTo>
                    <a:pt x="4114800" y="0"/>
                  </a:lnTo>
                  <a:lnTo>
                    <a:pt x="2057400" y="0"/>
                  </a:lnTo>
                  <a:lnTo>
                    <a:pt x="0" y="0"/>
                  </a:lnTo>
                  <a:lnTo>
                    <a:pt x="0" y="251460"/>
                  </a:lnTo>
                  <a:lnTo>
                    <a:pt x="2057400" y="251460"/>
                  </a:lnTo>
                  <a:lnTo>
                    <a:pt x="4114800" y="251460"/>
                  </a:lnTo>
                  <a:lnTo>
                    <a:pt x="6172200" y="251460"/>
                  </a:lnTo>
                  <a:lnTo>
                    <a:pt x="8229600" y="251460"/>
                  </a:lnTo>
                  <a:lnTo>
                    <a:pt x="8229600" y="0"/>
                  </a:lnTo>
                  <a:close/>
                </a:path>
              </a:pathLst>
            </a:custGeom>
            <a:solidFill>
              <a:srgbClr val="CCD4E9"/>
            </a:solidFill>
            <a:ln w="9525">
              <a:no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grpSp>
      <p:sp>
        <p:nvSpPr>
          <p:cNvPr id="70680" name="object 43"/>
          <p:cNvSpPr/>
          <p:nvPr/>
        </p:nvSpPr>
        <p:spPr>
          <a:xfrm>
            <a:off x="6707188" y="3149600"/>
            <a:ext cx="1992312" cy="3584575"/>
          </a:xfrm>
          <a:prstGeom prst="rect">
            <a:avLst/>
          </a:prstGeom>
          <a:noFill/>
          <a:ln>
            <a:noFill/>
            <a:miter lim="800000"/>
          </a:ln>
        </p:spPr>
        <p:txBody>
          <a:bodyPr lIns="0" tIns="6985"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defTabSz="914400">
              <a:lnSpc>
                <a:spcPct val="102000"/>
              </a:lnSpc>
              <a:spcBef>
                <a:spcPts val="50"/>
              </a:spcBef>
              <a:buClrTx/>
              <a:buFontTx/>
            </a:pPr>
            <a:r>
              <a:rPr lang="en-US" altLang="en-US" sz="1800">
                <a:solidFill>
                  <a:schemeClr val="tx1"/>
                </a:solidFill>
                <a:latin typeface="Constantia" pitchFamily="18" charset="0"/>
              </a:rPr>
              <a:t>Based on fixed  weights.</a:t>
            </a:r>
          </a:p>
          <a:p>
            <a:pPr marL="12700" lvl="0" indent="0" defTabSz="914400">
              <a:lnSpc>
                <a:spcPts val="2200"/>
              </a:lnSpc>
              <a:spcBef>
                <a:spcPts val="75"/>
              </a:spcBef>
              <a:buClrTx/>
              <a:buFontTx/>
            </a:pPr>
            <a:r>
              <a:rPr lang="en-US" altLang="en-US" sz="1800">
                <a:solidFill>
                  <a:schemeClr val="tx1"/>
                </a:solidFill>
                <a:latin typeface="Constantia" pitchFamily="18" charset="0"/>
              </a:rPr>
              <a:t>Can act as  associative  memory nets</a:t>
            </a:r>
          </a:p>
          <a:p>
            <a:pPr marL="12700" lvl="0" indent="0" defTabSz="914400">
              <a:spcBef>
                <a:spcPts val="50"/>
              </a:spcBef>
              <a:buClrTx/>
              <a:buFontTx/>
            </a:pPr>
            <a:endParaRPr lang="en-US" altLang="en-US" sz="2100">
              <a:solidFill>
                <a:schemeClr val="tx1"/>
              </a:solidFill>
              <a:latin typeface="Constantia" pitchFamily="18" charset="0"/>
            </a:endParaRPr>
          </a:p>
          <a:p>
            <a:pPr marL="12700" lvl="0" indent="0" defTabSz="914400">
              <a:spcBef>
                <a:spcPct val="0"/>
              </a:spcBef>
              <a:buClrTx/>
              <a:buFontTx/>
              <a:buAutoNum type="romanLcParenR"/>
            </a:pPr>
            <a:r>
              <a:rPr lang="en-US" altLang="en-US" sz="1800">
                <a:solidFill>
                  <a:schemeClr val="tx1"/>
                </a:solidFill>
                <a:latin typeface="Constantia" pitchFamily="18" charset="0"/>
              </a:rPr>
              <a:t>Multilayered</a:t>
            </a:r>
          </a:p>
          <a:p>
            <a:pPr marL="12700" lvl="0" indent="0" defTabSz="914400">
              <a:spcBef>
                <a:spcPts val="38"/>
              </a:spcBef>
              <a:buClrTx/>
              <a:buFontTx/>
              <a:buAutoNum type="romanLcParenR"/>
            </a:pPr>
            <a:r>
              <a:rPr lang="en-US" altLang="en-US" sz="1800">
                <a:solidFill>
                  <a:schemeClr val="tx1"/>
                </a:solidFill>
                <a:latin typeface="Constantia" pitchFamily="18" charset="0"/>
              </a:rPr>
              <a:t>Error</a:t>
            </a:r>
          </a:p>
          <a:p>
            <a:pPr marL="12700" lvl="0" indent="0" defTabSz="914400">
              <a:lnSpc>
                <a:spcPts val="2200"/>
              </a:lnSpc>
              <a:spcBef>
                <a:spcPts val="75"/>
              </a:spcBef>
              <a:buClrTx/>
              <a:buFontTx/>
            </a:pPr>
            <a:r>
              <a:rPr lang="en-US" altLang="en-US" sz="1800">
                <a:solidFill>
                  <a:schemeClr val="tx1"/>
                </a:solidFill>
                <a:latin typeface="Constantia" pitchFamily="18" charset="0"/>
              </a:rPr>
              <a:t>propagated  backward from</a:t>
            </a:r>
          </a:p>
          <a:p>
            <a:pPr marL="12700" lvl="0" indent="0" defTabSz="914400">
              <a:lnSpc>
                <a:spcPts val="2188"/>
              </a:lnSpc>
              <a:spcBef>
                <a:spcPct val="0"/>
              </a:spcBef>
              <a:buClrTx/>
              <a:buFontTx/>
            </a:pPr>
            <a:r>
              <a:rPr lang="en-US" altLang="en-US" sz="1800">
                <a:solidFill>
                  <a:schemeClr val="tx1"/>
                </a:solidFill>
                <a:latin typeface="Constantia" pitchFamily="18" charset="0"/>
              </a:rPr>
              <a:t>output to the  hidden units</a:t>
            </a:r>
          </a:p>
          <a:p>
            <a:pPr marL="12700" lvl="0" indent="0" algn="r" defTabSz="914400">
              <a:lnSpc>
                <a:spcPts val="1112"/>
              </a:lnSpc>
              <a:spcBef>
                <a:spcPct val="0"/>
              </a:spcBef>
              <a:buClrTx/>
              <a:buFontTx/>
            </a:pPr>
            <a:endParaRPr lang="en-US" altLang="en-US" sz="1200">
              <a:solidFill>
                <a:schemeClr val="tx1"/>
              </a:solidFill>
              <a:latin typeface="Arial" pitchFamily="34" charset="0"/>
              <a:ea typeface="Arial" pitchFamily="34" charset="0"/>
            </a:endParaRPr>
          </a:p>
        </p:txBody>
      </p:sp>
      <p:sp>
        <p:nvSpPr>
          <p:cNvPr id="70681"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35758A16-DA0D-411A-AEEA-6F2B3BA7BBF9}" type="slidenum">
              <a:rPr lang="en-US" altLang="en-US" sz="1200">
                <a:solidFill>
                  <a:srgbClr val="898989"/>
                </a:solidFill>
                <a:latin typeface="Arial" pitchFamily="34" charset="0"/>
                <a:ea typeface="DejaVu Sans"/>
              </a:rPr>
              <a:t>27</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object 17"/>
          <p:cNvSpPr txBox="1">
            <a:spLocks noGrp="1"/>
          </p:cNvSpPr>
          <p:nvPr>
            <p:ph type="title"/>
          </p:nvPr>
        </p:nvSpPr>
        <p:spPr>
          <a:xfrm>
            <a:off x="685800" y="500063"/>
            <a:ext cx="2095500"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sz="2600" b="1" i="0" u="none" strike="noStrike" kern="1200" cap="none" spc="0" normalizeH="0" baseline="0" noProof="0">
                <a:ln>
                  <a:noFill/>
                </a:ln>
                <a:solidFill>
                  <a:srgbClr val="C00000"/>
                </a:solidFill>
                <a:effectLst/>
                <a:uLnTx/>
                <a:uFillTx/>
                <a:latin typeface="Tahoma" pitchFamily="34" charset="0"/>
                <a:ea typeface="+mn-ea" pitchFamily="34" charset="0"/>
                <a:cs typeface="Tahoma" panose="020B0604030504040204" pitchFamily="34" charset="0"/>
              </a:rPr>
              <a:t>co</a:t>
            </a:r>
            <a:r>
              <a:rPr kumimoji="0" lang="en-IN" sz="2600" b="1" i="0" u="none" strike="noStrike" kern="1200" cap="none" spc="0" normalizeH="0" baseline="0" noProof="0">
                <a:ln>
                  <a:noFill/>
                </a:ln>
                <a:solidFill>
                  <a:srgbClr val="C00000"/>
                </a:solidFill>
                <a:effectLst/>
                <a:uLnTx/>
                <a:uFillTx/>
                <a:latin typeface="Tahoma" pitchFamily="34" charset="0"/>
                <a:ea typeface="+mn-ea" pitchFamily="34" charset="0"/>
                <a:cs typeface="Tahoma" panose="020B0604030504040204" pitchFamily="34" charset="0"/>
              </a:rPr>
              <a:t>n</a:t>
            </a:r>
            <a:r>
              <a:rPr kumimoji="0" sz="2600" b="1" i="0" u="none" strike="noStrike" kern="1200" cap="none" spc="0" normalizeH="0" baseline="0" noProof="0">
                <a:ln>
                  <a:noFill/>
                </a:ln>
                <a:solidFill>
                  <a:srgbClr val="C00000"/>
                </a:solidFill>
                <a:effectLst/>
                <a:uLnTx/>
                <a:uFillTx/>
                <a:latin typeface="Tahoma" pitchFamily="34" charset="0"/>
                <a:ea typeface="+mn-ea" pitchFamily="34" charset="0"/>
                <a:cs typeface="Tahoma" panose="020B0604030504040204" pitchFamily="34" charset="0"/>
              </a:rPr>
              <a:t>td..</a:t>
            </a:r>
          </a:p>
        </p:txBody>
      </p:sp>
      <p:graphicFrame>
        <p:nvGraphicFramePr>
          <p:cNvPr id="71683" name="object 18"/>
          <p:cNvGraphicFramePr>
            <a:graphicFrameLocks noGrp="1"/>
          </p:cNvGraphicFramePr>
          <p:nvPr/>
        </p:nvGraphicFramePr>
        <p:xfrm>
          <a:off x="533400" y="1295400"/>
          <a:ext cx="8153401" cy="4852986"/>
        </p:xfrm>
        <a:graphic>
          <a:graphicData uri="http://schemas.openxmlformats.org/drawingml/2006/table">
            <a:tbl>
              <a:tblPr/>
              <a:tblGrid>
                <a:gridCol w="1582738">
                  <a:extLst>
                    <a:ext uri="{9D8B030D-6E8A-4147-A177-3AD203B41FA5}">
                      <a16:colId xmlns:a16="http://schemas.microsoft.com/office/drawing/2014/main" val="20000"/>
                    </a:ext>
                  </a:extLst>
                </a:gridCol>
                <a:gridCol w="2416175">
                  <a:extLst>
                    <a:ext uri="{9D8B030D-6E8A-4147-A177-3AD203B41FA5}">
                      <a16:colId xmlns:a16="http://schemas.microsoft.com/office/drawing/2014/main" val="20001"/>
                    </a:ext>
                  </a:extLst>
                </a:gridCol>
                <a:gridCol w="1968500">
                  <a:extLst>
                    <a:ext uri="{9D8B030D-6E8A-4147-A177-3AD203B41FA5}">
                      <a16:colId xmlns:a16="http://schemas.microsoft.com/office/drawing/2014/main" val="20002"/>
                    </a:ext>
                  </a:extLst>
                </a:gridCol>
                <a:gridCol w="2185988">
                  <a:extLst>
                    <a:ext uri="{9D8B030D-6E8A-4147-A177-3AD203B41FA5}">
                      <a16:colId xmlns:a16="http://schemas.microsoft.com/office/drawing/2014/main" val="20003"/>
                    </a:ext>
                  </a:extLst>
                </a:gridCol>
              </a:tblGrid>
              <a:tr h="1055688">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spcBef>
                          <a:spcPts val="275"/>
                        </a:spcBef>
                      </a:pPr>
                      <a:r>
                        <a:rPr lang="en-US" altLang="en-US" b="1">
                          <a:solidFill>
                            <a:srgbClr val="FFFFFF"/>
                          </a:solidFill>
                          <a:latin typeface="Constantia" pitchFamily="18" charset="0"/>
                          <a:ea typeface="Constantia" pitchFamily="18" charset="0"/>
                        </a:rPr>
                        <a:t>1988</a:t>
                      </a:r>
                      <a:endParaRPr lang="en-US" altLang="en-US">
                        <a:latin typeface="Constantia" pitchFamily="18" charset="0"/>
                        <a:ea typeface="Constantia" pitchFamily="18" charset="0"/>
                      </a:endParaRPr>
                    </a:p>
                  </a:txBody>
                  <a:tcPr marL="0" marR="0" marT="35560" marB="0">
                    <a:lnL>
                      <a:noFill/>
                    </a:lnL>
                    <a:lnR>
                      <a:noFill/>
                    </a:lnR>
                    <a:lnT>
                      <a:noFill/>
                    </a:lnT>
                    <a:lnB>
                      <a:noFill/>
                    </a:lnB>
                    <a:solidFill>
                      <a:srgbClr val="0E6EC5"/>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9275" lvl="0" indent="0" eaLnBrk="1" hangingPunct="1">
                        <a:lnSpc>
                          <a:spcPct val="102000"/>
                        </a:lnSpc>
                        <a:spcBef>
                          <a:spcPts val="250"/>
                        </a:spcBef>
                      </a:pPr>
                      <a:r>
                        <a:rPr lang="en-US" altLang="en-US" b="1">
                          <a:solidFill>
                            <a:srgbClr val="FFFFFF"/>
                          </a:solidFill>
                          <a:latin typeface="Constantia" pitchFamily="18" charset="0"/>
                          <a:ea typeface="Constantia" pitchFamily="18" charset="0"/>
                        </a:rPr>
                        <a:t>Counter  propagation  network</a:t>
                      </a:r>
                      <a:endParaRPr lang="en-US" altLang="en-US">
                        <a:latin typeface="Constantia" pitchFamily="18" charset="0"/>
                        <a:ea typeface="Constantia" pitchFamily="18" charset="0"/>
                      </a:endParaRPr>
                    </a:p>
                  </a:txBody>
                  <a:tcPr marL="0" marR="0" marT="31115" marB="0">
                    <a:lnL>
                      <a:noFill/>
                    </a:lnL>
                    <a:lnR>
                      <a:noFill/>
                    </a:lnR>
                    <a:lnT>
                      <a:noFill/>
                    </a:lnT>
                    <a:lnB>
                      <a:noFill/>
                    </a:lnB>
                    <a:solidFill>
                      <a:srgbClr val="0E6EC5"/>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68275" lvl="0" indent="0" eaLnBrk="1" hangingPunct="1">
                        <a:spcBef>
                          <a:spcPts val="275"/>
                        </a:spcBef>
                      </a:pPr>
                      <a:r>
                        <a:rPr lang="en-US" altLang="en-US" b="1">
                          <a:solidFill>
                            <a:srgbClr val="FFFFFF"/>
                          </a:solidFill>
                          <a:latin typeface="Constantia" pitchFamily="18" charset="0"/>
                          <a:ea typeface="Constantia" pitchFamily="18" charset="0"/>
                        </a:rPr>
                        <a:t>Grossberg</a:t>
                      </a:r>
                      <a:endParaRPr lang="en-US" altLang="en-US">
                        <a:latin typeface="Constantia" pitchFamily="18" charset="0"/>
                        <a:ea typeface="Constantia" pitchFamily="18" charset="0"/>
                      </a:endParaRPr>
                    </a:p>
                  </a:txBody>
                  <a:tcPr marL="0" marR="0" marT="35560" marB="0">
                    <a:lnL>
                      <a:noFill/>
                    </a:lnL>
                    <a:lnR>
                      <a:noFill/>
                    </a:lnR>
                    <a:lnT>
                      <a:noFill/>
                    </a:lnT>
                    <a:lnB>
                      <a:noFill/>
                    </a:lnB>
                    <a:solidFill>
                      <a:srgbClr val="0E6EC5"/>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238125" lvl="0" indent="0" eaLnBrk="1" hangingPunct="1">
                        <a:lnSpc>
                          <a:spcPct val="102000"/>
                        </a:lnSpc>
                        <a:spcBef>
                          <a:spcPts val="250"/>
                        </a:spcBef>
                      </a:pPr>
                      <a:r>
                        <a:rPr lang="en-US" altLang="en-US" b="1">
                          <a:solidFill>
                            <a:srgbClr val="FFFFFF"/>
                          </a:solidFill>
                          <a:latin typeface="Constantia" pitchFamily="18" charset="0"/>
                          <a:ea typeface="Constantia" pitchFamily="18" charset="0"/>
                        </a:rPr>
                        <a:t>Similar to  kohonen  network</a:t>
                      </a:r>
                      <a:endParaRPr lang="en-US" altLang="en-US">
                        <a:latin typeface="Constantia" pitchFamily="18" charset="0"/>
                        <a:ea typeface="Constantia" pitchFamily="18" charset="0"/>
                      </a:endParaRPr>
                    </a:p>
                  </a:txBody>
                  <a:tcPr marL="0" marR="0" marT="31115" marB="0">
                    <a:lnL>
                      <a:noFill/>
                    </a:lnL>
                    <a:lnR>
                      <a:noFill/>
                    </a:lnR>
                    <a:lnT>
                      <a:noFill/>
                    </a:lnT>
                    <a:lnB>
                      <a:noFill/>
                    </a:lnB>
                    <a:solidFill>
                      <a:srgbClr val="0E6EC5"/>
                    </a:solidFill>
                  </a:tcPr>
                </a:tc>
                <a:extLst>
                  <a:ext uri="{0D108BD9-81ED-4DB2-BD59-A6C34878D82A}">
                    <a16:rowId xmlns:a16="http://schemas.microsoft.com/office/drawing/2014/main" val="10000"/>
                  </a:ext>
                </a:extLst>
              </a:tr>
              <a:tr h="398462">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spcBef>
                          <a:spcPts val="275"/>
                        </a:spcBef>
                      </a:pPr>
                      <a:r>
                        <a:rPr lang="en-US" altLang="en-US">
                          <a:latin typeface="Constantia" pitchFamily="18" charset="0"/>
                          <a:ea typeface="Constantia" pitchFamily="18" charset="0"/>
                        </a:rPr>
                        <a:t>1987-1990</a:t>
                      </a:r>
                    </a:p>
                  </a:txBody>
                  <a:tcPr marL="0" marR="0" marT="3556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9275" lvl="0" indent="0" eaLnBrk="1" hangingPunct="1">
                        <a:spcBef>
                          <a:spcPts val="275"/>
                        </a:spcBef>
                      </a:pPr>
                      <a:r>
                        <a:rPr lang="en-US" altLang="en-US">
                          <a:latin typeface="Constantia" pitchFamily="18" charset="0"/>
                          <a:ea typeface="Constantia" pitchFamily="18" charset="0"/>
                        </a:rPr>
                        <a:t>Adaptive</a:t>
                      </a:r>
                    </a:p>
                  </a:txBody>
                  <a:tcPr marL="0" marR="0" marT="3556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68275" lvl="0" indent="0" eaLnBrk="1" hangingPunct="1">
                        <a:spcBef>
                          <a:spcPts val="275"/>
                        </a:spcBef>
                      </a:pPr>
                      <a:r>
                        <a:rPr lang="en-US" altLang="en-US">
                          <a:latin typeface="Constantia" pitchFamily="18" charset="0"/>
                          <a:ea typeface="Constantia" pitchFamily="18" charset="0"/>
                        </a:rPr>
                        <a:t>Carpenter and</a:t>
                      </a:r>
                    </a:p>
                  </a:txBody>
                  <a:tcPr marL="0" marR="0" marT="3556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238125" lvl="0" indent="0" eaLnBrk="1" hangingPunct="1">
                        <a:spcBef>
                          <a:spcPts val="275"/>
                        </a:spcBef>
                      </a:pPr>
                      <a:r>
                        <a:rPr lang="en-US" altLang="en-US">
                          <a:latin typeface="Constantia" pitchFamily="18" charset="0"/>
                          <a:ea typeface="Constantia" pitchFamily="18" charset="0"/>
                        </a:rPr>
                        <a:t>Designed for</a:t>
                      </a:r>
                    </a:p>
                  </a:txBody>
                  <a:tcPr marL="0" marR="0" marT="35560" marB="0">
                    <a:lnL>
                      <a:noFill/>
                    </a:lnL>
                    <a:lnR>
                      <a:noFill/>
                    </a:lnR>
                    <a:lnT>
                      <a:noFill/>
                    </a:lnT>
                    <a:lnB>
                      <a:noFill/>
                    </a:lnB>
                    <a:solidFill>
                      <a:srgbClr val="CCD4E9"/>
                    </a:solidFill>
                  </a:tcPr>
                </a:tc>
                <a:extLst>
                  <a:ext uri="{0D108BD9-81ED-4DB2-BD59-A6C34878D82A}">
                    <a16:rowId xmlns:a16="http://schemas.microsoft.com/office/drawing/2014/main" val="10001"/>
                  </a:ext>
                </a:extLst>
              </a:tr>
              <a:tr h="32067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700">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9275" lvl="0" indent="0" eaLnBrk="1" hangingPunct="1">
                        <a:lnSpc>
                          <a:spcPts val="1912"/>
                        </a:lnSpc>
                      </a:pPr>
                      <a:r>
                        <a:rPr lang="en-US" altLang="en-US">
                          <a:latin typeface="Constantia" pitchFamily="18" charset="0"/>
                          <a:ea typeface="Constantia" pitchFamily="18" charset="0"/>
                        </a:rPr>
                        <a:t>resonance</a:t>
                      </a: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68275" lvl="0" indent="0" eaLnBrk="1" hangingPunct="1">
                        <a:lnSpc>
                          <a:spcPts val="1912"/>
                        </a:lnSpc>
                      </a:pPr>
                      <a:r>
                        <a:rPr lang="en-US" altLang="en-US">
                          <a:latin typeface="Constantia" pitchFamily="18" charset="0"/>
                          <a:ea typeface="Constantia" pitchFamily="18" charset="0"/>
                        </a:rPr>
                        <a:t>Grossberg</a:t>
                      </a: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238125" lvl="0" indent="0" eaLnBrk="1" hangingPunct="1">
                        <a:lnSpc>
                          <a:spcPts val="1912"/>
                        </a:lnSpc>
                      </a:pPr>
                      <a:r>
                        <a:rPr lang="en-US" altLang="en-US">
                          <a:latin typeface="Constantia" pitchFamily="18" charset="0"/>
                          <a:ea typeface="Constantia" pitchFamily="18" charset="0"/>
                        </a:rPr>
                        <a:t>binary and analog</a:t>
                      </a:r>
                    </a:p>
                  </a:txBody>
                  <a:tcPr marL="0" marR="0" marT="0" marB="0">
                    <a:lnL>
                      <a:noFill/>
                    </a:lnL>
                    <a:lnR>
                      <a:noFill/>
                    </a:lnR>
                    <a:lnT>
                      <a:noFill/>
                    </a:lnT>
                    <a:lnB>
                      <a:noFill/>
                    </a:lnB>
                    <a:solidFill>
                      <a:srgbClr val="CCD4E9"/>
                    </a:solidFill>
                  </a:tcPr>
                </a:tc>
                <a:extLst>
                  <a:ext uri="{0D108BD9-81ED-4DB2-BD59-A6C34878D82A}">
                    <a16:rowId xmlns:a16="http://schemas.microsoft.com/office/drawing/2014/main" val="10002"/>
                  </a:ext>
                </a:extLst>
              </a:tr>
              <a:tr h="336550">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9275" lvl="0" indent="0" eaLnBrk="1" hangingPunct="1">
                        <a:lnSpc>
                          <a:spcPts val="1900"/>
                        </a:lnSpc>
                      </a:pPr>
                      <a:r>
                        <a:rPr lang="en-US" altLang="en-US">
                          <a:latin typeface="Constantia" pitchFamily="18" charset="0"/>
                          <a:ea typeface="Constantia" pitchFamily="18" charset="0"/>
                        </a:rPr>
                        <a:t>Theory(ART)</a:t>
                      </a: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238125" lvl="0" indent="0" eaLnBrk="1" hangingPunct="1">
                        <a:lnSpc>
                          <a:spcPts val="1900"/>
                        </a:lnSpc>
                      </a:pPr>
                      <a:r>
                        <a:rPr lang="en-US" altLang="en-US">
                          <a:latin typeface="Constantia" pitchFamily="18" charset="0"/>
                          <a:ea typeface="Constantia" pitchFamily="18" charset="0"/>
                        </a:rPr>
                        <a:t>inputs.</a:t>
                      </a:r>
                    </a:p>
                  </a:txBody>
                  <a:tcPr marL="0" marR="0" marT="0" marB="0">
                    <a:lnL>
                      <a:noFill/>
                    </a:lnL>
                    <a:lnR>
                      <a:noFill/>
                    </a:lnR>
                    <a:lnT>
                      <a:noFill/>
                    </a:lnT>
                    <a:lnB>
                      <a:noFill/>
                    </a:lnB>
                    <a:solidFill>
                      <a:srgbClr val="CCD4E9"/>
                    </a:solidFill>
                  </a:tcPr>
                </a:tc>
                <a:extLst>
                  <a:ext uri="{0D108BD9-81ED-4DB2-BD59-A6C34878D82A}">
                    <a16:rowId xmlns:a16="http://schemas.microsoft.com/office/drawing/2014/main" val="10003"/>
                  </a:ext>
                </a:extLst>
              </a:tr>
              <a:tr h="398462">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spcBef>
                          <a:spcPts val="275"/>
                        </a:spcBef>
                      </a:pPr>
                      <a:r>
                        <a:rPr lang="en-US" altLang="en-US">
                          <a:latin typeface="Constantia" pitchFamily="18" charset="0"/>
                          <a:ea typeface="Constantia" pitchFamily="18" charset="0"/>
                        </a:rPr>
                        <a:t>1988</a:t>
                      </a:r>
                    </a:p>
                  </a:txBody>
                  <a:tcPr marL="0" marR="0" marT="3556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9275" lvl="0" indent="0" eaLnBrk="1" hangingPunct="1">
                        <a:spcBef>
                          <a:spcPts val="275"/>
                        </a:spcBef>
                      </a:pPr>
                      <a:r>
                        <a:rPr lang="en-US" altLang="en-US">
                          <a:latin typeface="Constantia" pitchFamily="18" charset="0"/>
                          <a:ea typeface="Constantia" pitchFamily="18" charset="0"/>
                        </a:rPr>
                        <a:t>Radial basis</a:t>
                      </a:r>
                    </a:p>
                  </a:txBody>
                  <a:tcPr marL="0" marR="0" marT="3556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68275" lvl="0" indent="0" eaLnBrk="1" hangingPunct="1">
                        <a:spcBef>
                          <a:spcPts val="275"/>
                        </a:spcBef>
                      </a:pPr>
                      <a:r>
                        <a:rPr lang="en-US" altLang="en-US">
                          <a:latin typeface="Constantia" pitchFamily="18" charset="0"/>
                          <a:ea typeface="Constantia" pitchFamily="18" charset="0"/>
                        </a:rPr>
                        <a:t>Broomhead and</a:t>
                      </a:r>
                    </a:p>
                  </a:txBody>
                  <a:tcPr marL="0" marR="0" marT="3556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238125" lvl="0" indent="0" eaLnBrk="1" hangingPunct="1">
                        <a:spcBef>
                          <a:spcPts val="275"/>
                        </a:spcBef>
                      </a:pPr>
                      <a:r>
                        <a:rPr lang="en-US" altLang="en-US">
                          <a:latin typeface="Constantia" pitchFamily="18" charset="0"/>
                          <a:ea typeface="Constantia" pitchFamily="18" charset="0"/>
                        </a:rPr>
                        <a:t>Resemble back</a:t>
                      </a:r>
                    </a:p>
                  </a:txBody>
                  <a:tcPr marL="0" marR="0" marT="35560" marB="0">
                    <a:lnL>
                      <a:noFill/>
                    </a:lnL>
                    <a:lnR>
                      <a:noFill/>
                    </a:lnR>
                    <a:lnT>
                      <a:noFill/>
                    </a:lnT>
                    <a:lnB>
                      <a:noFill/>
                    </a:lnB>
                    <a:solidFill>
                      <a:srgbClr val="E6EAF4"/>
                    </a:solidFill>
                  </a:tcPr>
                </a:tc>
                <a:extLst>
                  <a:ext uri="{0D108BD9-81ED-4DB2-BD59-A6C34878D82A}">
                    <a16:rowId xmlns:a16="http://schemas.microsoft.com/office/drawing/2014/main" val="10004"/>
                  </a:ext>
                </a:extLst>
              </a:tr>
              <a:tr h="32067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7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9275" lvl="0" indent="0" eaLnBrk="1" hangingPunct="1">
                        <a:lnSpc>
                          <a:spcPts val="1912"/>
                        </a:lnSpc>
                      </a:pPr>
                      <a:r>
                        <a:rPr lang="en-US" altLang="en-US">
                          <a:latin typeface="Constantia" pitchFamily="18" charset="0"/>
                          <a:ea typeface="Constantia" pitchFamily="18" charset="0"/>
                        </a:rPr>
                        <a:t>function network</a:t>
                      </a: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68275" lvl="0" indent="0" eaLnBrk="1" hangingPunct="1">
                        <a:lnSpc>
                          <a:spcPts val="1912"/>
                        </a:lnSpc>
                      </a:pPr>
                      <a:r>
                        <a:rPr lang="en-US" altLang="en-US">
                          <a:latin typeface="Constantia" pitchFamily="18" charset="0"/>
                          <a:ea typeface="Constantia" pitchFamily="18" charset="0"/>
                        </a:rPr>
                        <a:t>Lowe</a:t>
                      </a: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238125" lvl="0" indent="0" eaLnBrk="1" hangingPunct="1">
                        <a:lnSpc>
                          <a:spcPts val="1912"/>
                        </a:lnSpc>
                      </a:pPr>
                      <a:r>
                        <a:rPr lang="en-US" altLang="en-US">
                          <a:latin typeface="Constantia" pitchFamily="18" charset="0"/>
                          <a:ea typeface="Constantia" pitchFamily="18" charset="0"/>
                        </a:rPr>
                        <a:t>propagation</a:t>
                      </a:r>
                    </a:p>
                  </a:txBody>
                  <a:tcPr marL="0" marR="0" marT="0" marB="0">
                    <a:lnL>
                      <a:noFill/>
                    </a:lnL>
                    <a:lnR>
                      <a:noFill/>
                    </a:lnR>
                    <a:lnT>
                      <a:noFill/>
                    </a:lnT>
                    <a:lnB>
                      <a:noFill/>
                    </a:lnB>
                    <a:solidFill>
                      <a:srgbClr val="E6EAF4"/>
                    </a:solidFill>
                  </a:tcPr>
                </a:tc>
                <a:extLst>
                  <a:ext uri="{0D108BD9-81ED-4DB2-BD59-A6C34878D82A}">
                    <a16:rowId xmlns:a16="http://schemas.microsoft.com/office/drawing/2014/main" val="10005"/>
                  </a:ext>
                </a:extLst>
              </a:tr>
              <a:tr h="32067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7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7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7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238125" lvl="0" indent="0" eaLnBrk="1" hangingPunct="1">
                        <a:lnSpc>
                          <a:spcPts val="1900"/>
                        </a:lnSpc>
                      </a:pPr>
                      <a:r>
                        <a:rPr lang="en-US" altLang="en-US">
                          <a:latin typeface="Constantia" pitchFamily="18" charset="0"/>
                          <a:ea typeface="Constantia" pitchFamily="18" charset="0"/>
                        </a:rPr>
                        <a:t>network , but</a:t>
                      </a:r>
                    </a:p>
                  </a:txBody>
                  <a:tcPr marL="0" marR="0" marT="0" marB="0">
                    <a:lnL>
                      <a:noFill/>
                    </a:lnL>
                    <a:lnR>
                      <a:noFill/>
                    </a:lnR>
                    <a:lnT>
                      <a:noFill/>
                    </a:lnT>
                    <a:lnB>
                      <a:noFill/>
                    </a:lnB>
                    <a:solidFill>
                      <a:srgbClr val="E6EAF4"/>
                    </a:solidFill>
                  </a:tcPr>
                </a:tc>
                <a:extLst>
                  <a:ext uri="{0D108BD9-81ED-4DB2-BD59-A6C34878D82A}">
                    <a16:rowId xmlns:a16="http://schemas.microsoft.com/office/drawing/2014/main" val="10006"/>
                  </a:ext>
                </a:extLst>
              </a:tr>
              <a:tr h="322262">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7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7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7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238125" lvl="0" indent="0" eaLnBrk="1" hangingPunct="1">
                        <a:lnSpc>
                          <a:spcPts val="1912"/>
                        </a:lnSpc>
                      </a:pPr>
                      <a:r>
                        <a:rPr lang="en-US" altLang="en-US">
                          <a:latin typeface="Constantia" pitchFamily="18" charset="0"/>
                          <a:ea typeface="Constantia" pitchFamily="18" charset="0"/>
                        </a:rPr>
                        <a:t>activation function</a:t>
                      </a:r>
                    </a:p>
                  </a:txBody>
                  <a:tcPr marL="0" marR="0" marT="0" marB="0">
                    <a:lnL>
                      <a:noFill/>
                    </a:lnL>
                    <a:lnR>
                      <a:noFill/>
                    </a:lnR>
                    <a:lnT>
                      <a:noFill/>
                    </a:lnT>
                    <a:lnB>
                      <a:noFill/>
                    </a:lnB>
                    <a:solidFill>
                      <a:srgbClr val="E6EAF4"/>
                    </a:solidFill>
                  </a:tcPr>
                </a:tc>
                <a:extLst>
                  <a:ext uri="{0D108BD9-81ED-4DB2-BD59-A6C34878D82A}">
                    <a16:rowId xmlns:a16="http://schemas.microsoft.com/office/drawing/2014/main" val="10007"/>
                  </a:ext>
                </a:extLst>
              </a:tr>
              <a:tr h="32067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7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7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7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238125" lvl="0" indent="0" eaLnBrk="1" hangingPunct="1">
                        <a:lnSpc>
                          <a:spcPts val="1912"/>
                        </a:lnSpc>
                      </a:pPr>
                      <a:r>
                        <a:rPr lang="en-US" altLang="en-US">
                          <a:latin typeface="Constantia" pitchFamily="18" charset="0"/>
                          <a:ea typeface="Constantia" pitchFamily="18" charset="0"/>
                        </a:rPr>
                        <a:t>used is Gaussian</a:t>
                      </a:r>
                    </a:p>
                  </a:txBody>
                  <a:tcPr marL="0" marR="0" marT="0" marB="0">
                    <a:lnL>
                      <a:noFill/>
                    </a:lnL>
                    <a:lnR>
                      <a:noFill/>
                    </a:lnR>
                    <a:lnT>
                      <a:noFill/>
                    </a:lnT>
                    <a:lnB>
                      <a:noFill/>
                    </a:lnB>
                    <a:solidFill>
                      <a:srgbClr val="E6EAF4"/>
                    </a:solidFill>
                  </a:tcPr>
                </a:tc>
                <a:extLst>
                  <a:ext uri="{0D108BD9-81ED-4DB2-BD59-A6C34878D82A}">
                    <a16:rowId xmlns:a16="http://schemas.microsoft.com/office/drawing/2014/main" val="10008"/>
                  </a:ext>
                </a:extLst>
              </a:tr>
              <a:tr h="319088">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7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7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sz="1700">
                        <a:latin typeface="Times New Roman" pitchFamily="18" charset="0"/>
                        <a:ea typeface="Times New Roman" pitchFamily="18" charset="0"/>
                      </a:endParaRPr>
                    </a:p>
                  </a:txBody>
                  <a:tcPr marL="0" marR="0" marT="0" marB="0">
                    <a:lnL>
                      <a:noFill/>
                    </a:lnL>
                    <a:lnR>
                      <a:noFill/>
                    </a:lnR>
                    <a:lnT>
                      <a:noFill/>
                    </a:lnT>
                    <a:lnB>
                      <a:noFill/>
                    </a:lnB>
                    <a:solidFill>
                      <a:srgbClr val="E6EAF4"/>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238125" lvl="0" indent="0" eaLnBrk="1" hangingPunct="1">
                        <a:lnSpc>
                          <a:spcPts val="1900"/>
                        </a:lnSpc>
                      </a:pPr>
                      <a:r>
                        <a:rPr lang="en-US" altLang="en-US">
                          <a:latin typeface="Constantia" pitchFamily="18" charset="0"/>
                          <a:ea typeface="Constantia" pitchFamily="18" charset="0"/>
                        </a:rPr>
                        <a:t>function</a:t>
                      </a:r>
                    </a:p>
                  </a:txBody>
                  <a:tcPr marL="0" marR="0" marT="0" marB="0">
                    <a:lnL>
                      <a:noFill/>
                    </a:lnL>
                    <a:lnR>
                      <a:noFill/>
                    </a:lnR>
                    <a:lnT>
                      <a:noFill/>
                    </a:lnT>
                    <a:lnB>
                      <a:noFill/>
                    </a:lnB>
                    <a:solidFill>
                      <a:srgbClr val="E6EAF4"/>
                    </a:solidFill>
                  </a:tcPr>
                </a:tc>
                <a:extLst>
                  <a:ext uri="{0D108BD9-81ED-4DB2-BD59-A6C34878D82A}">
                    <a16:rowId xmlns:a16="http://schemas.microsoft.com/office/drawing/2014/main" val="10009"/>
                  </a:ext>
                </a:extLst>
              </a:tr>
              <a:tr h="398462">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88900" lvl="0" indent="0" eaLnBrk="1" hangingPunct="1">
                        <a:spcBef>
                          <a:spcPts val="275"/>
                        </a:spcBef>
                      </a:pPr>
                      <a:r>
                        <a:rPr lang="en-US" altLang="en-US">
                          <a:latin typeface="Constantia" pitchFamily="18" charset="0"/>
                          <a:ea typeface="Constantia" pitchFamily="18" charset="0"/>
                        </a:rPr>
                        <a:t>1988</a:t>
                      </a:r>
                    </a:p>
                  </a:txBody>
                  <a:tcPr marL="0" marR="0" marT="3556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549275" lvl="0" indent="0" eaLnBrk="1" hangingPunct="1">
                        <a:spcBef>
                          <a:spcPts val="275"/>
                        </a:spcBef>
                      </a:pPr>
                      <a:r>
                        <a:rPr lang="en-US" altLang="en-US">
                          <a:latin typeface="Constantia" pitchFamily="18" charset="0"/>
                          <a:ea typeface="Constantia" pitchFamily="18" charset="0"/>
                        </a:rPr>
                        <a:t>Neo cognitron</a:t>
                      </a:r>
                    </a:p>
                  </a:txBody>
                  <a:tcPr marL="0" marR="0" marT="3556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68275" lvl="0" indent="0" eaLnBrk="1" hangingPunct="1">
                        <a:spcBef>
                          <a:spcPts val="275"/>
                        </a:spcBef>
                      </a:pPr>
                      <a:r>
                        <a:rPr lang="en-US" altLang="en-US">
                          <a:latin typeface="Constantia" pitchFamily="18" charset="0"/>
                          <a:ea typeface="Constantia" pitchFamily="18" charset="0"/>
                        </a:rPr>
                        <a:t>Fukushima</a:t>
                      </a:r>
                    </a:p>
                  </a:txBody>
                  <a:tcPr marL="0" marR="0" marT="3556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238125" lvl="0" indent="0" eaLnBrk="1" hangingPunct="1">
                        <a:spcBef>
                          <a:spcPts val="275"/>
                        </a:spcBef>
                      </a:pPr>
                      <a:r>
                        <a:rPr lang="en-US" altLang="en-US">
                          <a:latin typeface="Constantia" pitchFamily="18" charset="0"/>
                          <a:ea typeface="Constantia" pitchFamily="18" charset="0"/>
                        </a:rPr>
                        <a:t>For character</a:t>
                      </a:r>
                    </a:p>
                  </a:txBody>
                  <a:tcPr marL="0" marR="0" marT="35560" marB="0">
                    <a:lnL>
                      <a:noFill/>
                    </a:lnL>
                    <a:lnR>
                      <a:noFill/>
                    </a:lnR>
                    <a:lnT>
                      <a:noFill/>
                    </a:lnT>
                    <a:lnB>
                      <a:noFill/>
                    </a:lnB>
                    <a:solidFill>
                      <a:srgbClr val="CCD4E9"/>
                    </a:solidFill>
                  </a:tcPr>
                </a:tc>
                <a:extLst>
                  <a:ext uri="{0D108BD9-81ED-4DB2-BD59-A6C34878D82A}">
                    <a16:rowId xmlns:a16="http://schemas.microsoft.com/office/drawing/2014/main" val="10010"/>
                  </a:ext>
                </a:extLst>
              </a:tr>
              <a:tr h="341312">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eaLnBrk="1" hangingPunct="1"/>
                      <a:endParaRPr lang="en-US" altLang="en-US">
                        <a:latin typeface="Times New Roman" pitchFamily="18" charset="0"/>
                        <a:ea typeface="Times New Roman" pitchFamily="18" charset="0"/>
                      </a:endParaRPr>
                    </a:p>
                  </a:txBody>
                  <a:tcPr marL="0" marR="0" marT="0" marB="0">
                    <a:lnL>
                      <a:noFill/>
                    </a:lnL>
                    <a:lnR>
                      <a:noFill/>
                    </a:lnR>
                    <a:lnT>
                      <a:noFill/>
                    </a:lnT>
                    <a:lnB>
                      <a:noFill/>
                    </a:lnB>
                    <a:solidFill>
                      <a:srgbClr val="CCD4E9"/>
                    </a:solid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238125" lvl="0" indent="0" eaLnBrk="1" hangingPunct="1">
                        <a:lnSpc>
                          <a:spcPts val="1912"/>
                        </a:lnSpc>
                      </a:pPr>
                      <a:r>
                        <a:rPr lang="en-US" altLang="en-US">
                          <a:latin typeface="Constantia" pitchFamily="18" charset="0"/>
                          <a:ea typeface="Constantia" pitchFamily="18" charset="0"/>
                        </a:rPr>
                        <a:t>recogniton.</a:t>
                      </a:r>
                    </a:p>
                  </a:txBody>
                  <a:tcPr marL="0" marR="0" marT="0" marB="0">
                    <a:lnL>
                      <a:noFill/>
                    </a:lnL>
                    <a:lnR>
                      <a:noFill/>
                    </a:lnR>
                    <a:lnT>
                      <a:noFill/>
                    </a:lnT>
                    <a:lnB>
                      <a:noFill/>
                    </a:lnB>
                    <a:solidFill>
                      <a:srgbClr val="CCD4E9"/>
                    </a:solidFill>
                  </a:tcPr>
                </a:tc>
                <a:extLst>
                  <a:ext uri="{0D108BD9-81ED-4DB2-BD59-A6C34878D82A}">
                    <a16:rowId xmlns:a16="http://schemas.microsoft.com/office/drawing/2014/main" val="10011"/>
                  </a:ext>
                </a:extLst>
              </a:tr>
            </a:tbl>
          </a:graphicData>
        </a:graphic>
      </p:graphicFrame>
      <p:sp>
        <p:nvSpPr>
          <p:cNvPr id="71732"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F8E1F201-2910-4550-853C-6D17C13933C5}" type="slidenum">
              <a:rPr lang="en-US" altLang="en-US" sz="1200">
                <a:solidFill>
                  <a:srgbClr val="898989"/>
                </a:solidFill>
                <a:latin typeface="Arial" pitchFamily="34" charset="0"/>
                <a:ea typeface="DejaVu Sans"/>
              </a:rPr>
              <a:t>28</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object 17"/>
          <p:cNvSpPr>
            <a:spLocks noGrp="1"/>
          </p:cNvSpPr>
          <p:nvPr>
            <p:ph type="title"/>
          </p:nvPr>
        </p:nvSpPr>
        <p:spPr>
          <a:xfrm>
            <a:off x="2057400" y="523875"/>
            <a:ext cx="5307013" cy="412750"/>
          </a:xfrm>
          <a:noFill/>
          <a:ln>
            <a:round/>
          </a:ln>
        </p:spPr>
        <p:txBody>
          <a:bodyPr wrap="square" lIns="0" tIns="12700" rIns="0" bIns="0" anchor="ctr" anchorCtr="0">
            <a:spAutoFit/>
          </a:bodyPr>
          <a:lstStyle>
            <a:lvl1pPr marL="0" indent="0" algn="ctr" defTabSz="449262" rtl="0" eaLnBrk="0" fontAlgn="base" hangingPunct="0">
              <a:lnSpc>
                <a:spcPct val="100000"/>
              </a:lnSpc>
              <a:spcBef>
                <a:spcPct val="0"/>
              </a:spcBef>
              <a:spcAft>
                <a:spcPct val="0"/>
              </a:spcAft>
              <a:buClr>
                <a:srgbClr val="000000"/>
              </a:buClr>
              <a:buSzTx/>
              <a:buFont typeface="Times New Roman" pitchFamily="18" charset="0"/>
              <a:buNone/>
              <a:defRPr kumimoji="0" lang="en-US" altLang="en-US" sz="4400" b="0" i="0" u="none" kern="1200" baseline="0">
                <a:solidFill>
                  <a:srgbClr val="000000"/>
                </a:solidFill>
                <a:latin typeface="Calibri" pitchFamily="34" charset="0"/>
                <a:ea typeface="Noto Sans CJK SC" charset="0"/>
                <a:cs typeface="+mj-cs"/>
              </a:defRPr>
            </a:lvl1pPr>
          </a:lstStyle>
          <a:p>
            <a:pPr marL="1546225" lvl="0" indent="-1535112">
              <a:spcBef>
                <a:spcPts val="100"/>
              </a:spcBef>
            </a:pPr>
            <a:r>
              <a:rPr lang="en-US" altLang="en-US" sz="2600" b="1">
                <a:solidFill>
                  <a:srgbClr val="FF0000"/>
                </a:solidFill>
                <a:latin typeface="Tahoma" pitchFamily="34" charset="0"/>
                <a:ea typeface="Tahoma" pitchFamily="34" charset="0"/>
              </a:rPr>
              <a:t>Basic Models of </a:t>
            </a:r>
            <a:r>
              <a:rPr lang="en-IN" altLang="en-US" sz="2600" b="1">
                <a:solidFill>
                  <a:srgbClr val="FF0000"/>
                </a:solidFill>
                <a:latin typeface="Tahoma" pitchFamily="34" charset="0"/>
                <a:ea typeface="Tahoma" pitchFamily="34" charset="0"/>
              </a:rPr>
              <a:t>A</a:t>
            </a:r>
            <a:r>
              <a:rPr lang="en-US" altLang="en-US" sz="2600" b="1">
                <a:solidFill>
                  <a:srgbClr val="FF0000"/>
                </a:solidFill>
                <a:latin typeface="Tahoma" pitchFamily="34" charset="0"/>
                <a:ea typeface="Tahoma" pitchFamily="34" charset="0"/>
              </a:rPr>
              <a:t>NN</a:t>
            </a:r>
          </a:p>
        </p:txBody>
      </p:sp>
      <p:sp>
        <p:nvSpPr>
          <p:cNvPr id="72707" name="object 18"/>
          <p:cNvSpPr/>
          <p:nvPr/>
        </p:nvSpPr>
        <p:spPr>
          <a:xfrm>
            <a:off x="419100" y="1066800"/>
            <a:ext cx="8197850" cy="5454650"/>
          </a:xfrm>
          <a:prstGeom prst="rect">
            <a:avLst/>
          </a:prstGeom>
          <a:noFill/>
          <a:ln>
            <a:noFill/>
            <a:miter lim="800000"/>
          </a:ln>
        </p:spPr>
        <p:txBody>
          <a:bodyPr lIns="0" tIns="6985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457200" lvl="0" indent="-457200" algn="just" defTabSz="449262" eaLnBrk="1" hangingPunct="1">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Models are based on three entities</a:t>
            </a:r>
          </a:p>
          <a:p>
            <a:pPr marL="342900" lvl="1" indent="-342900" algn="just" defTabSz="449262" eaLnBrk="1" hangingPunct="1">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The model’s synaptic interconnections.</a:t>
            </a:r>
            <a:endParaRPr lang="en-IN" altLang="en-US" sz="2000">
              <a:solidFill>
                <a:srgbClr val="984807"/>
              </a:solidFill>
              <a:latin typeface="Tahoma" pitchFamily="34" charset="0"/>
              <a:ea typeface="Malgun Gothic" pitchFamily="34" charset="-127"/>
            </a:endParaRPr>
          </a:p>
          <a:p>
            <a:pPr marL="342900" lvl="1" indent="-342900" algn="just" defTabSz="449262" eaLnBrk="1" hangingPunct="1">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The training or learning rules adopted for updating and</a:t>
            </a:r>
            <a:r>
              <a:rPr lang="en-IN" altLang="en-US" sz="2000">
                <a:solidFill>
                  <a:srgbClr val="984807"/>
                </a:solidFill>
                <a:latin typeface="Tahoma" pitchFamily="34" charset="0"/>
                <a:ea typeface="Malgun Gothic" pitchFamily="34" charset="-127"/>
              </a:rPr>
              <a:t> </a:t>
            </a:r>
            <a:r>
              <a:rPr lang="en-US" altLang="en-US" sz="2000">
                <a:solidFill>
                  <a:srgbClr val="984807"/>
                </a:solidFill>
                <a:latin typeface="Tahoma" pitchFamily="34" charset="0"/>
                <a:ea typeface="Malgun Gothic" pitchFamily="34" charset="-127"/>
              </a:rPr>
              <a:t>adjusting the connection  weights.</a:t>
            </a:r>
            <a:endParaRPr lang="en-IN" altLang="en-US" sz="2000">
              <a:solidFill>
                <a:srgbClr val="984807"/>
              </a:solidFill>
              <a:latin typeface="Tahoma" pitchFamily="34" charset="0"/>
              <a:ea typeface="Malgun Gothic" pitchFamily="34" charset="-127"/>
            </a:endParaRPr>
          </a:p>
          <a:p>
            <a:pPr marL="342900" lvl="1" indent="-342900" algn="just" defTabSz="449262" eaLnBrk="1" hangingPunct="1">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Their activation functions</a:t>
            </a:r>
            <a:endParaRPr lang="en-IN" altLang="en-US" sz="2000">
              <a:solidFill>
                <a:srgbClr val="984807"/>
              </a:solidFill>
              <a:latin typeface="Tahoma" pitchFamily="34" charset="0"/>
              <a:ea typeface="Malgun Gothic" pitchFamily="34" charset="-127"/>
            </a:endParaRPr>
          </a:p>
          <a:p>
            <a:pPr marL="342900" lvl="1" indent="-342900" algn="just" defTabSz="449262" eaLnBrk="1" hangingPunct="1">
              <a:lnSpc>
                <a:spcPct val="110000"/>
              </a:lnSpc>
              <a:spcBef>
                <a:spcPct val="0"/>
              </a:spcBef>
              <a:buClr>
                <a:srgbClr val="984807"/>
              </a:buClr>
              <a:buFontTx/>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457200" lvl="0" indent="-457200" algn="just" defTabSz="449262" eaLnBrk="1" hangingPunct="1">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The arrangement of neurons to form layers and the connection pattern formed  within and between layers is called the network architecture.</a:t>
            </a:r>
            <a:endParaRPr lang="en-IN" altLang="en-US" sz="2000">
              <a:solidFill>
                <a:srgbClr val="984807"/>
              </a:solidFill>
              <a:latin typeface="Tahoma" pitchFamily="34" charset="0"/>
              <a:ea typeface="Malgun Gothic" pitchFamily="34" charset="-127"/>
            </a:endParaRPr>
          </a:p>
          <a:p>
            <a:pPr marL="457200" lvl="0" indent="-457200" algn="just" defTabSz="449262" eaLnBrk="1" hangingPunct="1">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IN" altLang="en-US" sz="2000">
                <a:solidFill>
                  <a:srgbClr val="984807"/>
                </a:solidFill>
                <a:latin typeface="Tahoma" pitchFamily="34" charset="0"/>
                <a:ea typeface="Malgun Gothic" pitchFamily="34" charset="-127"/>
              </a:rPr>
              <a:t>Six</a:t>
            </a:r>
            <a:r>
              <a:rPr lang="en-US" altLang="en-US" sz="2000">
                <a:solidFill>
                  <a:srgbClr val="984807"/>
                </a:solidFill>
                <a:latin typeface="Tahoma" pitchFamily="34" charset="0"/>
                <a:ea typeface="Malgun Gothic" pitchFamily="34" charset="-127"/>
              </a:rPr>
              <a:t> types:</a:t>
            </a:r>
          </a:p>
          <a:p>
            <a:pPr marL="342900" lvl="1" indent="-342900" algn="just" defTabSz="449262" eaLnBrk="1" hangingPunct="1">
              <a:lnSpc>
                <a:spcPct val="110000"/>
              </a:lnSpc>
              <a:spcBef>
                <a:spcPct val="0"/>
              </a:spcBef>
              <a:buClr>
                <a:srgbClr val="984807"/>
              </a:buClr>
              <a:buFont typeface="Wingdings" pitchFamily="2" charset="2"/>
              <a:buChar char="q"/>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Single layer feed forward network</a:t>
            </a:r>
            <a:endParaRPr lang="en-IN" altLang="en-US" sz="2000">
              <a:solidFill>
                <a:srgbClr val="984807"/>
              </a:solidFill>
              <a:latin typeface="Tahoma" pitchFamily="34" charset="0"/>
              <a:ea typeface="Malgun Gothic" pitchFamily="34" charset="-127"/>
            </a:endParaRPr>
          </a:p>
          <a:p>
            <a:pPr marL="342900" lvl="1" indent="-342900" algn="just" defTabSz="449262" eaLnBrk="1" hangingPunct="1">
              <a:lnSpc>
                <a:spcPct val="110000"/>
              </a:lnSpc>
              <a:spcBef>
                <a:spcPct val="0"/>
              </a:spcBef>
              <a:buClr>
                <a:srgbClr val="984807"/>
              </a:buClr>
              <a:buFont typeface="Wingdings" pitchFamily="2" charset="2"/>
              <a:buChar char="q"/>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Multilayer feed-forward network</a:t>
            </a:r>
            <a:endParaRPr lang="en-IN" altLang="en-US" sz="2000">
              <a:solidFill>
                <a:srgbClr val="984807"/>
              </a:solidFill>
              <a:latin typeface="Tahoma" pitchFamily="34" charset="0"/>
              <a:ea typeface="Malgun Gothic" pitchFamily="34" charset="-127"/>
            </a:endParaRPr>
          </a:p>
          <a:p>
            <a:pPr marL="342900" lvl="1" indent="-342900" algn="just" defTabSz="449262" eaLnBrk="1" hangingPunct="1">
              <a:lnSpc>
                <a:spcPct val="110000"/>
              </a:lnSpc>
              <a:spcBef>
                <a:spcPct val="0"/>
              </a:spcBef>
              <a:buClr>
                <a:srgbClr val="984807"/>
              </a:buClr>
              <a:buFont typeface="Wingdings" pitchFamily="2" charset="2"/>
              <a:buChar char="q"/>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Single node with its own feedback</a:t>
            </a:r>
            <a:endParaRPr lang="en-IN" altLang="en-US" sz="2000">
              <a:solidFill>
                <a:srgbClr val="984807"/>
              </a:solidFill>
              <a:latin typeface="Tahoma" pitchFamily="34" charset="0"/>
              <a:ea typeface="Malgun Gothic" pitchFamily="34" charset="-127"/>
            </a:endParaRPr>
          </a:p>
          <a:p>
            <a:pPr marL="342900" lvl="1" indent="-342900" algn="just" defTabSz="449262" eaLnBrk="1" hangingPunct="1">
              <a:lnSpc>
                <a:spcPct val="110000"/>
              </a:lnSpc>
              <a:spcBef>
                <a:spcPct val="0"/>
              </a:spcBef>
              <a:buClr>
                <a:srgbClr val="984807"/>
              </a:buClr>
              <a:buFont typeface="Wingdings" pitchFamily="2" charset="2"/>
              <a:buChar char="q"/>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Single-layer recurrent network</a:t>
            </a:r>
            <a:endParaRPr lang="en-IN" altLang="en-US" sz="2000">
              <a:solidFill>
                <a:srgbClr val="984807"/>
              </a:solidFill>
              <a:latin typeface="Tahoma" pitchFamily="34" charset="0"/>
              <a:ea typeface="Malgun Gothic" pitchFamily="34" charset="-127"/>
            </a:endParaRPr>
          </a:p>
          <a:p>
            <a:pPr marL="342900" lvl="1" indent="-342900" algn="just" defTabSz="449262" eaLnBrk="1" hangingPunct="1">
              <a:lnSpc>
                <a:spcPct val="110000"/>
              </a:lnSpc>
              <a:spcBef>
                <a:spcPct val="0"/>
              </a:spcBef>
              <a:buClr>
                <a:srgbClr val="984807"/>
              </a:buClr>
              <a:buFont typeface="Wingdings" pitchFamily="2" charset="2"/>
              <a:buChar char="q"/>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Multilayer recurrent network</a:t>
            </a:r>
            <a:endParaRPr lang="en-IN" altLang="en-US" sz="2000">
              <a:solidFill>
                <a:srgbClr val="984807"/>
              </a:solidFill>
              <a:latin typeface="Tahoma" pitchFamily="34" charset="0"/>
              <a:ea typeface="Malgun Gothic" pitchFamily="34" charset="-127"/>
            </a:endParaRPr>
          </a:p>
          <a:p>
            <a:pPr marL="342900" lvl="1" indent="-342900" algn="just" defTabSz="449262" eaLnBrk="1" hangingPunct="1">
              <a:lnSpc>
                <a:spcPct val="110000"/>
              </a:lnSpc>
              <a:spcBef>
                <a:spcPct val="0"/>
              </a:spcBef>
              <a:buClr>
                <a:srgbClr val="984807"/>
              </a:buClr>
              <a:buFont typeface="Wingdings" pitchFamily="2" charset="2"/>
              <a:buChar char="q"/>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IN" altLang="en-US" sz="2000">
                <a:solidFill>
                  <a:srgbClr val="984807"/>
                </a:solidFill>
                <a:latin typeface="Tahoma" pitchFamily="34" charset="0"/>
                <a:ea typeface="Malgun Gothic" pitchFamily="34" charset="-127"/>
              </a:rPr>
              <a:t>Lateral Inhibition Structure</a:t>
            </a:r>
            <a:endParaRPr lang="en-US" altLang="en-US" sz="2000">
              <a:solidFill>
                <a:srgbClr val="984807"/>
              </a:solidFill>
              <a:latin typeface="Tahoma" pitchFamily="34" charset="0"/>
              <a:ea typeface="Malgun Gothic" pitchFamily="34" charset="-127"/>
            </a:endParaRPr>
          </a:p>
        </p:txBody>
      </p:sp>
      <p:sp>
        <p:nvSpPr>
          <p:cNvPr id="72708"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91EA5418-35A2-4781-A304-3177A59BE9EC}" type="slidenum">
              <a:rPr lang="en-US" altLang="en-US" sz="1200">
                <a:solidFill>
                  <a:srgbClr val="898989"/>
                </a:solidFill>
                <a:latin typeface="Arial" pitchFamily="34" charset="0"/>
                <a:ea typeface="DejaVu Sans"/>
              </a:rPr>
              <a:t>29</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object 2"/>
          <p:cNvSpPr txBox="1">
            <a:spLocks noGrp="1"/>
          </p:cNvSpPr>
          <p:nvPr>
            <p:ph type="title"/>
          </p:nvPr>
        </p:nvSpPr>
        <p:spPr>
          <a:xfrm>
            <a:off x="803275" y="228600"/>
            <a:ext cx="7175500"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lang="en-IN"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Single Layer Feed- Forward Network</a:t>
            </a:r>
          </a:p>
        </p:txBody>
      </p:sp>
      <p:sp>
        <p:nvSpPr>
          <p:cNvPr id="73731" name="object 3"/>
          <p:cNvSpPr/>
          <p:nvPr/>
        </p:nvSpPr>
        <p:spPr>
          <a:xfrm>
            <a:off x="523875" y="1954213"/>
            <a:ext cx="3902075" cy="320675"/>
          </a:xfrm>
          <a:prstGeom prst="rect">
            <a:avLst/>
          </a:prstGeom>
          <a:noFill/>
          <a:ln>
            <a:noFill/>
            <a:miter lim="800000"/>
          </a:ln>
        </p:spPr>
        <p:txBody>
          <a:bodyPr lIns="0" tIns="127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368300" lvl="0" indent="-342900" defTabSz="914400">
              <a:spcBef>
                <a:spcPts val="100"/>
              </a:spcBef>
              <a:buClrTx/>
              <a:buFont typeface="Wingdings" pitchFamily="2" charset="2"/>
              <a:buChar char="q"/>
              <a:tabLst>
                <a:tab pos="1168400" algn="l"/>
                <a:tab pos="1508125" algn="l"/>
                <a:tab pos="2595562" algn="l"/>
                <a:tab pos="3040062" algn="l"/>
              </a:tabLst>
            </a:pPr>
            <a:r>
              <a:rPr lang="en-US" altLang="en-US" sz="2000">
                <a:solidFill>
                  <a:srgbClr val="984807"/>
                </a:solidFill>
                <a:latin typeface="Tahoma" pitchFamily="34" charset="0"/>
                <a:ea typeface="Malgun Gothic" pitchFamily="34" charset="-127"/>
              </a:rPr>
              <a:t>Layer	is	formed	by	taking</a:t>
            </a:r>
          </a:p>
        </p:txBody>
      </p:sp>
      <p:sp>
        <p:nvSpPr>
          <p:cNvPr id="73732" name="object 4"/>
          <p:cNvSpPr/>
          <p:nvPr/>
        </p:nvSpPr>
        <p:spPr>
          <a:xfrm>
            <a:off x="809625" y="2320925"/>
            <a:ext cx="3606800" cy="627063"/>
          </a:xfrm>
          <a:prstGeom prst="rect">
            <a:avLst/>
          </a:prstGeom>
          <a:noFill/>
          <a:ln>
            <a:noFill/>
            <a:miter lim="800000"/>
          </a:ln>
        </p:spPr>
        <p:txBody>
          <a:bodyPr lIns="0" tIns="127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defTabSz="914400">
              <a:spcBef>
                <a:spcPts val="100"/>
              </a:spcBef>
              <a:buClrTx/>
              <a:buFontTx/>
              <a:tabLst>
                <a:tab pos="1651000" algn="l"/>
                <a:tab pos="3097212" algn="l"/>
              </a:tabLst>
            </a:pPr>
            <a:r>
              <a:rPr lang="en-US" altLang="en-US" sz="2000">
                <a:solidFill>
                  <a:srgbClr val="984807"/>
                </a:solidFill>
                <a:latin typeface="Tahoma" pitchFamily="34" charset="0"/>
                <a:ea typeface="Malgun Gothic" pitchFamily="34" charset="-127"/>
              </a:rPr>
              <a:t>processing	 elements	and  combining	it</a:t>
            </a:r>
          </a:p>
        </p:txBody>
      </p:sp>
      <p:sp>
        <p:nvSpPr>
          <p:cNvPr id="73733" name="object 5"/>
          <p:cNvSpPr/>
          <p:nvPr/>
        </p:nvSpPr>
        <p:spPr>
          <a:xfrm>
            <a:off x="2860675" y="2686050"/>
            <a:ext cx="1550988" cy="320675"/>
          </a:xfrm>
          <a:prstGeom prst="rect">
            <a:avLst/>
          </a:prstGeom>
          <a:noFill/>
          <a:ln>
            <a:noFill/>
            <a:miter lim="800000"/>
          </a:ln>
        </p:spPr>
        <p:txBody>
          <a:bodyPr lIns="0" tIns="127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defTabSz="914400">
              <a:spcBef>
                <a:spcPts val="100"/>
              </a:spcBef>
              <a:buClrTx/>
              <a:buFontTx/>
              <a:tabLst>
                <a:tab pos="823912" algn="l"/>
              </a:tabLst>
            </a:pPr>
            <a:r>
              <a:rPr lang="en-US" altLang="en-US" sz="2000">
                <a:solidFill>
                  <a:srgbClr val="984807"/>
                </a:solidFill>
                <a:latin typeface="Tahoma" pitchFamily="34" charset="0"/>
                <a:ea typeface="Malgun Gothic" pitchFamily="34" charset="-127"/>
              </a:rPr>
              <a:t>with	other</a:t>
            </a:r>
          </a:p>
        </p:txBody>
      </p:sp>
      <p:sp>
        <p:nvSpPr>
          <p:cNvPr id="73734" name="object 6"/>
          <p:cNvSpPr/>
          <p:nvPr/>
        </p:nvSpPr>
        <p:spPr>
          <a:xfrm>
            <a:off x="434975" y="2976563"/>
            <a:ext cx="4041775" cy="2397125"/>
          </a:xfrm>
          <a:prstGeom prst="rect">
            <a:avLst/>
          </a:prstGeom>
          <a:noFill/>
          <a:ln>
            <a:noFill/>
            <a:miter lim="800000"/>
          </a:ln>
        </p:spPr>
        <p:txBody>
          <a:bodyPr lIns="0" tIns="8763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387350" lvl="0" indent="0" algn="just" defTabSz="914400">
              <a:spcBef>
                <a:spcPts val="688"/>
              </a:spcBef>
              <a:buClrTx/>
              <a:buFontTx/>
            </a:pPr>
            <a:r>
              <a:rPr lang="en-US" altLang="en-US" sz="2000">
                <a:solidFill>
                  <a:srgbClr val="984807"/>
                </a:solidFill>
                <a:latin typeface="Tahoma" pitchFamily="34" charset="0"/>
                <a:ea typeface="Malgun Gothic" pitchFamily="34" charset="-127"/>
              </a:rPr>
              <a:t>processing elements.</a:t>
            </a:r>
          </a:p>
          <a:p>
            <a:pPr marL="387350" lvl="0" indent="0" algn="just" defTabSz="914400">
              <a:spcBef>
                <a:spcPts val="588"/>
              </a:spcBef>
              <a:buClrTx/>
              <a:buFont typeface="Wingdings" pitchFamily="2" charset="2"/>
              <a:buChar char="q"/>
            </a:pPr>
            <a:r>
              <a:rPr lang="en-IN" altLang="en-US" sz="2000">
                <a:solidFill>
                  <a:srgbClr val="984807"/>
                </a:solidFill>
                <a:latin typeface="Tahoma" pitchFamily="34" charset="0"/>
                <a:ea typeface="Malgun Gothic" pitchFamily="34" charset="-127"/>
              </a:rPr>
              <a:t>I</a:t>
            </a:r>
            <a:r>
              <a:rPr lang="en-US" altLang="en-US" sz="2000">
                <a:solidFill>
                  <a:srgbClr val="984807"/>
                </a:solidFill>
                <a:latin typeface="Tahoma" pitchFamily="34" charset="0"/>
                <a:ea typeface="Malgun Gothic" pitchFamily="34" charset="-127"/>
              </a:rPr>
              <a:t>nput and output are  linked with each other</a:t>
            </a:r>
          </a:p>
          <a:p>
            <a:pPr marL="387350" lvl="0" indent="0" algn="just" defTabSz="914400">
              <a:spcBef>
                <a:spcPts val="600"/>
              </a:spcBef>
              <a:buClrTx/>
              <a:buFont typeface="Wingdings" pitchFamily="2" charset="2"/>
              <a:buChar char="q"/>
            </a:pPr>
            <a:r>
              <a:rPr lang="en-US" altLang="en-US" sz="2000">
                <a:solidFill>
                  <a:srgbClr val="984807"/>
                </a:solidFill>
                <a:latin typeface="Tahoma" pitchFamily="34" charset="0"/>
                <a:ea typeface="Malgun Gothic" pitchFamily="34" charset="-127"/>
              </a:rPr>
              <a:t>Inputs are connected to  the processing nodes with  various weights, resulting  in series of outputs one  per node.</a:t>
            </a:r>
          </a:p>
        </p:txBody>
      </p:sp>
      <p:sp>
        <p:nvSpPr>
          <p:cNvPr id="73735" name="object 7"/>
          <p:cNvSpPr/>
          <p:nvPr/>
        </p:nvSpPr>
        <p:spPr>
          <a:xfrm>
            <a:off x="4800600" y="2514600"/>
            <a:ext cx="3057525" cy="2286000"/>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73736" name="Slide Number Placeholder 2"/>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C254190B-D908-4EE5-88D5-6E662F0AA910}" type="slidenum">
              <a:rPr lang="en-US" altLang="en-US" sz="1200">
                <a:solidFill>
                  <a:srgbClr val="898989"/>
                </a:solidFill>
                <a:latin typeface="Arial" pitchFamily="34" charset="0"/>
                <a:ea typeface="DejaVu Sans"/>
              </a:rPr>
              <a:t>30</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object 17"/>
          <p:cNvSpPr txBox="1">
            <a:spLocks noGrp="1"/>
          </p:cNvSpPr>
          <p:nvPr>
            <p:ph type="title"/>
          </p:nvPr>
        </p:nvSpPr>
        <p:spPr>
          <a:xfrm>
            <a:off x="481013" y="228600"/>
            <a:ext cx="7964487"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lang="en-IN"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Multilayer Feed-Forward Network</a:t>
            </a:r>
          </a:p>
        </p:txBody>
      </p:sp>
      <p:sp>
        <p:nvSpPr>
          <p:cNvPr id="74755" name="object 18"/>
          <p:cNvSpPr/>
          <p:nvPr/>
        </p:nvSpPr>
        <p:spPr>
          <a:xfrm>
            <a:off x="481013" y="1089025"/>
            <a:ext cx="4029075" cy="4679950"/>
          </a:xfrm>
          <a:prstGeom prst="rect">
            <a:avLst/>
          </a:prstGeom>
          <a:noFill/>
          <a:ln>
            <a:noFill/>
            <a:miter lim="800000"/>
          </a:ln>
        </p:spPr>
        <p:txBody>
          <a:bodyPr lIns="0" tIns="127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14300" lvl="0" indent="0" defTabSz="914400">
              <a:spcBef>
                <a:spcPts val="100"/>
              </a:spcBef>
              <a:buClr>
                <a:srgbClr val="0ACFD8"/>
              </a:buClr>
              <a:buSzPct val="94000"/>
              <a:buFontTx/>
              <a:tabLst>
                <a:tab pos="387350" algn="l"/>
                <a:tab pos="1282700" algn="l"/>
                <a:tab pos="1698625" algn="l"/>
                <a:tab pos="2163762" algn="l"/>
                <a:tab pos="3771900" algn="l"/>
              </a:tabLst>
            </a:pPr>
            <a:r>
              <a:rPr lang="en-US" altLang="en-US" sz="2000">
                <a:solidFill>
                  <a:srgbClr val="984807"/>
                </a:solidFill>
                <a:latin typeface="Tahoma" pitchFamily="34" charset="0"/>
                <a:ea typeface="Malgun Gothic" pitchFamily="34" charset="-127"/>
              </a:rPr>
              <a:t>Formed	by	the	interconnection</a:t>
            </a:r>
            <a:r>
              <a:rPr lang="en-IN" altLang="en-US" sz="2000">
                <a:solidFill>
                  <a:srgbClr val="984807"/>
                </a:solidFill>
                <a:latin typeface="Tahoma" pitchFamily="34" charset="0"/>
                <a:ea typeface="Malgun Gothic" pitchFamily="34" charset="-127"/>
              </a:rPr>
              <a:t>	</a:t>
            </a:r>
            <a:r>
              <a:rPr lang="en-US" altLang="en-US" sz="2000">
                <a:solidFill>
                  <a:srgbClr val="984807"/>
                </a:solidFill>
                <a:latin typeface="Tahoma" pitchFamily="34" charset="0"/>
                <a:ea typeface="Malgun Gothic" pitchFamily="34" charset="-127"/>
              </a:rPr>
              <a:t>of  several layers.</a:t>
            </a:r>
          </a:p>
          <a:p>
            <a:pPr marL="114300" lvl="0" indent="0" defTabSz="914400">
              <a:spcBef>
                <a:spcPts val="438"/>
              </a:spcBef>
              <a:buClr>
                <a:srgbClr val="0ACFD8"/>
              </a:buClr>
              <a:buSzPct val="94000"/>
              <a:buFont typeface="Symbol" pitchFamily="18" charset="2"/>
              <a:buChar char=""/>
              <a:tabLst>
                <a:tab pos="387350" algn="l"/>
                <a:tab pos="1282700" algn="l"/>
                <a:tab pos="1698625" algn="l"/>
                <a:tab pos="2163762" algn="l"/>
                <a:tab pos="3771900" algn="l"/>
              </a:tabLst>
            </a:pPr>
            <a:r>
              <a:rPr lang="en-US" altLang="en-US" sz="2000">
                <a:solidFill>
                  <a:srgbClr val="984807"/>
                </a:solidFill>
                <a:latin typeface="Tahoma" pitchFamily="34" charset="0"/>
                <a:ea typeface="Malgun Gothic" pitchFamily="34" charset="-127"/>
              </a:rPr>
              <a:t>Input layer receives input and buffers  input signal.</a:t>
            </a:r>
          </a:p>
          <a:p>
            <a:pPr marL="114300" lvl="0" indent="0" defTabSz="914400">
              <a:spcBef>
                <a:spcPts val="450"/>
              </a:spcBef>
              <a:buClr>
                <a:srgbClr val="0ACFD8"/>
              </a:buClr>
              <a:buSzPct val="94000"/>
              <a:buFont typeface="Symbol" pitchFamily="18" charset="2"/>
              <a:buChar char=""/>
              <a:tabLst>
                <a:tab pos="387350" algn="l"/>
                <a:tab pos="1282700" algn="l"/>
                <a:tab pos="1698625" algn="l"/>
                <a:tab pos="2163762" algn="l"/>
                <a:tab pos="3771900" algn="l"/>
              </a:tabLst>
            </a:pPr>
            <a:r>
              <a:rPr lang="en-US" altLang="en-US" sz="2000">
                <a:solidFill>
                  <a:srgbClr val="984807"/>
                </a:solidFill>
                <a:latin typeface="Tahoma" pitchFamily="34" charset="0"/>
                <a:ea typeface="Malgun Gothic" pitchFamily="34" charset="-127"/>
              </a:rPr>
              <a:t>Output layer generated output.</a:t>
            </a:r>
          </a:p>
          <a:p>
            <a:pPr marL="114300" lvl="0" indent="0" algn="just" defTabSz="914400">
              <a:spcBef>
                <a:spcPts val="450"/>
              </a:spcBef>
              <a:buClr>
                <a:srgbClr val="0ACFD8"/>
              </a:buClr>
              <a:buSzPct val="94000"/>
              <a:buFont typeface="Symbol" pitchFamily="18" charset="2"/>
              <a:buChar char=""/>
              <a:tabLst>
                <a:tab pos="387350" algn="l"/>
                <a:tab pos="1282700" algn="l"/>
                <a:tab pos="1698625" algn="l"/>
                <a:tab pos="2163762" algn="l"/>
                <a:tab pos="3771900" algn="l"/>
              </a:tabLst>
            </a:pPr>
            <a:r>
              <a:rPr lang="en-US" altLang="en-US" sz="2000">
                <a:solidFill>
                  <a:srgbClr val="984807"/>
                </a:solidFill>
                <a:latin typeface="Tahoma" pitchFamily="34" charset="0"/>
                <a:ea typeface="Malgun Gothic" pitchFamily="34" charset="-127"/>
              </a:rPr>
              <a:t>Layer between input and output is  called hidden layer.</a:t>
            </a:r>
          </a:p>
          <a:p>
            <a:pPr marL="114300" lvl="0" indent="0" algn="just" defTabSz="914400">
              <a:spcBef>
                <a:spcPts val="450"/>
              </a:spcBef>
              <a:buClr>
                <a:srgbClr val="0ACFD8"/>
              </a:buClr>
              <a:buSzPct val="94000"/>
              <a:buFont typeface="Symbol" pitchFamily="18" charset="2"/>
              <a:buChar char=""/>
              <a:tabLst>
                <a:tab pos="387350" algn="l"/>
                <a:tab pos="1282700" algn="l"/>
                <a:tab pos="1698625" algn="l"/>
                <a:tab pos="2163762" algn="l"/>
                <a:tab pos="3771900" algn="l"/>
              </a:tabLst>
            </a:pPr>
            <a:r>
              <a:rPr lang="en-US" altLang="en-US" sz="2000">
                <a:solidFill>
                  <a:srgbClr val="984807"/>
                </a:solidFill>
                <a:latin typeface="Tahoma" pitchFamily="34" charset="0"/>
                <a:ea typeface="Malgun Gothic" pitchFamily="34" charset="-127"/>
              </a:rPr>
              <a:t>Hidden layer is internal to the  network.</a:t>
            </a:r>
          </a:p>
          <a:p>
            <a:pPr marL="114300" lvl="0" indent="0" algn="just" defTabSz="914400">
              <a:spcBef>
                <a:spcPts val="450"/>
              </a:spcBef>
              <a:buClr>
                <a:srgbClr val="0ACFD8"/>
              </a:buClr>
              <a:buSzPct val="94000"/>
              <a:buFont typeface="Symbol" pitchFamily="18" charset="2"/>
              <a:buChar char=""/>
              <a:tabLst>
                <a:tab pos="387350" algn="l"/>
                <a:tab pos="1282700" algn="l"/>
                <a:tab pos="1698625" algn="l"/>
                <a:tab pos="2163762" algn="l"/>
                <a:tab pos="3771900" algn="l"/>
              </a:tabLst>
            </a:pPr>
            <a:r>
              <a:rPr lang="en-US" altLang="en-US" sz="2000">
                <a:solidFill>
                  <a:srgbClr val="984807"/>
                </a:solidFill>
                <a:latin typeface="Tahoma" pitchFamily="34" charset="0"/>
                <a:ea typeface="Malgun Gothic" pitchFamily="34" charset="-127"/>
              </a:rPr>
              <a:t>Zero to several hidden layers in a  network.</a:t>
            </a:r>
          </a:p>
          <a:p>
            <a:pPr marL="114300" lvl="0" indent="0" algn="just" defTabSz="914400">
              <a:spcBef>
                <a:spcPts val="438"/>
              </a:spcBef>
              <a:buClr>
                <a:srgbClr val="0ACFD8"/>
              </a:buClr>
              <a:buSzPct val="94000"/>
              <a:buFont typeface="Symbol" pitchFamily="18" charset="2"/>
              <a:buChar char=""/>
              <a:tabLst>
                <a:tab pos="387350" algn="l"/>
                <a:tab pos="1282700" algn="l"/>
                <a:tab pos="1698625" algn="l"/>
                <a:tab pos="2163762" algn="l"/>
                <a:tab pos="3771900" algn="l"/>
              </a:tabLst>
            </a:pPr>
            <a:r>
              <a:rPr lang="en-US" altLang="en-US" sz="2000">
                <a:solidFill>
                  <a:srgbClr val="984807"/>
                </a:solidFill>
                <a:latin typeface="Tahoma" pitchFamily="34" charset="0"/>
                <a:ea typeface="Malgun Gothic" pitchFamily="34" charset="-127"/>
              </a:rPr>
              <a:t>More the hidden layer, more is the  complexity of network, but efficient  output is produced.</a:t>
            </a:r>
          </a:p>
        </p:txBody>
      </p:sp>
      <p:sp>
        <p:nvSpPr>
          <p:cNvPr id="74756" name="object 19"/>
          <p:cNvSpPr/>
          <p:nvPr/>
        </p:nvSpPr>
        <p:spPr>
          <a:xfrm>
            <a:off x="4648200" y="1905000"/>
            <a:ext cx="4038600" cy="3429000"/>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74757"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4D69FAC9-B03B-400F-81F2-2D3DBD4C855B}" type="slidenum">
              <a:rPr lang="en-US" altLang="en-US" sz="1200">
                <a:solidFill>
                  <a:srgbClr val="898989"/>
                </a:solidFill>
                <a:latin typeface="Arial" pitchFamily="34" charset="0"/>
                <a:ea typeface="DejaVu Sans"/>
              </a:rPr>
              <a:t>31</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object 17"/>
          <p:cNvSpPr txBox="1">
            <a:spLocks noGrp="1"/>
          </p:cNvSpPr>
          <p:nvPr>
            <p:ph type="title"/>
          </p:nvPr>
        </p:nvSpPr>
        <p:spPr>
          <a:xfrm>
            <a:off x="668338" y="217488"/>
            <a:ext cx="6426200" cy="414337"/>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lang="en-IN"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Feed Back Network</a:t>
            </a:r>
          </a:p>
        </p:txBody>
      </p:sp>
      <p:sp>
        <p:nvSpPr>
          <p:cNvPr id="75779" name="object 18"/>
          <p:cNvSpPr/>
          <p:nvPr/>
        </p:nvSpPr>
        <p:spPr>
          <a:xfrm>
            <a:off x="422275" y="985838"/>
            <a:ext cx="4054475" cy="2320925"/>
          </a:xfrm>
          <a:prstGeom prst="rect">
            <a:avLst/>
          </a:prstGeom>
          <a:noFill/>
          <a:ln>
            <a:noFill/>
            <a:miter lim="800000"/>
          </a:ln>
        </p:spPr>
        <p:txBody>
          <a:bodyPr lIns="0" tIns="127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387350" lvl="0" indent="-273050" algn="just" defTabSz="914400">
              <a:spcBef>
                <a:spcPts val="100"/>
              </a:spcBef>
              <a:buClr>
                <a:srgbClr val="0ACFD8"/>
              </a:buClr>
              <a:buSzPct val="94000"/>
              <a:buFont typeface="Symbol" pitchFamily="18" charset="2"/>
              <a:buChar char=""/>
              <a:tabLst>
                <a:tab pos="387350" algn="l"/>
              </a:tabLst>
            </a:pPr>
            <a:r>
              <a:rPr lang="en-US" altLang="en-US" sz="1400">
                <a:solidFill>
                  <a:srgbClr val="984807"/>
                </a:solidFill>
                <a:latin typeface="Tahoma" pitchFamily="34" charset="0"/>
                <a:ea typeface="Malgun Gothic" pitchFamily="34" charset="-127"/>
              </a:rPr>
              <a:t>If no neuron in the output layer is an input  to a node in the same layer / proceeding  layer – feed forward network.</a:t>
            </a:r>
          </a:p>
          <a:p>
            <a:pPr marL="387350" lvl="0" indent="-273050" algn="just" defTabSz="914400">
              <a:spcBef>
                <a:spcPts val="388"/>
              </a:spcBef>
              <a:buClr>
                <a:srgbClr val="0ACFD8"/>
              </a:buClr>
              <a:buSzPct val="94000"/>
              <a:buFont typeface="Symbol" pitchFamily="18" charset="2"/>
              <a:buChar char=""/>
              <a:tabLst>
                <a:tab pos="387350" algn="l"/>
              </a:tabLst>
            </a:pPr>
            <a:r>
              <a:rPr lang="en-US" altLang="en-US" sz="1400">
                <a:solidFill>
                  <a:srgbClr val="984807"/>
                </a:solidFill>
                <a:latin typeface="Tahoma" pitchFamily="34" charset="0"/>
                <a:ea typeface="Malgun Gothic" pitchFamily="34" charset="-127"/>
              </a:rPr>
              <a:t>If outputs are directed back as input to the  processing elements in the same  layer/proceeding layer –feedback network.</a:t>
            </a:r>
          </a:p>
          <a:p>
            <a:pPr marL="387350" lvl="0" indent="-273050" algn="just" defTabSz="914400">
              <a:spcBef>
                <a:spcPts val="388"/>
              </a:spcBef>
              <a:buClr>
                <a:srgbClr val="0ACFD8"/>
              </a:buClr>
              <a:buSzPct val="94000"/>
              <a:buFont typeface="Symbol" pitchFamily="18" charset="2"/>
              <a:buChar char=""/>
              <a:tabLst>
                <a:tab pos="387350" algn="l"/>
              </a:tabLst>
            </a:pPr>
            <a:r>
              <a:rPr lang="en-US" altLang="en-US" sz="1400">
                <a:solidFill>
                  <a:srgbClr val="984807"/>
                </a:solidFill>
                <a:latin typeface="Tahoma" pitchFamily="34" charset="0"/>
                <a:ea typeface="Malgun Gothic" pitchFamily="34" charset="-127"/>
              </a:rPr>
              <a:t>If the output are directed back to the input  of the same layer then it is lateral feedback.</a:t>
            </a:r>
          </a:p>
          <a:p>
            <a:pPr marL="387350" lvl="0" indent="-273050" algn="just" defTabSz="914400">
              <a:spcBef>
                <a:spcPts val="388"/>
              </a:spcBef>
              <a:buClr>
                <a:srgbClr val="0ACFD8"/>
              </a:buClr>
              <a:buSzPct val="94000"/>
              <a:buFont typeface="Symbol" pitchFamily="18" charset="2"/>
              <a:buChar char=""/>
              <a:tabLst>
                <a:tab pos="387350" algn="l"/>
              </a:tabLst>
            </a:pPr>
            <a:r>
              <a:rPr lang="en-US" altLang="en-US" sz="1400">
                <a:solidFill>
                  <a:srgbClr val="984807"/>
                </a:solidFill>
                <a:latin typeface="Tahoma" pitchFamily="34" charset="0"/>
                <a:ea typeface="Malgun Gothic" pitchFamily="34" charset="-127"/>
              </a:rPr>
              <a:t>Recurrent networks are networks with  feedback networks with closed loop.</a:t>
            </a:r>
          </a:p>
        </p:txBody>
      </p:sp>
      <p:sp>
        <p:nvSpPr>
          <p:cNvPr id="75780" name="object 19"/>
          <p:cNvSpPr/>
          <p:nvPr/>
        </p:nvSpPr>
        <p:spPr>
          <a:xfrm>
            <a:off x="914400" y="3617913"/>
            <a:ext cx="3429000" cy="228600"/>
          </a:xfrm>
          <a:prstGeom prst="rect">
            <a:avLst/>
          </a:prstGeom>
          <a:noFill/>
          <a:ln>
            <a:noFill/>
            <a:miter lim="800000"/>
          </a:ln>
        </p:spPr>
        <p:txBody>
          <a:bodyPr lIns="0" tIns="127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defTabSz="914400">
              <a:spcBef>
                <a:spcPts val="100"/>
              </a:spcBef>
              <a:buClrTx/>
              <a:buFontTx/>
              <a:tabLst>
                <a:tab pos="849312" algn="l"/>
                <a:tab pos="1574800" algn="l"/>
                <a:tab pos="1836738" algn="l"/>
                <a:tab pos="2493962" algn="l"/>
              </a:tabLst>
            </a:pPr>
            <a:r>
              <a:rPr lang="en-US" altLang="en-US" sz="1400">
                <a:solidFill>
                  <a:srgbClr val="984807"/>
                </a:solidFill>
                <a:latin typeface="Tahoma" pitchFamily="34" charset="0"/>
                <a:ea typeface="Malgun Gothic" pitchFamily="34" charset="-127"/>
              </a:rPr>
              <a:t>network	having	a	single	neuron</a:t>
            </a:r>
          </a:p>
        </p:txBody>
      </p:sp>
      <p:sp>
        <p:nvSpPr>
          <p:cNvPr id="75781" name="object 20"/>
          <p:cNvSpPr/>
          <p:nvPr/>
        </p:nvSpPr>
        <p:spPr>
          <a:xfrm>
            <a:off x="381000" y="3354388"/>
            <a:ext cx="3827463" cy="239712"/>
          </a:xfrm>
          <a:prstGeom prst="rect">
            <a:avLst/>
          </a:prstGeom>
          <a:noFill/>
          <a:ln>
            <a:noFill/>
            <a:miter lim="800000"/>
          </a:ln>
        </p:spPr>
        <p:txBody>
          <a:bodyPr lIns="0" tIns="127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lnSpc>
                <a:spcPts val="1912"/>
              </a:lnSpc>
              <a:spcBef>
                <a:spcPts val="100"/>
              </a:spcBef>
              <a:buClrTx/>
              <a:buFontTx/>
              <a:tabLst>
                <a:tab pos="722312" algn="l"/>
                <a:tab pos="1157288" algn="l"/>
                <a:tab pos="1616075" algn="l"/>
                <a:tab pos="2433638" algn="l"/>
                <a:tab pos="3344862" algn="l"/>
              </a:tabLst>
            </a:pPr>
            <a:r>
              <a:rPr lang="en-IN" altLang="en-US" sz="2200" baseline="7000">
                <a:solidFill>
                  <a:srgbClr val="0ACFD8"/>
                </a:solidFill>
                <a:latin typeface="Symbol" pitchFamily="18" charset="2"/>
              </a:rPr>
              <a:t></a:t>
            </a:r>
            <a:r>
              <a:rPr lang="en-IN" altLang="en-US" sz="2200" baseline="7000">
                <a:solidFill>
                  <a:srgbClr val="0ACFD8"/>
                </a:solidFill>
                <a:latin typeface="Times New Roman" pitchFamily="18" charset="0"/>
                <a:ea typeface="Times New Roman" pitchFamily="18" charset="0"/>
              </a:rPr>
              <a:t> </a:t>
            </a:r>
            <a:r>
              <a:rPr lang="en-IN" altLang="en-US" sz="1400">
                <a:solidFill>
                  <a:srgbClr val="984807"/>
                </a:solidFill>
                <a:latin typeface="Tahoma" pitchFamily="34" charset="0"/>
                <a:ea typeface="Malgun Gothic" pitchFamily="34" charset="-127"/>
              </a:rPr>
              <a:t>Fig	2.8	(A)–simple recurrent neural with  </a:t>
            </a:r>
          </a:p>
        </p:txBody>
      </p:sp>
      <p:sp>
        <p:nvSpPr>
          <p:cNvPr id="75782" name="object 21"/>
          <p:cNvSpPr/>
          <p:nvPr/>
        </p:nvSpPr>
        <p:spPr>
          <a:xfrm>
            <a:off x="533400" y="3905250"/>
            <a:ext cx="3943350" cy="2119313"/>
          </a:xfrm>
          <a:prstGeom prst="rect">
            <a:avLst/>
          </a:prstGeom>
          <a:noFill/>
          <a:ln>
            <a:noFill/>
            <a:miter lim="800000"/>
          </a:ln>
        </p:spPr>
        <p:txBody>
          <a:bodyPr lIns="0" tIns="62229"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defTabSz="914400">
              <a:spcBef>
                <a:spcPts val="100"/>
              </a:spcBef>
              <a:buClrTx/>
              <a:buFontTx/>
              <a:tabLst>
                <a:tab pos="849312" algn="l"/>
                <a:tab pos="1574800" algn="l"/>
                <a:tab pos="1836738" algn="l"/>
                <a:tab pos="2493962" algn="l"/>
              </a:tabLst>
            </a:pPr>
            <a:r>
              <a:rPr lang="en-IN" altLang="en-US" sz="1400">
                <a:solidFill>
                  <a:srgbClr val="984807"/>
                </a:solidFill>
                <a:latin typeface="Tahoma" pitchFamily="34" charset="0"/>
                <a:ea typeface="Malgun Gothic" pitchFamily="34" charset="-127"/>
              </a:rPr>
              <a:t>      </a:t>
            </a:r>
            <a:r>
              <a:rPr lang="en-US" altLang="en-US" sz="1400">
                <a:solidFill>
                  <a:srgbClr val="984807"/>
                </a:solidFill>
                <a:latin typeface="Tahoma" pitchFamily="34" charset="0"/>
                <a:ea typeface="Malgun Gothic" pitchFamily="34" charset="-127"/>
              </a:rPr>
              <a:t>feedback to itself.</a:t>
            </a:r>
            <a:endParaRPr lang="en-IN" altLang="en-US" sz="1400">
              <a:solidFill>
                <a:srgbClr val="984807"/>
              </a:solidFill>
              <a:latin typeface="Tahoma" pitchFamily="34" charset="0"/>
              <a:ea typeface="Malgun Gothic" pitchFamily="34" charset="-127"/>
            </a:endParaRPr>
          </a:p>
          <a:p>
            <a:pPr marL="12700" lvl="0" indent="0" defTabSz="914400">
              <a:spcBef>
                <a:spcPts val="100"/>
              </a:spcBef>
              <a:buClrTx/>
              <a:buFontTx/>
              <a:tabLst>
                <a:tab pos="849312" algn="l"/>
                <a:tab pos="1574800" algn="l"/>
                <a:tab pos="1836738" algn="l"/>
                <a:tab pos="2493962" algn="l"/>
              </a:tabLst>
            </a:pPr>
            <a:r>
              <a:rPr lang="en-IN" altLang="en-US" sz="1400">
                <a:solidFill>
                  <a:srgbClr val="984807"/>
                </a:solidFill>
                <a:latin typeface="Tahoma" pitchFamily="34" charset="0"/>
                <a:ea typeface="Malgun Gothic" pitchFamily="34" charset="-127"/>
              </a:rPr>
              <a:t>      </a:t>
            </a:r>
          </a:p>
          <a:p>
            <a:pPr marL="12700" lvl="0" indent="0" defTabSz="914400">
              <a:spcBef>
                <a:spcPts val="100"/>
              </a:spcBef>
              <a:buClrTx/>
              <a:buFontTx/>
              <a:tabLst>
                <a:tab pos="849312" algn="l"/>
                <a:tab pos="1574800" algn="l"/>
                <a:tab pos="1836738" algn="l"/>
                <a:tab pos="2493962" algn="l"/>
              </a:tabLst>
            </a:pPr>
            <a:r>
              <a:rPr lang="en-IN" altLang="en-US" sz="1400">
                <a:solidFill>
                  <a:srgbClr val="984807"/>
                </a:solidFill>
                <a:latin typeface="Tahoma" pitchFamily="34" charset="0"/>
                <a:ea typeface="Malgun Gothic" pitchFamily="34" charset="-127"/>
              </a:rPr>
              <a:t>      Fig 2.8 (B) Maxnet –competitive </a:t>
            </a:r>
          </a:p>
          <a:p>
            <a:pPr marL="12700" lvl="0" indent="0" defTabSz="914400">
              <a:spcBef>
                <a:spcPts val="100"/>
              </a:spcBef>
              <a:buClrTx/>
              <a:buFontTx/>
              <a:tabLst>
                <a:tab pos="849312" algn="l"/>
                <a:tab pos="1574800" algn="l"/>
                <a:tab pos="1836738" algn="l"/>
                <a:tab pos="2493962" algn="l"/>
              </a:tabLst>
            </a:pPr>
            <a:r>
              <a:rPr lang="en-IN" altLang="en-US" sz="1400">
                <a:solidFill>
                  <a:srgbClr val="984807"/>
                </a:solidFill>
                <a:latin typeface="Tahoma" pitchFamily="34" charset="0"/>
                <a:ea typeface="Malgun Gothic" pitchFamily="34" charset="-127"/>
              </a:rPr>
              <a:t>       interconnections  having fixed weights.</a:t>
            </a:r>
          </a:p>
          <a:p>
            <a:pPr marL="12700" lvl="0" indent="0" defTabSz="914400">
              <a:spcBef>
                <a:spcPts val="100"/>
              </a:spcBef>
              <a:buClrTx/>
              <a:buFontTx/>
              <a:tabLst>
                <a:tab pos="849312" algn="l"/>
                <a:tab pos="1574800" algn="l"/>
                <a:tab pos="1836738" algn="l"/>
                <a:tab pos="2493962" algn="l"/>
              </a:tabLst>
            </a:pPr>
            <a:endParaRPr lang="en-US" altLang="en-US" sz="1400">
              <a:solidFill>
                <a:srgbClr val="984807"/>
              </a:solidFill>
              <a:latin typeface="Tahoma" pitchFamily="34" charset="0"/>
              <a:ea typeface="Malgun Gothic" pitchFamily="34" charset="-127"/>
            </a:endParaRPr>
          </a:p>
          <a:p>
            <a:pPr marL="12700" lvl="0" indent="0" algn="just" defTabSz="914400">
              <a:spcBef>
                <a:spcPts val="388"/>
              </a:spcBef>
              <a:buClrTx/>
              <a:buFontTx/>
              <a:tabLst>
                <a:tab pos="849312" algn="l"/>
                <a:tab pos="1574800" algn="l"/>
                <a:tab pos="1836738" algn="l"/>
                <a:tab pos="2493962" algn="l"/>
              </a:tabLst>
            </a:pPr>
            <a:r>
              <a:rPr lang="en-US" altLang="en-US" sz="2200" baseline="7000">
                <a:solidFill>
                  <a:srgbClr val="0ACFD8"/>
                </a:solidFill>
                <a:latin typeface="Symbol" pitchFamily="18" charset="2"/>
              </a:rPr>
              <a:t></a:t>
            </a:r>
            <a:r>
              <a:rPr lang="en-US" altLang="en-US" sz="2200" baseline="7000">
                <a:solidFill>
                  <a:srgbClr val="0ACFD8"/>
                </a:solidFill>
                <a:latin typeface="Times New Roman" pitchFamily="18" charset="0"/>
                <a:ea typeface="Times New Roman" pitchFamily="18" charset="0"/>
              </a:rPr>
              <a:t> </a:t>
            </a:r>
            <a:r>
              <a:rPr lang="en-US" altLang="en-US" sz="1400">
                <a:solidFill>
                  <a:srgbClr val="984807"/>
                </a:solidFill>
                <a:latin typeface="Tahoma" pitchFamily="34" charset="0"/>
                <a:ea typeface="Malgun Gothic" pitchFamily="34" charset="-127"/>
              </a:rPr>
              <a:t>Fig 2.9 – single layer network with  feedback from output can be directed to  processing element itself or to other  processing element/both.</a:t>
            </a:r>
          </a:p>
        </p:txBody>
      </p:sp>
      <p:sp>
        <p:nvSpPr>
          <p:cNvPr id="75783" name="object 22"/>
          <p:cNvSpPr/>
          <p:nvPr/>
        </p:nvSpPr>
        <p:spPr>
          <a:xfrm>
            <a:off x="5105400" y="650875"/>
            <a:ext cx="3352800" cy="2466975"/>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75784" name="object 23"/>
          <p:cNvSpPr/>
          <p:nvPr/>
        </p:nvSpPr>
        <p:spPr>
          <a:xfrm>
            <a:off x="5257800" y="3354388"/>
            <a:ext cx="2971800" cy="2665412"/>
          </a:xfrm>
          <a:prstGeom prst="rect">
            <a:avLst/>
          </a:prstGeom>
          <a:blipFill rotWithShape="1">
            <a:blip r:embed="rId3"/>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75785"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8184287B-6FF5-462C-9B8C-AB1EF98BA213}" type="slidenum">
              <a:rPr lang="en-US" altLang="en-US" sz="1200">
                <a:solidFill>
                  <a:srgbClr val="898989"/>
                </a:solidFill>
                <a:latin typeface="Arial" pitchFamily="34" charset="0"/>
                <a:ea typeface="DejaVu Sans"/>
              </a:rPr>
              <a:t>32</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object 2"/>
          <p:cNvSpPr/>
          <p:nvPr/>
        </p:nvSpPr>
        <p:spPr>
          <a:xfrm>
            <a:off x="228600" y="1828800"/>
            <a:ext cx="4419600" cy="3962400"/>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76803" name="object 3"/>
          <p:cNvSpPr/>
          <p:nvPr/>
        </p:nvSpPr>
        <p:spPr>
          <a:xfrm>
            <a:off x="4727575" y="1920875"/>
            <a:ext cx="3879850" cy="2949575"/>
          </a:xfrm>
          <a:prstGeom prst="rect">
            <a:avLst/>
          </a:prstGeom>
          <a:noFill/>
          <a:ln>
            <a:noFill/>
            <a:miter lim="800000"/>
          </a:ln>
        </p:spPr>
        <p:txBody>
          <a:bodyPr lIns="0" tIns="41275"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285750" lvl="0" indent="-273050" algn="just" defTabSz="914400">
              <a:lnSpc>
                <a:spcPct val="92000"/>
              </a:lnSpc>
              <a:spcBef>
                <a:spcPts val="325"/>
              </a:spcBef>
              <a:buClrTx/>
              <a:buFontTx/>
            </a:pPr>
            <a:r>
              <a:rPr lang="en-US" altLang="en-US" sz="1400">
                <a:solidFill>
                  <a:srgbClr val="984807"/>
                </a:solidFill>
                <a:latin typeface="Tahoma" pitchFamily="34" charset="0"/>
                <a:ea typeface="Malgun Gothic" pitchFamily="34" charset="-127"/>
              </a:rPr>
              <a:t></a:t>
            </a:r>
            <a:r>
              <a:rPr lang="en-IN" altLang="en-US" sz="1400">
                <a:solidFill>
                  <a:srgbClr val="984807"/>
                </a:solidFill>
                <a:latin typeface="Tahoma" pitchFamily="34" charset="0"/>
                <a:ea typeface="Malgun Gothic" pitchFamily="34" charset="-127"/>
              </a:rPr>
              <a:t>  </a:t>
            </a:r>
            <a:r>
              <a:rPr lang="en-US" altLang="en-US" sz="2000">
                <a:solidFill>
                  <a:srgbClr val="984807"/>
                </a:solidFill>
                <a:latin typeface="Tahoma" pitchFamily="34" charset="0"/>
                <a:ea typeface="Malgun Gothic" pitchFamily="34" charset="-127"/>
              </a:rPr>
              <a:t>Processing element output  can be directed back to the  nodes in the preceding layer,  forming a </a:t>
            </a:r>
            <a:r>
              <a:rPr lang="en-US" altLang="en-US" sz="2000" b="1">
                <a:solidFill>
                  <a:srgbClr val="984807"/>
                </a:solidFill>
                <a:latin typeface="Tahoma" pitchFamily="34" charset="0"/>
                <a:ea typeface="Malgun Gothic" pitchFamily="34" charset="-127"/>
              </a:rPr>
              <a:t>multilayer recurrent network.</a:t>
            </a:r>
          </a:p>
          <a:p>
            <a:pPr marL="285750" lvl="0" indent="-273050" algn="just" defTabSz="914400">
              <a:lnSpc>
                <a:spcPct val="92000"/>
              </a:lnSpc>
              <a:spcBef>
                <a:spcPts val="600"/>
              </a:spcBef>
              <a:buClrTx/>
              <a:buFontTx/>
            </a:pPr>
            <a:r>
              <a:rPr lang="en-US" altLang="en-US" sz="2000">
                <a:solidFill>
                  <a:srgbClr val="984807"/>
                </a:solidFill>
                <a:latin typeface="Tahoma" pitchFamily="34" charset="0"/>
                <a:ea typeface="Malgun Gothic" pitchFamily="34" charset="-127"/>
              </a:rPr>
              <a:t></a:t>
            </a:r>
            <a:r>
              <a:rPr lang="en-IN" altLang="en-US" sz="2000">
                <a:solidFill>
                  <a:srgbClr val="984807"/>
                </a:solidFill>
                <a:latin typeface="Tahoma" pitchFamily="34" charset="0"/>
                <a:ea typeface="Malgun Gothic" pitchFamily="34" charset="-127"/>
              </a:rPr>
              <a:t>  </a:t>
            </a:r>
            <a:r>
              <a:rPr lang="en-US" altLang="en-US" sz="2000">
                <a:solidFill>
                  <a:srgbClr val="984807"/>
                </a:solidFill>
                <a:latin typeface="Tahoma" pitchFamily="34" charset="0"/>
                <a:ea typeface="Malgun Gothic" pitchFamily="34" charset="-127"/>
              </a:rPr>
              <a:t>Processing element output  can be directed to processing  element itself or to other  processing element in the  same layer.</a:t>
            </a:r>
          </a:p>
        </p:txBody>
      </p:sp>
      <p:sp>
        <p:nvSpPr>
          <p:cNvPr id="76804" name="TextBox 5"/>
          <p:cNvSpPr/>
          <p:nvPr/>
        </p:nvSpPr>
        <p:spPr>
          <a:xfrm>
            <a:off x="1524000" y="381000"/>
            <a:ext cx="5334000" cy="492125"/>
          </a:xfrm>
          <a:prstGeom prst="rect">
            <a:avLst/>
          </a:prstGeom>
          <a:noFill/>
          <a:ln>
            <a:noFill/>
            <a:miter lim="800000"/>
          </a:ln>
        </p:spPr>
        <p:txBody>
          <a:bodyPr>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r>
              <a:rPr lang="en-IN" altLang="en-US" sz="2600" b="1">
                <a:solidFill>
                  <a:srgbClr val="FF0000"/>
                </a:solidFill>
                <a:latin typeface="Tahoma" pitchFamily="34" charset="0"/>
                <a:ea typeface="Tahoma" pitchFamily="34" charset="0"/>
              </a:rPr>
              <a:t>Multilayer Recurrent Networks</a:t>
            </a:r>
            <a:endParaRPr lang="en-IN" altLang="en-US" sz="2600">
              <a:solidFill>
                <a:srgbClr val="FF0000"/>
              </a:solidFill>
              <a:latin typeface="Arial" pitchFamily="34" charset="0"/>
            </a:endParaRPr>
          </a:p>
        </p:txBody>
      </p:sp>
      <p:sp>
        <p:nvSpPr>
          <p:cNvPr id="76805"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20355FF3-24CF-4418-9FF2-EC0221BC12BF}" type="slidenum">
              <a:rPr lang="en-US" altLang="en-US" sz="1200">
                <a:solidFill>
                  <a:srgbClr val="898989"/>
                </a:solidFill>
                <a:latin typeface="Arial" pitchFamily="34" charset="0"/>
                <a:ea typeface="DejaVu Sans"/>
              </a:rPr>
              <a:t>33</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object 17"/>
          <p:cNvSpPr txBox="1"/>
          <p:nvPr/>
        </p:nvSpPr>
        <p:spPr>
          <a:xfrm>
            <a:off x="542925" y="1455738"/>
            <a:ext cx="7381875" cy="1562100"/>
          </a:xfrm>
          <a:prstGeom prst="rect">
            <a:avLst/>
          </a:prstGeom>
        </p:spPr>
        <p:txBody>
          <a:bodyPr lIns="0" tIns="12700" rIns="0" bIns="0">
            <a:spAutoFit/>
          </a:bodyPr>
          <a:lstStyle>
            <a:defPPr>
              <a:defRPr lang="en-US"/>
            </a:defPPr>
            <a:lvl1pPr marL="349250" indent="-273050" algn="l" defTabSz="914400" rtl="0" eaLnBrk="0" fontAlgn="base" hangingPunct="0">
              <a:lnSpc>
                <a:spcPct val="100000"/>
              </a:lnSpc>
              <a:spcBef>
                <a:spcPct val="0"/>
              </a:spcBef>
              <a:spcAft>
                <a:spcPct val="0"/>
              </a:spcAft>
              <a:buClrTx/>
              <a:buSzTx/>
              <a:buFontTx/>
              <a:buNone/>
              <a:tabLst>
                <a:tab pos="349250" algn="l"/>
                <a:tab pos="677863" algn="l"/>
                <a:tab pos="1195388" algn="l"/>
                <a:tab pos="1590675" algn="l"/>
                <a:tab pos="1654175" algn="l"/>
                <a:tab pos="2395538" algn="l"/>
                <a:tab pos="2740025" algn="l"/>
                <a:tab pos="2876550" algn="l"/>
                <a:tab pos="3429000" algn="l"/>
                <a:tab pos="3460750" algn="l"/>
                <a:tab pos="3487738" algn="l"/>
                <a:tab pos="3827463" algn="l"/>
              </a:tabLst>
              <a:defRPr kumimoji="0" sz="1800" b="0" i="0" u="none" baseline="0">
                <a:solidFill>
                  <a:schemeClr val="tx1"/>
                </a:solidFill>
                <a:effectLst/>
                <a:latin typeface="Arial" pitchFamily="34" charset="0"/>
              </a:defRPr>
            </a:lvl1pPr>
            <a:lvl2pPr marL="742950" indent="-285750" algn="l" defTabSz="914400" rtl="0" eaLnBrk="0" fontAlgn="base" hangingPunct="0">
              <a:lnSpc>
                <a:spcPct val="100000"/>
              </a:lnSpc>
              <a:spcBef>
                <a:spcPct val="0"/>
              </a:spcBef>
              <a:spcAft>
                <a:spcPct val="0"/>
              </a:spcAft>
              <a:buClrTx/>
              <a:buSzTx/>
              <a:buFontTx/>
              <a:buNone/>
              <a:tabLst>
                <a:tab pos="349250" algn="l"/>
                <a:tab pos="677863" algn="l"/>
                <a:tab pos="1195388" algn="l"/>
                <a:tab pos="1590675" algn="l"/>
                <a:tab pos="1654175" algn="l"/>
                <a:tab pos="2395538" algn="l"/>
                <a:tab pos="2740025" algn="l"/>
                <a:tab pos="2876550" algn="l"/>
                <a:tab pos="3429000" algn="l"/>
                <a:tab pos="3460750" algn="l"/>
                <a:tab pos="3487738" algn="l"/>
                <a:tab pos="3827463" algn="l"/>
              </a:tabLst>
              <a:defRPr kumimoji="0" sz="1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0"/>
              </a:spcBef>
              <a:spcAft>
                <a:spcPct val="0"/>
              </a:spcAft>
              <a:buClrTx/>
              <a:buSzTx/>
              <a:buFontTx/>
              <a:buNone/>
              <a:tabLst>
                <a:tab pos="349250" algn="l"/>
                <a:tab pos="677863" algn="l"/>
                <a:tab pos="1195388" algn="l"/>
                <a:tab pos="1590675" algn="l"/>
                <a:tab pos="1654175" algn="l"/>
                <a:tab pos="2395538" algn="l"/>
                <a:tab pos="2740025" algn="l"/>
                <a:tab pos="2876550" algn="l"/>
                <a:tab pos="3429000" algn="l"/>
                <a:tab pos="3460750" algn="l"/>
                <a:tab pos="3487738" algn="l"/>
                <a:tab pos="3827463" algn="l"/>
              </a:tabLst>
              <a:defRPr kumimoji="0" sz="18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0"/>
              </a:spcBef>
              <a:spcAft>
                <a:spcPct val="0"/>
              </a:spcAft>
              <a:buClrTx/>
              <a:buSzTx/>
              <a:buFontTx/>
              <a:buNone/>
              <a:tabLst>
                <a:tab pos="349250" algn="l"/>
                <a:tab pos="677863" algn="l"/>
                <a:tab pos="1195388" algn="l"/>
                <a:tab pos="1590675" algn="l"/>
                <a:tab pos="1654175" algn="l"/>
                <a:tab pos="2395538" algn="l"/>
                <a:tab pos="2740025" algn="l"/>
                <a:tab pos="2876550" algn="l"/>
                <a:tab pos="3429000" algn="l"/>
                <a:tab pos="3460750" algn="l"/>
                <a:tab pos="3487738" algn="l"/>
                <a:tab pos="3827463" algn="l"/>
              </a:tabLst>
              <a:defRPr kumimoji="0" sz="18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0"/>
              </a:spcBef>
              <a:spcAft>
                <a:spcPct val="0"/>
              </a:spcAft>
              <a:buClrTx/>
              <a:buSzTx/>
              <a:buFontTx/>
              <a:buNone/>
              <a:tabLst>
                <a:tab pos="349250" algn="l"/>
                <a:tab pos="677863" algn="l"/>
                <a:tab pos="1195388" algn="l"/>
                <a:tab pos="1590675" algn="l"/>
                <a:tab pos="1654175" algn="l"/>
                <a:tab pos="2395538" algn="l"/>
                <a:tab pos="2740025" algn="l"/>
                <a:tab pos="2876550" algn="l"/>
                <a:tab pos="3429000" algn="l"/>
                <a:tab pos="3460750" algn="l"/>
                <a:tab pos="3487738" algn="l"/>
                <a:tab pos="3827463" algn="l"/>
              </a:tabLst>
              <a:defRPr kumimoji="0" sz="1800" b="0" i="0" u="none" baseline="0">
                <a:solidFill>
                  <a:schemeClr val="tx1"/>
                </a:solidFill>
                <a:effectLst/>
                <a:latin typeface="Arial" pitchFamily="34" charset="0"/>
              </a:defRPr>
            </a:lvl5pPr>
            <a:lvl6pPr marL="2514600" indent="-228600" eaLnBrk="0" fontAlgn="base" hangingPunct="0">
              <a:spcBef>
                <a:spcPct val="0"/>
              </a:spcBef>
              <a:spcAft>
                <a:spcPct val="0"/>
              </a:spcAft>
              <a:tabLst>
                <a:tab pos="349250" algn="l"/>
                <a:tab pos="677863" algn="l"/>
                <a:tab pos="1195388" algn="l"/>
                <a:tab pos="1590675" algn="l"/>
                <a:tab pos="1654175" algn="l"/>
                <a:tab pos="2395538" algn="l"/>
                <a:tab pos="2740025" algn="l"/>
                <a:tab pos="2876550" algn="l"/>
                <a:tab pos="3429000" algn="l"/>
                <a:tab pos="3460750" algn="l"/>
                <a:tab pos="3487738" algn="l"/>
                <a:tab pos="3827463" algn="l"/>
              </a:tabLst>
              <a:defRPr>
                <a:solidFill>
                  <a:schemeClr val="tx1"/>
                </a:solidFill>
                <a:latin typeface="Arial" pitchFamily="34" charset="0"/>
              </a:defRPr>
            </a:lvl6pPr>
            <a:lvl7pPr marL="2971800" indent="-228600" eaLnBrk="0" fontAlgn="base" hangingPunct="0">
              <a:spcBef>
                <a:spcPct val="0"/>
              </a:spcBef>
              <a:spcAft>
                <a:spcPct val="0"/>
              </a:spcAft>
              <a:tabLst>
                <a:tab pos="349250" algn="l"/>
                <a:tab pos="677863" algn="l"/>
                <a:tab pos="1195388" algn="l"/>
                <a:tab pos="1590675" algn="l"/>
                <a:tab pos="1654175" algn="l"/>
                <a:tab pos="2395538" algn="l"/>
                <a:tab pos="2740025" algn="l"/>
                <a:tab pos="2876550" algn="l"/>
                <a:tab pos="3429000" algn="l"/>
                <a:tab pos="3460750" algn="l"/>
                <a:tab pos="3487738" algn="l"/>
                <a:tab pos="3827463" algn="l"/>
              </a:tabLst>
              <a:defRPr>
                <a:solidFill>
                  <a:schemeClr val="tx1"/>
                </a:solidFill>
                <a:latin typeface="Arial" pitchFamily="34" charset="0"/>
              </a:defRPr>
            </a:lvl7pPr>
            <a:lvl8pPr marL="3429000" indent="-228600" eaLnBrk="0" fontAlgn="base" hangingPunct="0">
              <a:spcBef>
                <a:spcPct val="0"/>
              </a:spcBef>
              <a:spcAft>
                <a:spcPct val="0"/>
              </a:spcAft>
              <a:tabLst>
                <a:tab pos="349250" algn="l"/>
                <a:tab pos="677863" algn="l"/>
                <a:tab pos="1195388" algn="l"/>
                <a:tab pos="1590675" algn="l"/>
                <a:tab pos="1654175" algn="l"/>
                <a:tab pos="2395538" algn="l"/>
                <a:tab pos="2740025" algn="l"/>
                <a:tab pos="2876550" algn="l"/>
                <a:tab pos="3429000" algn="l"/>
                <a:tab pos="3460750" algn="l"/>
                <a:tab pos="3487738" algn="l"/>
                <a:tab pos="3827463" algn="l"/>
              </a:tabLst>
              <a:defRPr>
                <a:solidFill>
                  <a:schemeClr val="tx1"/>
                </a:solidFill>
                <a:latin typeface="Arial" pitchFamily="34" charset="0"/>
              </a:defRPr>
            </a:lvl8pPr>
            <a:lvl9pPr marL="3886200" indent="-228600" eaLnBrk="0" fontAlgn="base" hangingPunct="0">
              <a:spcBef>
                <a:spcPct val="0"/>
              </a:spcBef>
              <a:spcAft>
                <a:spcPct val="0"/>
              </a:spcAft>
              <a:tabLst>
                <a:tab pos="349250" algn="l"/>
                <a:tab pos="677863" algn="l"/>
                <a:tab pos="1195388" algn="l"/>
                <a:tab pos="1590675" algn="l"/>
                <a:tab pos="1654175" algn="l"/>
                <a:tab pos="2395538" algn="l"/>
                <a:tab pos="2740025" algn="l"/>
                <a:tab pos="2876550" algn="l"/>
                <a:tab pos="3429000" algn="l"/>
                <a:tab pos="3460750" algn="l"/>
                <a:tab pos="3487738" algn="l"/>
                <a:tab pos="3827463" algn="l"/>
              </a:tabLst>
              <a:defRPr>
                <a:solidFill>
                  <a:schemeClr val="tx1"/>
                </a:solidFill>
                <a:latin typeface="Arial" pitchFamily="34" charset="0"/>
              </a:defRPr>
            </a:lvl9pPr>
          </a:lstStyle>
          <a:p>
            <a:pPr marL="349250" marR="0" lvl="0" indent="-273050" algn="l" defTabSz="914400" rtl="0" eaLnBrk="0" fontAlgn="base" latinLnBrk="0" hangingPunct="0">
              <a:lnSpc>
                <a:spcPct val="100000"/>
              </a:lnSpc>
              <a:spcBef>
                <a:spcPts val="438"/>
              </a:spcBef>
              <a:spcAft>
                <a:spcPct val="0"/>
              </a:spcAft>
              <a:buClr>
                <a:srgbClr val="0ACFD8"/>
              </a:buClr>
              <a:buSzPct val="94000"/>
              <a:buFont typeface="Symbol" pitchFamily="18" charset="2"/>
              <a:buChar char=""/>
              <a:tabLst>
                <a:tab pos="349250" algn="l"/>
                <a:tab pos="677863" algn="l"/>
                <a:tab pos="1195388" algn="l"/>
                <a:tab pos="1590675" algn="l"/>
                <a:tab pos="1654175" algn="l"/>
                <a:tab pos="2395538" algn="l"/>
                <a:tab pos="2740025" algn="l"/>
                <a:tab pos="2876550" algn="l"/>
                <a:tab pos="3429000" algn="l"/>
                <a:tab pos="3460750" algn="l"/>
                <a:tab pos="3487738" algn="l"/>
                <a:tab pos="3827463" algn="l"/>
              </a:tabLst>
              <a:defRPr/>
            </a:pPr>
            <a:r>
              <a:rPr kumimoji="0" lang="en-US"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On-center-off-surround/lateral inhibition structure</a:t>
            </a:r>
          </a:p>
          <a:p>
            <a:pPr marL="76200" marR="0" lvl="0" indent="0" algn="l" defTabSz="914400" rtl="0" eaLnBrk="0" fontAlgn="base" latinLnBrk="0" hangingPunct="0">
              <a:lnSpc>
                <a:spcPct val="100000"/>
              </a:lnSpc>
              <a:spcBef>
                <a:spcPts val="438"/>
              </a:spcBef>
              <a:spcAft>
                <a:spcPct val="0"/>
              </a:spcAft>
              <a:buClr>
                <a:srgbClr val="0ACFD8"/>
              </a:buClr>
              <a:buSzPct val="94000"/>
              <a:buFontTx/>
              <a:buNone/>
              <a:tabLst>
                <a:tab pos="349250" algn="l"/>
                <a:tab pos="677863" algn="l"/>
                <a:tab pos="1195388" algn="l"/>
                <a:tab pos="1590675" algn="l"/>
                <a:tab pos="1654175" algn="l"/>
                <a:tab pos="2395538" algn="l"/>
                <a:tab pos="2740025" algn="l"/>
                <a:tab pos="2876550" algn="l"/>
                <a:tab pos="3429000" algn="l"/>
                <a:tab pos="3460750" algn="l"/>
                <a:tab pos="3487738" algn="l"/>
                <a:tab pos="3827463" algn="l"/>
              </a:tabLst>
              <a:defRPr/>
            </a:pPr>
            <a:r>
              <a:rPr kumimoji="0" lang="en-US"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Each processing neuron receives two different classes of</a:t>
            </a:r>
            <a:r>
              <a:rPr kumimoji="0" lang="en-IN"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 </a:t>
            </a:r>
            <a:r>
              <a:rPr kumimoji="0" lang="en-US"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inputs</a:t>
            </a:r>
          </a:p>
          <a:p>
            <a:pPr marL="349250" marR="0" lvl="0" indent="-273050" algn="l" defTabSz="914400" rtl="0" eaLnBrk="0" fontAlgn="base" latinLnBrk="0" hangingPunct="0">
              <a:lnSpc>
                <a:spcPct val="100000"/>
              </a:lnSpc>
              <a:spcBef>
                <a:spcPts val="438"/>
              </a:spcBef>
              <a:spcAft>
                <a:spcPct val="0"/>
              </a:spcAft>
              <a:buClr>
                <a:srgbClr val="0ACFD8"/>
              </a:buClr>
              <a:buSzPct val="94000"/>
              <a:buFontTx/>
              <a:buNone/>
              <a:tabLst>
                <a:tab pos="349250" algn="l"/>
                <a:tab pos="677863" algn="l"/>
                <a:tab pos="1195388" algn="l"/>
                <a:tab pos="1590675" algn="l"/>
                <a:tab pos="1654175" algn="l"/>
                <a:tab pos="2395538" algn="l"/>
                <a:tab pos="2740025" algn="l"/>
                <a:tab pos="2876550" algn="l"/>
                <a:tab pos="3429000" algn="l"/>
                <a:tab pos="3460750" algn="l"/>
                <a:tab pos="3487738" algn="l"/>
                <a:tab pos="3827463" algn="l"/>
              </a:tabLst>
              <a:defRPr/>
            </a:pPr>
            <a:r>
              <a:rPr kumimoji="0" lang="en-US"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         -	“excitatory”</a:t>
            </a:r>
            <a:r>
              <a:rPr kumimoji="0" lang="en-IN"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 </a:t>
            </a:r>
            <a:r>
              <a:rPr kumimoji="0" lang="en-US"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input</a:t>
            </a:r>
            <a:r>
              <a:rPr kumimoji="0" lang="en-IN"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 </a:t>
            </a:r>
            <a:r>
              <a:rPr kumimoji="0" lang="en-US"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from  nearby processing elements</a:t>
            </a:r>
            <a:r>
              <a:rPr kumimoji="0" lang="en-IN"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 </a:t>
            </a:r>
            <a:r>
              <a:rPr kumimoji="0" lang="en-US"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&amp;</a:t>
            </a:r>
          </a:p>
          <a:p>
            <a:pPr marL="349250" marR="0" lvl="0" indent="-273050" algn="l" defTabSz="914400" rtl="0" eaLnBrk="0" fontAlgn="base" latinLnBrk="0" hangingPunct="0">
              <a:lnSpc>
                <a:spcPct val="100000"/>
              </a:lnSpc>
              <a:spcBef>
                <a:spcPts val="438"/>
              </a:spcBef>
              <a:spcAft>
                <a:spcPct val="0"/>
              </a:spcAft>
              <a:buClr>
                <a:srgbClr val="0ACFD8"/>
              </a:buClr>
              <a:buSzPct val="94000"/>
              <a:buFontTx/>
              <a:buNone/>
              <a:tabLst>
                <a:tab pos="349250" algn="l"/>
                <a:tab pos="677863" algn="l"/>
                <a:tab pos="1195388" algn="l"/>
                <a:tab pos="1590675" algn="l"/>
                <a:tab pos="1654175" algn="l"/>
                <a:tab pos="2395538" algn="l"/>
                <a:tab pos="2740025" algn="l"/>
                <a:tab pos="2876550" algn="l"/>
                <a:tab pos="3429000" algn="l"/>
                <a:tab pos="3460750" algn="l"/>
                <a:tab pos="3487738" algn="l"/>
                <a:tab pos="3827463" algn="l"/>
              </a:tabLst>
              <a:defRPr/>
            </a:pPr>
            <a:r>
              <a:rPr kumimoji="0" lang="en-US"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         - </a:t>
            </a:r>
            <a:r>
              <a:rPr kumimoji="0" lang="en-IN"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 </a:t>
            </a:r>
            <a:r>
              <a:rPr kumimoji="0" lang="en-US"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“inhibitory”	elements	from more  distantly locate</a:t>
            </a:r>
            <a:r>
              <a:rPr kumimoji="0" lang="en-IN"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d </a:t>
            </a:r>
            <a:r>
              <a:rPr kumimoji="0" lang="en-US"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pr</a:t>
            </a:r>
            <a:r>
              <a:rPr kumimoji="0" lang="en-IN"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o</a:t>
            </a:r>
            <a:r>
              <a:rPr kumimoji="0" lang="en-US" altLang="en-US" sz="1400" b="0" i="0" u="none" strike="noStrike" kern="1200" cap="none" spc="0" normalizeH="0" baseline="0" noProof="0" err="1">
                <a:ln>
                  <a:noFill/>
                </a:ln>
                <a:solidFill>
                  <a:srgbClr val="984807"/>
                </a:solidFill>
                <a:effectLst/>
                <a:uLnTx/>
                <a:uFillTx/>
                <a:latin typeface="Tahoma" pitchFamily="34" charset="0"/>
                <a:ea typeface="Malgun Gothic" pitchFamily="34" charset="-127"/>
                <a:cs typeface="+mn-cs"/>
              </a:rPr>
              <a:t>cessing</a:t>
            </a:r>
            <a:r>
              <a:rPr kumimoji="0" lang="en-IN"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 </a:t>
            </a:r>
            <a:r>
              <a:rPr kumimoji="0" lang="en-US"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elements.  </a:t>
            </a:r>
          </a:p>
          <a:p>
            <a:pPr marL="349250" marR="0" lvl="0" indent="-273050" algn="l" defTabSz="914400" rtl="0" eaLnBrk="0" fontAlgn="base" latinLnBrk="0" hangingPunct="0">
              <a:lnSpc>
                <a:spcPct val="100000"/>
              </a:lnSpc>
              <a:spcBef>
                <a:spcPts val="438"/>
              </a:spcBef>
              <a:spcAft>
                <a:spcPct val="0"/>
              </a:spcAft>
              <a:buClr>
                <a:srgbClr val="0ACFD8"/>
              </a:buClr>
              <a:buSzPct val="94000"/>
              <a:buFontTx/>
              <a:buNone/>
              <a:tabLst>
                <a:tab pos="349250" algn="l"/>
                <a:tab pos="677863" algn="l"/>
                <a:tab pos="1195388" algn="l"/>
                <a:tab pos="1590675" algn="l"/>
                <a:tab pos="1654175" algn="l"/>
                <a:tab pos="2395538" algn="l"/>
                <a:tab pos="2740025" algn="l"/>
                <a:tab pos="2876550" algn="l"/>
                <a:tab pos="3429000" algn="l"/>
                <a:tab pos="3460750" algn="l"/>
                <a:tab pos="3487738" algn="l"/>
                <a:tab pos="3827463" algn="l"/>
              </a:tabLst>
              <a:defRPr/>
            </a:pPr>
            <a:endParaRPr kumimoji="0" lang="en-US"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endParaRPr>
          </a:p>
          <a:p>
            <a:pPr marL="349250" marR="0" lvl="0" indent="-273050" algn="l" defTabSz="914400" rtl="0" eaLnBrk="0" fontAlgn="base" latinLnBrk="0" hangingPunct="0">
              <a:lnSpc>
                <a:spcPct val="100000"/>
              </a:lnSpc>
              <a:spcBef>
                <a:spcPts val="438"/>
              </a:spcBef>
              <a:spcAft>
                <a:spcPct val="0"/>
              </a:spcAft>
              <a:buClr>
                <a:srgbClr val="0ACFD8"/>
              </a:buClr>
              <a:buSzPct val="94000"/>
              <a:buFontTx/>
              <a:buNone/>
              <a:tabLst>
                <a:tab pos="349250" algn="l"/>
                <a:tab pos="677863" algn="l"/>
                <a:tab pos="1195388" algn="l"/>
                <a:tab pos="1590675" algn="l"/>
                <a:tab pos="1654175" algn="l"/>
                <a:tab pos="2395538" algn="l"/>
                <a:tab pos="2740025" algn="l"/>
                <a:tab pos="2876550" algn="l"/>
                <a:tab pos="3429000" algn="l"/>
                <a:tab pos="3460750" algn="l"/>
                <a:tab pos="3487738" algn="l"/>
                <a:tab pos="3827463" algn="l"/>
              </a:tabLst>
              <a:defRPr/>
            </a:pPr>
            <a:r>
              <a:rPr kumimoji="0" lang="en-US" altLang="en-US" sz="14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This type of interconnection is shown  below</a:t>
            </a:r>
          </a:p>
        </p:txBody>
      </p:sp>
      <p:sp>
        <p:nvSpPr>
          <p:cNvPr id="77827" name="object 19"/>
          <p:cNvSpPr/>
          <p:nvPr/>
        </p:nvSpPr>
        <p:spPr>
          <a:xfrm>
            <a:off x="1371600" y="4038600"/>
            <a:ext cx="6553200" cy="1828800"/>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77828" name="TextBox 21"/>
          <p:cNvSpPr/>
          <p:nvPr/>
        </p:nvSpPr>
        <p:spPr>
          <a:xfrm>
            <a:off x="2057400" y="381000"/>
            <a:ext cx="4800600" cy="492125"/>
          </a:xfrm>
          <a:prstGeom prst="rect">
            <a:avLst/>
          </a:prstGeom>
          <a:noFill/>
          <a:ln>
            <a:noFill/>
            <a:miter lim="800000"/>
          </a:ln>
        </p:spPr>
        <p:txBody>
          <a:bodyPr>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r>
              <a:rPr lang="en-IN" altLang="en-US" sz="2600" b="1">
                <a:solidFill>
                  <a:srgbClr val="FF0000"/>
                </a:solidFill>
                <a:latin typeface="Tahoma" pitchFamily="34" charset="0"/>
                <a:ea typeface="Tahoma" pitchFamily="34" charset="0"/>
              </a:rPr>
              <a:t>Lateral Inhibition Structure</a:t>
            </a:r>
            <a:endParaRPr lang="en-IN" altLang="en-US" sz="2600">
              <a:solidFill>
                <a:srgbClr val="FF0000"/>
              </a:solidFill>
              <a:latin typeface="Arial" pitchFamily="34" charset="0"/>
            </a:endParaRPr>
          </a:p>
        </p:txBody>
      </p:sp>
      <p:sp>
        <p:nvSpPr>
          <p:cNvPr id="77829"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9050645B-9055-4E5E-8688-8077340F257D}" type="slidenum">
              <a:rPr lang="en-US" altLang="en-US" sz="1200">
                <a:solidFill>
                  <a:srgbClr val="898989"/>
                </a:solidFill>
                <a:latin typeface="Arial" pitchFamily="34" charset="0"/>
                <a:ea typeface="DejaVu Sans"/>
              </a:rPr>
              <a:t>34</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Rectangle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Layer Properties</a:t>
            </a:r>
          </a:p>
        </p:txBody>
      </p:sp>
      <p:sp>
        <p:nvSpPr>
          <p:cNvPr id="78851" name="Rectangle 2"/>
          <p:cNvSpPr>
            <a:spLocks noChangeArrowheads="1"/>
          </p:cNvSpPr>
          <p:nvPr/>
        </p:nvSpPr>
        <p:spPr bwMode="auto">
          <a:xfrm>
            <a:off x="457200" y="1143000"/>
            <a:ext cx="8229600" cy="2774950"/>
          </a:xfrm>
          <a:prstGeom prst="rect">
            <a:avLst/>
          </a:prstGeom>
          <a:noFill/>
          <a:ln>
            <a:noFill/>
          </a:ln>
          <a:effectLst/>
        </p:spPr>
        <p:txBody>
          <a:bodyPr lIns="90000" tIns="46800" rIns="90000" bIns="46800">
            <a:spAutoFit/>
          </a:bodyPr>
          <a:lstStyle>
            <a:defPPr>
              <a:defRPr lang="en-US"/>
            </a:defPPr>
            <a:lvl1pPr marL="457200" indent="-45720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1pPr>
            <a:lvl2pPr marL="4572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2pPr>
            <a:lvl3pPr marL="9144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3pPr>
            <a:lvl4pPr marL="13716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4pPr>
            <a:lvl5pPr marL="18288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Input Layer: </a:t>
            </a: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Each input unit may be designated by an attribute value possessed by the instance.</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Hidden Layer: </a:t>
            </a: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Not directly observable, provides nonlinearities for the network.</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Output Layer: </a:t>
            </a: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Encodes possible values.</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p:txBody>
      </p:sp>
      <p:sp>
        <p:nvSpPr>
          <p:cNvPr id="78852"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0DBC357B-78CB-42A8-93D0-0B261A81E6BD}" type="slidenum">
              <a:rPr lang="en-US" altLang="en-US" sz="1200">
                <a:solidFill>
                  <a:srgbClr val="898989"/>
                </a:solidFill>
                <a:latin typeface="Arial" pitchFamily="34" charset="0"/>
                <a:ea typeface="DejaVu Sans"/>
              </a:rPr>
              <a:t>35</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898" name="Rectangle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Training Process</a:t>
            </a:r>
          </a:p>
        </p:txBody>
      </p:sp>
      <p:sp>
        <p:nvSpPr>
          <p:cNvPr id="80899" name="Text Box 2"/>
          <p:cNvSpPr txBox="1">
            <a:spLocks noChangeArrowheads="1"/>
          </p:cNvSpPr>
          <p:nvPr/>
        </p:nvSpPr>
        <p:spPr bwMode="auto">
          <a:xfrm>
            <a:off x="457200" y="1143000"/>
            <a:ext cx="8229600" cy="3448050"/>
          </a:xfrm>
          <a:prstGeom prst="rect">
            <a:avLst/>
          </a:prstGeom>
          <a:noFill/>
          <a:ln>
            <a:noFill/>
          </a:ln>
          <a:effectLst/>
        </p:spPr>
        <p:txBody>
          <a:bodyPr lIns="90000" tIns="46800" rIns="90000" bIns="46800">
            <a:spAutoFit/>
          </a:bodyPr>
          <a:lstStyle>
            <a:defPPr>
              <a:defRPr lang="en-US"/>
            </a:defPPr>
            <a:lvl1pPr marL="457200" indent="-45720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1pPr>
            <a:lvl2pPr marL="4572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2pPr>
            <a:lvl3pPr marL="9144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3pPr>
            <a:lvl4pPr marL="13716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4pPr>
            <a:lvl5pPr marL="18288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Supervised Training </a:t>
            </a: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 Providing the network with a series of sample inputs and comparing the output with the expected responses.</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Unsupervised Training </a:t>
            </a: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 Most similar input vector is assigned to the same output unit.</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Reinforcement Training </a:t>
            </a: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 Right answer is not provided but indication of whether ‘right’ or ‘wrong’ is provided.</a:t>
            </a:r>
          </a:p>
          <a:p>
            <a:pPr marL="457200" marR="0" lvl="1" indent="0" algn="l" defTabSz="449263" rtl="0" eaLnBrk="1" fontAlgn="base" latinLnBrk="0" hangingPunct="1">
              <a:lnSpc>
                <a:spcPct val="90000"/>
              </a:lnSpc>
              <a:spcBef>
                <a:spcPts val="500"/>
              </a:spcBef>
              <a:spcAft>
                <a:spcPct val="0"/>
              </a:spcAft>
              <a:buClrTx/>
              <a:buSzPct val="55000"/>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p:txBody>
      </p:sp>
      <p:sp>
        <p:nvSpPr>
          <p:cNvPr id="80900"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A928C4C7-3276-42D5-950B-CD846ABE27EE}" type="slidenum">
              <a:rPr lang="en-US" altLang="en-US" sz="1200">
                <a:solidFill>
                  <a:srgbClr val="898989"/>
                </a:solidFill>
                <a:latin typeface="Arial" pitchFamily="34" charset="0"/>
                <a:ea typeface="DejaVu Sans"/>
              </a:rPr>
              <a:t>36</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946" name="Content Placeholder 1"/>
          <p:cNvSpPr>
            <a:spLocks noGrp="1"/>
          </p:cNvSpPr>
          <p:nvPr>
            <p:ph idx="1"/>
          </p:nvPr>
        </p:nvSpPr>
        <p:spPr>
          <a:xfrm>
            <a:off x="457200" y="3521075"/>
            <a:ext cx="8229600" cy="2803525"/>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298450" lvl="0" indent="-273050" algn="just">
              <a:spcBef>
                <a:spcPts val="100"/>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Learning with the help of a teacher.</a:t>
            </a:r>
          </a:p>
          <a:p>
            <a:pPr marL="298450" lvl="0" indent="-273050" algn="just">
              <a:lnSpc>
                <a:spcPts val="1638"/>
              </a:lnSpc>
              <a:spcBef>
                <a:spcPts val="400"/>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Example : learning process of a small  child.</a:t>
            </a:r>
          </a:p>
          <a:p>
            <a:pPr marL="665162" lvl="1" indent="-246062" algn="just">
              <a:spcBef>
                <a:spcPts val="25"/>
              </a:spcBef>
              <a:buClr>
                <a:srgbClr val="0E6EC5"/>
              </a:buClr>
              <a:buSzPct val="85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Child doesn’t know read/write.</a:t>
            </a:r>
          </a:p>
          <a:p>
            <a:pPr marL="665162" lvl="1" indent="-246062" algn="just">
              <a:lnSpc>
                <a:spcPct val="80000"/>
              </a:lnSpc>
              <a:spcBef>
                <a:spcPts val="425"/>
              </a:spcBef>
              <a:buClr>
                <a:srgbClr val="0E6EC5"/>
              </a:buClr>
              <a:buSzPct val="85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Their each &amp; every action is  supervised by a teacher</a:t>
            </a:r>
          </a:p>
          <a:p>
            <a:pPr marL="298450" lvl="0" indent="-273050" algn="just">
              <a:lnSpc>
                <a:spcPct val="80000"/>
              </a:lnSpc>
              <a:spcBef>
                <a:spcPts val="412"/>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In ANN, each input vector requires a  corresponding target vector, which  represents the desired output.</a:t>
            </a:r>
          </a:p>
          <a:p>
            <a:pPr marL="298450" lvl="0" indent="-273050" algn="just">
              <a:lnSpc>
                <a:spcPts val="1638"/>
              </a:lnSpc>
              <a:spcBef>
                <a:spcPts val="400"/>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The input vector along with target vector  is called training pair.</a:t>
            </a:r>
          </a:p>
          <a:p>
            <a:pPr marL="298450" lvl="0" indent="-273050" algn="just">
              <a:spcBef>
                <a:spcPts val="25"/>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The input vector results in output vector.</a:t>
            </a:r>
          </a:p>
          <a:p>
            <a:pPr marL="298450" lvl="0" indent="-273050">
              <a:lnSpc>
                <a:spcPct val="80000"/>
              </a:lnSpc>
              <a:spcBef>
                <a:spcPts val="425"/>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The actual output vector is	compared with desired output vector.</a:t>
            </a:r>
          </a:p>
          <a:p>
            <a:pPr marL="298450" lvl="0" indent="-273050">
              <a:lnSpc>
                <a:spcPct val="80000"/>
              </a:lnSpc>
              <a:spcBef>
                <a:spcPts val="425"/>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If there is a difference means an error  signal is generated by the network.</a:t>
            </a:r>
          </a:p>
          <a:p>
            <a:pPr marL="298450" lvl="0" indent="-273050">
              <a:lnSpc>
                <a:spcPts val="1638"/>
              </a:lnSpc>
              <a:spcBef>
                <a:spcPts val="400"/>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It is used for adjustment of weights until  actual output matches desired output</a:t>
            </a:r>
          </a:p>
        </p:txBody>
      </p:sp>
      <p:sp>
        <p:nvSpPr>
          <p:cNvPr id="82947" name="Title 3"/>
          <p:cNvSpPr>
            <a:spLocks noGrp="1"/>
          </p:cNvSpPr>
          <p:nvPr>
            <p:ph type="title" idx="4294967295"/>
          </p:nvPr>
        </p:nvSpPr>
        <p:spPr>
          <a:xfrm>
            <a:off x="838200" y="365125"/>
            <a:ext cx="7772400" cy="320675"/>
          </a:xfrm>
          <a:prstGeom prst="rect">
            <a:avLst/>
          </a:prstGeom>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en-IN" altLang="en-US"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Supervised Learning</a:t>
            </a:r>
          </a:p>
        </p:txBody>
      </p:sp>
      <p:sp>
        <p:nvSpPr>
          <p:cNvPr id="82948" name="object 19"/>
          <p:cNvSpPr/>
          <p:nvPr/>
        </p:nvSpPr>
        <p:spPr>
          <a:xfrm>
            <a:off x="1143000" y="930275"/>
            <a:ext cx="6172200" cy="2346325"/>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latin typeface="Arial" pitchFamily="34" charset="0"/>
            </a:endParaRPr>
          </a:p>
        </p:txBody>
      </p:sp>
      <p:grpSp>
        <p:nvGrpSpPr>
          <p:cNvPr id="82951" name="Slide Number Placeholder 1"/>
          <p:cNvGrpSpPr>
            <a:grpSpLocks noGrp="1"/>
          </p:cNvGrpSpPr>
          <p:nvPr/>
        </p:nvGrpSpPr>
        <p:grpSpPr>
          <a:xfrm>
            <a:off x="8601075" y="6370638"/>
            <a:ext cx="622300" cy="609600"/>
            <a:chOff x="5418" y="4013"/>
            <a:chExt cx="392" cy="384"/>
          </a:xfrm>
        </p:grpSpPr>
        <p:pic>
          <p:nvPicPr>
            <p:cNvPr id="82949" name="Slide Number Placeholder 1"/>
            <p:cNvPicPr/>
            <p:nvPr/>
          </p:nvPicPr>
          <p:blipFill>
            <a:blip r:embed="rId3"/>
            <a:stretch>
              <a:fillRect/>
            </a:stretch>
          </p:blipFill>
          <p:spPr>
            <a:xfrm>
              <a:off x="5418" y="4013"/>
              <a:ext cx="392" cy="384"/>
            </a:xfrm>
            <a:prstGeom prst="rect">
              <a:avLst/>
            </a:prstGeom>
            <a:noFill/>
            <a:ln>
              <a:miter lim="800000"/>
            </a:ln>
          </p:spPr>
        </p:pic>
        <p:sp>
          <p:nvSpPr>
            <p:cNvPr id="82950" name="Rectangle 82949"/>
            <p:cNvSpPr/>
            <p:nvPr/>
          </p:nvSpPr>
          <p:spPr>
            <a:xfrm>
              <a:off x="5472" y="4032"/>
              <a:ext cx="288" cy="278"/>
            </a:xfrm>
            <a:prstGeom prst="rect">
              <a:avLst/>
            </a:prstGeom>
            <a:noFill/>
            <a:ln>
              <a:noFill/>
              <a:miter lim="800000"/>
            </a:ln>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fld id="{4A609F52-5958-4F21-AD19-AEB77A919702}" type="slidenum">
                <a:rPr lang="en-US" altLang="en-US">
                  <a:latin typeface="Calibri" pitchFamily="34" charset="0"/>
                </a:rPr>
                <a:t>37</a:t>
              </a:fld>
              <a:endParaRPr lang="en-US" altLang="en-US">
                <a:latin typeface="Calibri" pitchFamily="34" charset="0"/>
              </a:endParaRPr>
            </a:p>
          </p:txBody>
        </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970" name="Content Placeholder 1"/>
          <p:cNvSpPr>
            <a:spLocks noGrp="1"/>
          </p:cNvSpPr>
          <p:nvPr>
            <p:ph idx="1"/>
          </p:nvPr>
        </p:nvSpPr>
        <p:spPr>
          <a:xfrm>
            <a:off x="457200" y="3386138"/>
            <a:ext cx="8229600" cy="2481262"/>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298450" lvl="0" indent="-273050" algn="just">
              <a:lnSpc>
                <a:spcPct val="80000"/>
              </a:lnSpc>
              <a:spcBef>
                <a:spcPts val="512"/>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Learning is performed without the help  of a teacher.</a:t>
            </a:r>
          </a:p>
          <a:p>
            <a:pPr marL="298450" lvl="0" indent="-273050" algn="just">
              <a:lnSpc>
                <a:spcPct val="80000"/>
              </a:lnSpc>
              <a:spcBef>
                <a:spcPts val="425"/>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Example: tadpole – learn to swim by  itself.</a:t>
            </a:r>
          </a:p>
          <a:p>
            <a:pPr marL="298450" lvl="0" indent="-273050" algn="just">
              <a:lnSpc>
                <a:spcPct val="80000"/>
              </a:lnSpc>
              <a:spcBef>
                <a:spcPts val="412"/>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In ANN, during training process,  network receives input patterns and  organize it to form clusters.</a:t>
            </a:r>
          </a:p>
          <a:p>
            <a:pPr marL="298450" lvl="0" indent="-273050" algn="just">
              <a:lnSpc>
                <a:spcPct val="80000"/>
              </a:lnSpc>
              <a:spcBef>
                <a:spcPts val="412"/>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From the Fig. it is observed that no  feedback is applied from environment to  inform what output should be or whether  they are correct.</a:t>
            </a:r>
          </a:p>
          <a:p>
            <a:pPr marL="298450" lvl="0" indent="-273050" algn="just">
              <a:lnSpc>
                <a:spcPct val="80000"/>
              </a:lnSpc>
              <a:spcBef>
                <a:spcPts val="425"/>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The network itself discover patterns,  regularities, features/ categories from the  input data and relations for the input data  over the output.</a:t>
            </a:r>
          </a:p>
          <a:p>
            <a:pPr marL="298450" lvl="0" indent="-273050" algn="just">
              <a:lnSpc>
                <a:spcPct val="80000"/>
              </a:lnSpc>
              <a:spcBef>
                <a:spcPts val="412"/>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Exact clusters are formed by discovering  similarities &amp; dissimilarities so called as  self – organizing.</a:t>
            </a:r>
          </a:p>
        </p:txBody>
      </p:sp>
      <p:sp>
        <p:nvSpPr>
          <p:cNvPr id="83971" name="Title 3"/>
          <p:cNvSpPr>
            <a:spLocks noGrp="1"/>
          </p:cNvSpPr>
          <p:nvPr>
            <p:ph type="title" idx="4294967295"/>
          </p:nvPr>
        </p:nvSpPr>
        <p:spPr>
          <a:xfrm>
            <a:off x="914400" y="457200"/>
            <a:ext cx="7772400" cy="320675"/>
          </a:xfrm>
          <a:prstGeom prst="rect">
            <a:avLst/>
          </a:prstGeom>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en-IN" altLang="en-US"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Unsupervised Learning</a:t>
            </a:r>
          </a:p>
        </p:txBody>
      </p:sp>
      <p:sp>
        <p:nvSpPr>
          <p:cNvPr id="83972" name="object 19"/>
          <p:cNvSpPr/>
          <p:nvPr/>
        </p:nvSpPr>
        <p:spPr>
          <a:xfrm>
            <a:off x="2362200" y="1143000"/>
            <a:ext cx="4038600" cy="1878013"/>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latin typeface="Arial" pitchFamily="34" charset="0"/>
            </a:endParaRPr>
          </a:p>
        </p:txBody>
      </p:sp>
      <p:grpSp>
        <p:nvGrpSpPr>
          <p:cNvPr id="83975" name="Slide Number Placeholder 1"/>
          <p:cNvGrpSpPr>
            <a:grpSpLocks noGrp="1"/>
          </p:cNvGrpSpPr>
          <p:nvPr/>
        </p:nvGrpSpPr>
        <p:grpSpPr>
          <a:xfrm>
            <a:off x="8601075" y="6370638"/>
            <a:ext cx="622300" cy="609600"/>
            <a:chOff x="5418" y="4013"/>
            <a:chExt cx="392" cy="384"/>
          </a:xfrm>
        </p:grpSpPr>
        <p:pic>
          <p:nvPicPr>
            <p:cNvPr id="83973" name="Slide Number Placeholder 1"/>
            <p:cNvPicPr/>
            <p:nvPr/>
          </p:nvPicPr>
          <p:blipFill>
            <a:blip r:embed="rId3"/>
            <a:stretch>
              <a:fillRect/>
            </a:stretch>
          </p:blipFill>
          <p:spPr>
            <a:xfrm>
              <a:off x="5418" y="4013"/>
              <a:ext cx="392" cy="384"/>
            </a:xfrm>
            <a:prstGeom prst="rect">
              <a:avLst/>
            </a:prstGeom>
            <a:noFill/>
            <a:ln>
              <a:miter lim="800000"/>
            </a:ln>
          </p:spPr>
        </p:pic>
        <p:sp>
          <p:nvSpPr>
            <p:cNvPr id="83974" name="Rectangle 83973"/>
            <p:cNvSpPr/>
            <p:nvPr/>
          </p:nvSpPr>
          <p:spPr>
            <a:xfrm>
              <a:off x="5472" y="4032"/>
              <a:ext cx="288" cy="278"/>
            </a:xfrm>
            <a:prstGeom prst="rect">
              <a:avLst/>
            </a:prstGeom>
            <a:noFill/>
            <a:ln>
              <a:noFill/>
              <a:miter lim="800000"/>
            </a:ln>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fld id="{F7E7CDE5-BA37-4E60-95CC-3811F21D0E00}" type="slidenum">
                <a:rPr lang="en-US" altLang="en-US">
                  <a:latin typeface="Calibri" pitchFamily="34" charset="0"/>
                </a:rPr>
                <a:t>38</a:t>
              </a:fld>
              <a:endParaRPr lang="en-US" altLang="en-US">
                <a:latin typeface="Calibri" pitchFamily="34" charset="0"/>
              </a:endParaRPr>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4994" name="Content Placeholder 1"/>
          <p:cNvSpPr>
            <a:spLocks noGrp="1"/>
          </p:cNvSpPr>
          <p:nvPr>
            <p:ph idx="1"/>
          </p:nvPr>
        </p:nvSpPr>
        <p:spPr>
          <a:xfrm>
            <a:off x="457200" y="3581400"/>
            <a:ext cx="8229600" cy="30480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298450" lvl="0" indent="-273050" algn="just">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Similar to supervised learning.</a:t>
            </a:r>
          </a:p>
          <a:p>
            <a:pPr marL="298450" lvl="0" indent="-273050" algn="just">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Learning based on critic information is called reinforcement learning &amp; the feed back sent is called   reinforcement signal.</a:t>
            </a:r>
          </a:p>
          <a:p>
            <a:pPr marL="298450" lvl="0" indent="-273050" algn="just">
              <a:lnSpc>
                <a:spcPct val="80000"/>
              </a:lnSpc>
              <a:spcBef>
                <a:spcPts val="500"/>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The network receives some  feedback from the environment.</a:t>
            </a:r>
          </a:p>
          <a:p>
            <a:pPr marL="298450" lvl="0" indent="-273050" algn="just">
              <a:spcBef>
                <a:spcPts val="12"/>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Feedback is only evaluative.</a:t>
            </a:r>
          </a:p>
          <a:p>
            <a:pPr marL="298450" lvl="0" indent="-273050" algn="just">
              <a:lnSpc>
                <a:spcPts val="1925"/>
              </a:lnSpc>
              <a:spcBef>
                <a:spcPts val="488"/>
              </a:spcBef>
              <a:buClr>
                <a:srgbClr val="0ACFD8"/>
              </a:buClr>
              <a:buSzPct val="94000"/>
              <a:buFont typeface="Symbol" pitchFamily="18" charset="2"/>
              <a:buChar char=""/>
              <a:tabLst>
                <a:tab pos="298450" algn="l"/>
              </a:tabLst>
            </a:pPr>
            <a:r>
              <a:rPr lang="en-IN" altLang="en-US" sz="1600">
                <a:solidFill>
                  <a:srgbClr val="984807"/>
                </a:solidFill>
                <a:latin typeface="Tahoma" pitchFamily="34" charset="0"/>
                <a:ea typeface="Malgun Gothic" pitchFamily="34" charset="-127"/>
              </a:rPr>
              <a:t>The external reinforcement signals  are processed in the critic signal  generator, and the obtained critic  signals are sent to the ANN for  adjustment of weights properly to  get critic feedback in future.</a:t>
            </a:r>
          </a:p>
          <a:p>
            <a:pPr marL="298450" lvl="0" indent="-273050" algn="just">
              <a:buNone/>
              <a:tabLst>
                <a:tab pos="298450" algn="l"/>
              </a:tabLst>
            </a:pPr>
            <a:endParaRPr lang="en-IN" altLang="en-US" sz="2400"/>
          </a:p>
        </p:txBody>
      </p:sp>
      <p:sp>
        <p:nvSpPr>
          <p:cNvPr id="84995" name="Title 3"/>
          <p:cNvSpPr>
            <a:spLocks noGrp="1"/>
          </p:cNvSpPr>
          <p:nvPr>
            <p:ph type="title" idx="4294967295"/>
          </p:nvPr>
        </p:nvSpPr>
        <p:spPr>
          <a:xfrm>
            <a:off x="914400" y="457200"/>
            <a:ext cx="7772400" cy="320675"/>
          </a:xfrm>
          <a:prstGeom prst="rect">
            <a:avLst/>
          </a:prstGeom>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en-IN" altLang="en-US"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Reinforcement Learning</a:t>
            </a:r>
          </a:p>
        </p:txBody>
      </p:sp>
      <p:sp>
        <p:nvSpPr>
          <p:cNvPr id="84996" name="object 25"/>
          <p:cNvSpPr/>
          <p:nvPr/>
        </p:nvSpPr>
        <p:spPr>
          <a:xfrm>
            <a:off x="1371600" y="1143000"/>
            <a:ext cx="5562600" cy="2438400"/>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latin typeface="Arial" pitchFamily="34" charset="0"/>
            </a:endParaRPr>
          </a:p>
        </p:txBody>
      </p:sp>
      <p:grpSp>
        <p:nvGrpSpPr>
          <p:cNvPr id="84999" name="Slide Number Placeholder 1"/>
          <p:cNvGrpSpPr>
            <a:grpSpLocks noGrp="1"/>
          </p:cNvGrpSpPr>
          <p:nvPr/>
        </p:nvGrpSpPr>
        <p:grpSpPr>
          <a:xfrm>
            <a:off x="8601075" y="6370638"/>
            <a:ext cx="622300" cy="609600"/>
            <a:chOff x="5418" y="4013"/>
            <a:chExt cx="392" cy="384"/>
          </a:xfrm>
        </p:grpSpPr>
        <p:pic>
          <p:nvPicPr>
            <p:cNvPr id="84997" name="Slide Number Placeholder 1"/>
            <p:cNvPicPr/>
            <p:nvPr/>
          </p:nvPicPr>
          <p:blipFill>
            <a:blip r:embed="rId3"/>
            <a:stretch>
              <a:fillRect/>
            </a:stretch>
          </p:blipFill>
          <p:spPr>
            <a:xfrm>
              <a:off x="5418" y="4013"/>
              <a:ext cx="392" cy="384"/>
            </a:xfrm>
            <a:prstGeom prst="rect">
              <a:avLst/>
            </a:prstGeom>
            <a:noFill/>
            <a:ln>
              <a:miter lim="800000"/>
            </a:ln>
          </p:spPr>
        </p:pic>
        <p:sp>
          <p:nvSpPr>
            <p:cNvPr id="84998" name="Rectangle 84997"/>
            <p:cNvSpPr/>
            <p:nvPr/>
          </p:nvSpPr>
          <p:spPr>
            <a:xfrm>
              <a:off x="5472" y="4032"/>
              <a:ext cx="288" cy="278"/>
            </a:xfrm>
            <a:prstGeom prst="rect">
              <a:avLst/>
            </a:prstGeom>
            <a:noFill/>
            <a:ln>
              <a:noFill/>
              <a:miter lim="800000"/>
            </a:ln>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fld id="{7E70766B-3283-4D78-A9AF-E756103448F2}" type="slidenum">
                <a:rPr lang="en-US" altLang="en-US">
                  <a:latin typeface="Calibri" pitchFamily="34" charset="0"/>
                </a:rPr>
                <a:t>39</a:t>
              </a:fld>
              <a:endParaRPr lang="en-US" altLang="en-US">
                <a:latin typeface="Calibri" pitchFamily="34" charset="0"/>
              </a:endParaRPr>
            </a:p>
          </p:txBody>
        </p:sp>
      </p:gr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018" name="Rectangle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Activation Function</a:t>
            </a:r>
          </a:p>
        </p:txBody>
      </p:sp>
      <p:sp>
        <p:nvSpPr>
          <p:cNvPr id="86019" name="Text Box 2"/>
          <p:cNvSpPr txBox="1">
            <a:spLocks noChangeArrowheads="1"/>
          </p:cNvSpPr>
          <p:nvPr/>
        </p:nvSpPr>
        <p:spPr bwMode="auto">
          <a:xfrm>
            <a:off x="457200" y="1143000"/>
            <a:ext cx="8229600" cy="3908425"/>
          </a:xfrm>
          <a:prstGeom prst="rect">
            <a:avLst/>
          </a:prstGeom>
          <a:noFill/>
          <a:ln>
            <a:noFill/>
          </a:ln>
          <a:effectLst/>
        </p:spPr>
        <p:txBody>
          <a:bodyPr lIns="90000" tIns="46800" rIns="90000" bIns="46800">
            <a:spAutoFit/>
          </a:bodyPr>
          <a:lstStyle>
            <a:defPPr>
              <a:defRPr lang="en-US"/>
            </a:defPPr>
            <a:lvl1pPr marL="457200" indent="-45720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1pPr>
            <a:lvl2pPr marL="4572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2pPr>
            <a:lvl3pPr marL="914400" indent="-45720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3pPr>
            <a:lvl4pPr marL="13716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4pPr>
            <a:lvl5pPr marL="18288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ACTIVATION LEVEL – DISCRETE OR CONTINUOUS</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HARD LIMIT FUCNTION (DISCRETE)</a:t>
            </a:r>
          </a:p>
          <a:p>
            <a:pPr marL="914400" marR="0" lvl="2"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Binary Activation function</a:t>
            </a:r>
          </a:p>
          <a:p>
            <a:pPr marL="914400" marR="0" lvl="2"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Bipolar activation function</a:t>
            </a:r>
          </a:p>
          <a:p>
            <a:pPr marL="914400" marR="0" lvl="2"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Identity function</a:t>
            </a:r>
          </a:p>
          <a:p>
            <a:pPr marL="914400" marR="0" lvl="2"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SIGMOIDAL ACTIVATION FUNCTION (CONTINUOUS)</a:t>
            </a:r>
          </a:p>
          <a:p>
            <a:pPr marL="914400" marR="0" lvl="2"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Binary Sigmoidal activation function</a:t>
            </a:r>
          </a:p>
          <a:p>
            <a:pPr marL="914400" marR="0" lvl="2"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Bipolar Sigmoidal activation function</a:t>
            </a:r>
          </a:p>
          <a:p>
            <a:pPr marL="457200" marR="0" lvl="0" indent="-454025" algn="l" defTabSz="449263" rtl="0" eaLnBrk="1" fontAlgn="base" latinLnBrk="0" hangingPunct="1">
              <a:lnSpc>
                <a:spcPct val="100000"/>
              </a:lnSpc>
              <a:spcBef>
                <a:spcPts val="125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p:txBody>
      </p:sp>
      <p:sp>
        <p:nvSpPr>
          <p:cNvPr id="86020"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94A56D53-24D6-4509-A931-DF2DDA8E7877}" type="slidenum">
              <a:rPr lang="en-US" altLang="en-US" sz="1200">
                <a:solidFill>
                  <a:srgbClr val="898989"/>
                </a:solidFill>
                <a:latin typeface="Arial" pitchFamily="34" charset="0"/>
                <a:ea typeface="DejaVu Sans"/>
              </a:rPr>
              <a:t>40</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066" name="object 17"/>
          <p:cNvSpPr txBox="1">
            <a:spLocks noGrp="1"/>
          </p:cNvSpPr>
          <p:nvPr>
            <p:ph type="title"/>
          </p:nvPr>
        </p:nvSpPr>
        <p:spPr>
          <a:xfrm>
            <a:off x="930275" y="38100"/>
            <a:ext cx="6991350" cy="782638"/>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lang="en-IN"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A</a:t>
            </a:r>
            <a:r>
              <a:rPr kumimoji="0" sz="2600" b="1" i="0" u="none" strike="noStrike" kern="1200" cap="none" spc="0" normalizeH="0" baseline="0" noProof="0" err="1">
                <a:ln>
                  <a:noFill/>
                </a:ln>
                <a:solidFill>
                  <a:srgbClr val="FF0000"/>
                </a:solidFill>
                <a:effectLst/>
                <a:uLnTx/>
                <a:uFillTx/>
                <a:latin typeface="Tahoma" pitchFamily="34" charset="0"/>
                <a:ea typeface="+mn-ea" pitchFamily="34" charset="0"/>
                <a:cs typeface="Tahoma" panose="020B0604030504040204" pitchFamily="34" charset="0"/>
              </a:rPr>
              <a:t>ctivation</a:t>
            </a:r>
            <a:r>
              <a:rPr kumimoji="0" sz="5000" b="0" i="0" u="none" strike="noStrike" kern="1200" cap="none" spc="-105" normalizeH="0" baseline="0" noProof="0">
                <a:ln>
                  <a:noFill/>
                </a:ln>
                <a:solidFill>
                  <a:srgbClr val="FF0000"/>
                </a:solidFill>
                <a:effectLst/>
                <a:uLnTx/>
                <a:uFillTx/>
                <a:latin typeface="+mj-lt" pitchFamily="34" charset="0"/>
                <a:ea typeface="+mj-ea" pitchFamily="34" charset="0"/>
                <a:cs typeface="+mj-cs"/>
              </a:rPr>
              <a:t> </a:t>
            </a: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Function</a:t>
            </a:r>
            <a:r>
              <a:rPr kumimoji="0" lang="en-IN"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s</a:t>
            </a:r>
            <a:endParaRPr kumimoji="0" sz="2600" b="1" i="0" u="none" strike="noStrike" kern="1200" cap="none" spc="0" normalizeH="0" baseline="0" noProof="0">
              <a:ln>
                <a:noFill/>
              </a:ln>
              <a:solidFill>
                <a:srgbClr val="FF0000"/>
              </a:solidFill>
              <a:effectLst/>
              <a:uLnTx/>
              <a:uFillTx/>
              <a:latin typeface="Tahoma" pitchFamily="34" charset="0"/>
              <a:ea typeface="+mn-ea"/>
              <a:cs typeface="Tahoma" panose="020B0604030504040204" pitchFamily="34" charset="0"/>
            </a:endParaRPr>
          </a:p>
        </p:txBody>
      </p:sp>
      <p:sp>
        <p:nvSpPr>
          <p:cNvPr id="88067" name="object 18"/>
          <p:cNvSpPr/>
          <p:nvPr/>
        </p:nvSpPr>
        <p:spPr>
          <a:xfrm>
            <a:off x="527050" y="1009650"/>
            <a:ext cx="8089900" cy="1689100"/>
          </a:xfrm>
          <a:prstGeom prst="rect">
            <a:avLst/>
          </a:prstGeom>
          <a:noFill/>
          <a:ln>
            <a:noFill/>
            <a:miter lim="800000"/>
          </a:ln>
        </p:spPr>
        <p:txBody>
          <a:bodyPr lIns="0" tIns="127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298450" lvl="0" indent="-273050" defTabSz="914400">
              <a:spcBef>
                <a:spcPts val="100"/>
              </a:spcBef>
              <a:buClr>
                <a:srgbClr val="0ACFD8"/>
              </a:buClr>
              <a:buSzPct val="94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To make work more efficient and for exact output, some force or activation is given.</a:t>
            </a:r>
          </a:p>
          <a:p>
            <a:pPr marL="298450" lvl="0" indent="-273050" defTabSz="914400">
              <a:lnSpc>
                <a:spcPct val="80000"/>
              </a:lnSpc>
              <a:spcBef>
                <a:spcPts val="425"/>
              </a:spcBef>
              <a:buClr>
                <a:srgbClr val="0ACFD8"/>
              </a:buClr>
              <a:buSzPct val="94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Like that, activation function is applied over the net input to calculate the output of an  ANN.</a:t>
            </a:r>
          </a:p>
          <a:p>
            <a:pPr marL="298450" lvl="0" indent="-273050" defTabSz="914400">
              <a:spcBef>
                <a:spcPts val="25"/>
              </a:spcBef>
              <a:buClr>
                <a:srgbClr val="0ACFD8"/>
              </a:buClr>
              <a:buSzPct val="94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Information processing of processing element has two major parts: input and output.</a:t>
            </a:r>
          </a:p>
          <a:p>
            <a:pPr marL="298450" lvl="0" indent="-273050" defTabSz="914400">
              <a:spcBef>
                <a:spcPts val="12"/>
              </a:spcBef>
              <a:buClr>
                <a:srgbClr val="0ACFD8"/>
              </a:buClr>
              <a:buSzPct val="94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An integration function (f) is associated with input of processing element.</a:t>
            </a:r>
          </a:p>
          <a:p>
            <a:pPr marL="298450" lvl="0" indent="-273050" defTabSz="914400">
              <a:spcBef>
                <a:spcPts val="25"/>
              </a:spcBef>
              <a:buClr>
                <a:srgbClr val="0ACFD8"/>
              </a:buClr>
              <a:buSzPct val="94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Several activation functions are there.</a:t>
            </a:r>
          </a:p>
          <a:p>
            <a:pPr marL="609600" lvl="1" indent="-190500" defTabSz="914400">
              <a:spcBef>
                <a:spcPts val="12"/>
              </a:spcBef>
              <a:buClrTx/>
              <a:buFontTx/>
              <a:buAutoNum type="arabicPeriod"/>
              <a:tabLst>
                <a:tab pos="298450" algn="l"/>
              </a:tabLst>
            </a:pPr>
            <a:r>
              <a:rPr lang="en-US" altLang="en-US" sz="1600">
                <a:solidFill>
                  <a:srgbClr val="984807"/>
                </a:solidFill>
                <a:latin typeface="Tahoma" pitchFamily="34" charset="0"/>
                <a:ea typeface="Malgun Gothic" pitchFamily="34" charset="-127"/>
              </a:rPr>
              <a:t>Identity function:</a:t>
            </a:r>
          </a:p>
        </p:txBody>
      </p:sp>
      <p:sp>
        <p:nvSpPr>
          <p:cNvPr id="88068" name="object 19"/>
          <p:cNvSpPr/>
          <p:nvPr/>
        </p:nvSpPr>
        <p:spPr>
          <a:xfrm flipH="1">
            <a:off x="1249363" y="2792413"/>
            <a:ext cx="92075" cy="152400"/>
          </a:xfrm>
          <a:prstGeom prst="rect">
            <a:avLst/>
          </a:prstGeom>
          <a:noFill/>
          <a:ln>
            <a:noFill/>
            <a:miter lim="800000"/>
          </a:ln>
        </p:spPr>
        <p:txBody>
          <a:bodyPr lIns="0" tIns="1397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2700" marR="0" lvl="0" indent="0">
              <a:spcBef>
                <a:spcPts val="112"/>
              </a:spcBef>
            </a:pPr>
            <a:r>
              <a:rPr lang="en-US" altLang="en-US" sz="900" spc="615">
                <a:solidFill>
                  <a:srgbClr val="009CD8"/>
                </a:solidFill>
                <a:latin typeface="Symbol" pitchFamily="18" charset="2"/>
                <a:ea typeface="Symbol" pitchFamily="18" charset="2"/>
              </a:rPr>
              <a:t></a:t>
            </a:r>
            <a:endParaRPr lang="en-US" altLang="en-US" sz="900">
              <a:latin typeface="Symbol" pitchFamily="18" charset="2"/>
              <a:ea typeface="Symbol" pitchFamily="18" charset="2"/>
            </a:endParaRPr>
          </a:p>
        </p:txBody>
      </p:sp>
      <p:sp>
        <p:nvSpPr>
          <p:cNvPr id="88069" name="object 20"/>
          <p:cNvSpPr txBox="1"/>
          <p:nvPr/>
        </p:nvSpPr>
        <p:spPr>
          <a:xfrm>
            <a:off x="1249363" y="3192463"/>
            <a:ext cx="92075" cy="153987"/>
          </a:xfrm>
          <a:prstGeom prst="rect">
            <a:avLst/>
          </a:prstGeom>
        </p:spPr>
        <p:txBody>
          <a:bodyPr lIns="0" tIns="1397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2700" marR="0" lvl="0" indent="0">
              <a:spcBef>
                <a:spcPts val="112"/>
              </a:spcBef>
            </a:pPr>
            <a:r>
              <a:rPr lang="en-US" altLang="en-US" sz="900" spc="615">
                <a:solidFill>
                  <a:srgbClr val="009CD8"/>
                </a:solidFill>
                <a:latin typeface="Symbol" pitchFamily="18" charset="2"/>
                <a:ea typeface="Symbol" pitchFamily="18" charset="2"/>
              </a:rPr>
              <a:t></a:t>
            </a:r>
            <a:endParaRPr lang="en-US" altLang="en-US" sz="900">
              <a:latin typeface="Symbol" pitchFamily="18" charset="2"/>
              <a:ea typeface="Symbol" pitchFamily="18" charset="2"/>
            </a:endParaRPr>
          </a:p>
        </p:txBody>
      </p:sp>
      <p:sp>
        <p:nvSpPr>
          <p:cNvPr id="88070" name="object 21"/>
          <p:cNvSpPr txBox="1"/>
          <p:nvPr/>
        </p:nvSpPr>
        <p:spPr>
          <a:xfrm>
            <a:off x="1568450" y="2779713"/>
            <a:ext cx="5213350" cy="750887"/>
          </a:xfrm>
          <a:prstGeom prst="rect">
            <a:avLst/>
          </a:prstGeom>
        </p:spPr>
        <p:txBody>
          <a:bodyPr lIns="0" tIns="1270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12700" marR="0" lvl="0" indent="0" algn="l" defTabSz="914400" rtl="0" eaLnBrk="0" fontAlgn="base" latinLnBrk="0" hangingPunct="0">
              <a:lnSpc>
                <a:spcPct val="100000"/>
              </a:lnSpc>
              <a:spcBef>
                <a:spcPts val="100"/>
              </a:spcBef>
              <a:spcAft>
                <a:spcPct val="0"/>
              </a:spcAft>
              <a:buClrTx/>
              <a:buSzTx/>
              <a:buFontTx/>
              <a:buNone/>
              <a:defRPr/>
            </a:pP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it is a linear function which is defined as</a:t>
            </a:r>
          </a:p>
          <a:p>
            <a:pPr marL="671195" marR="0" lvl="0" indent="0" algn="l" defTabSz="914400" rtl="0" eaLnBrk="0" fontAlgn="base" latinLnBrk="0" hangingPunct="0">
              <a:lnSpc>
                <a:spcPct val="100000"/>
              </a:lnSpc>
              <a:spcBef>
                <a:spcPts val="10"/>
              </a:spcBef>
              <a:spcAft>
                <a:spcPct val="0"/>
              </a:spcAft>
              <a:buClrTx/>
              <a:buSzTx/>
              <a:buFontTx/>
              <a:buNone/>
              <a:defRPr/>
            </a:pP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f(x) =x for all x</a:t>
            </a:r>
          </a:p>
          <a:p>
            <a:pPr marL="12700" marR="0" lvl="0" indent="0" algn="l" defTabSz="914400" rtl="0" eaLnBrk="0" fontAlgn="base" latinLnBrk="0" hangingPunct="0">
              <a:lnSpc>
                <a:spcPct val="100000"/>
              </a:lnSpc>
              <a:spcBef>
                <a:spcPts val="10"/>
              </a:spcBef>
              <a:spcAft>
                <a:spcPct val="0"/>
              </a:spcAft>
              <a:buClrTx/>
              <a:buSzTx/>
              <a:buFontTx/>
              <a:buNone/>
              <a:defRPr/>
            </a:pP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The output is same as the input.</a:t>
            </a:r>
          </a:p>
        </p:txBody>
      </p:sp>
      <p:sp>
        <p:nvSpPr>
          <p:cNvPr id="88071" name="object 22"/>
          <p:cNvSpPr/>
          <p:nvPr/>
        </p:nvSpPr>
        <p:spPr>
          <a:xfrm>
            <a:off x="930275" y="3594100"/>
            <a:ext cx="3108325" cy="258763"/>
          </a:xfrm>
          <a:prstGeom prst="rect">
            <a:avLst/>
          </a:prstGeom>
          <a:noFill/>
          <a:ln>
            <a:noFill/>
            <a:miter lim="800000"/>
          </a:ln>
        </p:spPr>
        <p:txBody>
          <a:bodyPr lIns="0" tIns="127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defTabSz="914400">
              <a:spcBef>
                <a:spcPts val="100"/>
              </a:spcBef>
              <a:buClrTx/>
              <a:buFontTx/>
            </a:pPr>
            <a:r>
              <a:rPr lang="en-US" altLang="en-US" sz="1500" i="1">
                <a:solidFill>
                  <a:schemeClr val="tx1"/>
                </a:solidFill>
                <a:latin typeface="Times New Roman" pitchFamily="18" charset="0"/>
                <a:ea typeface="Times New Roman" pitchFamily="18" charset="0"/>
              </a:rPr>
              <a:t>2. </a:t>
            </a:r>
            <a:r>
              <a:rPr lang="en-US" altLang="en-US" sz="1600">
                <a:solidFill>
                  <a:srgbClr val="984807"/>
                </a:solidFill>
                <a:latin typeface="Tahoma" pitchFamily="34" charset="0"/>
                <a:ea typeface="Malgun Gothic" pitchFamily="34" charset="-127"/>
              </a:rPr>
              <a:t>Binary step function</a:t>
            </a:r>
          </a:p>
        </p:txBody>
      </p:sp>
      <p:sp>
        <p:nvSpPr>
          <p:cNvPr id="88072" name="object 23"/>
          <p:cNvSpPr txBox="1"/>
          <p:nvPr/>
        </p:nvSpPr>
        <p:spPr>
          <a:xfrm>
            <a:off x="1249363" y="3914775"/>
            <a:ext cx="95250" cy="152400"/>
          </a:xfrm>
          <a:prstGeom prst="rect">
            <a:avLst/>
          </a:prstGeom>
        </p:spPr>
        <p:txBody>
          <a:bodyPr lIns="0" tIns="1397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2700" marR="0" lvl="0" indent="0">
              <a:spcBef>
                <a:spcPts val="112"/>
              </a:spcBef>
            </a:pPr>
            <a:r>
              <a:rPr lang="en-US" altLang="en-US" sz="900" spc="615">
                <a:solidFill>
                  <a:srgbClr val="009CD8"/>
                </a:solidFill>
                <a:latin typeface="Symbol" pitchFamily="18" charset="2"/>
                <a:ea typeface="Symbol" pitchFamily="18" charset="2"/>
              </a:rPr>
              <a:t></a:t>
            </a:r>
            <a:endParaRPr lang="en-US" altLang="en-US" sz="900">
              <a:latin typeface="Symbol" pitchFamily="18" charset="2"/>
              <a:ea typeface="Symbol" pitchFamily="18" charset="2"/>
            </a:endParaRPr>
          </a:p>
        </p:txBody>
      </p:sp>
      <p:sp>
        <p:nvSpPr>
          <p:cNvPr id="88073" name="object 24"/>
          <p:cNvSpPr/>
          <p:nvPr/>
        </p:nvSpPr>
        <p:spPr>
          <a:xfrm>
            <a:off x="1568450" y="3878263"/>
            <a:ext cx="1784350" cy="260350"/>
          </a:xfrm>
          <a:prstGeom prst="rect">
            <a:avLst/>
          </a:prstGeom>
          <a:noFill/>
          <a:ln>
            <a:noFill/>
            <a:miter lim="800000"/>
          </a:ln>
        </p:spPr>
        <p:txBody>
          <a:bodyPr lIns="0" tIns="127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defTabSz="914400">
              <a:spcBef>
                <a:spcPts val="100"/>
              </a:spcBef>
              <a:buClrTx/>
              <a:buFontTx/>
            </a:pPr>
            <a:r>
              <a:rPr lang="en-US" altLang="en-US" sz="1600">
                <a:solidFill>
                  <a:srgbClr val="984807"/>
                </a:solidFill>
                <a:latin typeface="Tahoma" pitchFamily="34" charset="0"/>
                <a:ea typeface="Malgun Gothic" pitchFamily="34" charset="-127"/>
              </a:rPr>
              <a:t>it is defined as</a:t>
            </a:r>
          </a:p>
        </p:txBody>
      </p:sp>
      <p:sp>
        <p:nvSpPr>
          <p:cNvPr id="88074" name="object 25"/>
          <p:cNvSpPr txBox="1"/>
          <p:nvPr/>
        </p:nvSpPr>
        <p:spPr>
          <a:xfrm>
            <a:off x="1341438" y="4910138"/>
            <a:ext cx="7107237" cy="752475"/>
          </a:xfrm>
          <a:prstGeom prst="rect">
            <a:avLst/>
          </a:prstGeom>
        </p:spPr>
        <p:txBody>
          <a:bodyPr lIns="0" tIns="1270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259079" marR="0" lvl="0" indent="0" algn="l" defTabSz="914400" rtl="0" eaLnBrk="0" fontAlgn="base" latinLnBrk="0" hangingPunct="0">
              <a:lnSpc>
                <a:spcPct val="100000"/>
              </a:lnSpc>
              <a:spcBef>
                <a:spcPts val="100"/>
              </a:spcBef>
              <a:spcAft>
                <a:spcPct val="0"/>
              </a:spcAft>
              <a:buClrTx/>
              <a:buSzTx/>
              <a:buFontTx/>
              <a:buNone/>
              <a:defRPr/>
            </a:pP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where θ represents thresh hold value.</a:t>
            </a:r>
          </a:p>
          <a:p>
            <a:pPr marL="12700" marR="0" lvl="0" indent="0" algn="l" defTabSz="914400" rtl="0" eaLnBrk="0" fontAlgn="base" latinLnBrk="0" hangingPunct="0">
              <a:lnSpc>
                <a:spcPct val="100000"/>
              </a:lnSpc>
              <a:spcBef>
                <a:spcPts val="10"/>
              </a:spcBef>
              <a:spcAft>
                <a:spcPct val="0"/>
              </a:spcAft>
              <a:buClrTx/>
              <a:buSzTx/>
              <a:buFontTx/>
              <a:buNone/>
              <a:defRPr/>
            </a:pP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It is used in single layer nets to convert the net input to an output that is bianary. ( 0 or 1</a:t>
            </a:r>
            <a:r>
              <a:rPr kumimoji="0" lang="en-IN"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a:t>
            </a:r>
            <a:endPar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endParaRPr>
          </a:p>
        </p:txBody>
      </p:sp>
      <p:sp>
        <p:nvSpPr>
          <p:cNvPr id="88075" name="object 26"/>
          <p:cNvSpPr/>
          <p:nvPr/>
        </p:nvSpPr>
        <p:spPr>
          <a:xfrm>
            <a:off x="1905000" y="4267200"/>
            <a:ext cx="1524000" cy="514350"/>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88076"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5F27C059-2951-491E-9DE7-08533F60D60E}" type="slidenum">
              <a:rPr lang="en-US" altLang="en-US" sz="1200">
                <a:solidFill>
                  <a:srgbClr val="898989"/>
                </a:solidFill>
                <a:latin typeface="Arial" pitchFamily="34" charset="0"/>
                <a:ea typeface="DejaVu Sans"/>
              </a:rPr>
              <a:t>41</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90" name="object 17"/>
          <p:cNvSpPr txBox="1">
            <a:spLocks noGrp="1"/>
          </p:cNvSpPr>
          <p:nvPr>
            <p:ph type="title"/>
          </p:nvPr>
        </p:nvSpPr>
        <p:spPr>
          <a:xfrm>
            <a:off x="523875" y="249238"/>
            <a:ext cx="2170113"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contd..</a:t>
            </a:r>
          </a:p>
        </p:txBody>
      </p:sp>
      <p:sp>
        <p:nvSpPr>
          <p:cNvPr id="89091" name="object 18"/>
          <p:cNvSpPr/>
          <p:nvPr/>
        </p:nvSpPr>
        <p:spPr>
          <a:xfrm>
            <a:off x="469900" y="930275"/>
            <a:ext cx="2809875" cy="258763"/>
          </a:xfrm>
          <a:prstGeom prst="rect">
            <a:avLst/>
          </a:prstGeom>
          <a:noFill/>
          <a:ln>
            <a:noFill/>
            <a:miter lim="800000"/>
          </a:ln>
        </p:spPr>
        <p:txBody>
          <a:bodyPr lIns="0" tIns="127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defTabSz="914400">
              <a:spcBef>
                <a:spcPts val="100"/>
              </a:spcBef>
              <a:buClrTx/>
              <a:buFontTx/>
            </a:pPr>
            <a:r>
              <a:rPr lang="en-US" altLang="en-US" sz="1600">
                <a:solidFill>
                  <a:schemeClr val="tx1"/>
                </a:solidFill>
                <a:latin typeface="Times New Roman" pitchFamily="18" charset="0"/>
                <a:ea typeface="Times New Roman" pitchFamily="18" charset="0"/>
              </a:rPr>
              <a:t>3. </a:t>
            </a:r>
            <a:r>
              <a:rPr lang="en-US" altLang="en-US" sz="1600">
                <a:solidFill>
                  <a:srgbClr val="984807"/>
                </a:solidFill>
                <a:latin typeface="Tahoma" pitchFamily="34" charset="0"/>
                <a:ea typeface="Malgun Gothic" pitchFamily="34" charset="-127"/>
              </a:rPr>
              <a:t>Bipolar step function:</a:t>
            </a:r>
          </a:p>
        </p:txBody>
      </p:sp>
      <p:sp>
        <p:nvSpPr>
          <p:cNvPr id="89092" name="object 19"/>
          <p:cNvSpPr/>
          <p:nvPr/>
        </p:nvSpPr>
        <p:spPr>
          <a:xfrm flipH="1">
            <a:off x="914400" y="1371600"/>
            <a:ext cx="228600" cy="246063"/>
          </a:xfrm>
          <a:prstGeom prst="rect">
            <a:avLst/>
          </a:prstGeom>
          <a:noFill/>
          <a:ln>
            <a:noFill/>
            <a:miter lim="800000"/>
          </a:ln>
        </p:spPr>
        <p:txBody>
          <a:bodyPr lIns="0" tIns="1524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12700" marR="0" lvl="0" indent="0">
              <a:spcBef>
                <a:spcPts val="125"/>
              </a:spcBef>
            </a:pPr>
            <a:r>
              <a:rPr lang="en-US" altLang="en-US" sz="1500" spc="5">
                <a:solidFill>
                  <a:srgbClr val="0ACFD8"/>
                </a:solidFill>
                <a:ea typeface="Arial" pitchFamily="34" charset="0"/>
              </a:rPr>
              <a:t>•</a:t>
            </a:r>
            <a:endParaRPr lang="en-US" altLang="en-US" sz="1500">
              <a:ea typeface="Arial" pitchFamily="34" charset="0"/>
            </a:endParaRPr>
          </a:p>
        </p:txBody>
      </p:sp>
      <p:sp>
        <p:nvSpPr>
          <p:cNvPr id="89093" name="object 20"/>
          <p:cNvSpPr/>
          <p:nvPr/>
        </p:nvSpPr>
        <p:spPr>
          <a:xfrm>
            <a:off x="1143000" y="1384300"/>
            <a:ext cx="2173288" cy="258763"/>
          </a:xfrm>
          <a:prstGeom prst="rect">
            <a:avLst/>
          </a:prstGeom>
          <a:noFill/>
          <a:ln>
            <a:noFill/>
            <a:miter lim="800000"/>
          </a:ln>
        </p:spPr>
        <p:txBody>
          <a:bodyPr lIns="0" tIns="127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defTabSz="914400">
              <a:spcBef>
                <a:spcPts val="100"/>
              </a:spcBef>
              <a:buClrTx/>
              <a:buFontTx/>
            </a:pPr>
            <a:r>
              <a:rPr lang="en-US" altLang="en-US" sz="1600">
                <a:solidFill>
                  <a:srgbClr val="984807"/>
                </a:solidFill>
                <a:latin typeface="Tahoma" pitchFamily="34" charset="0"/>
                <a:ea typeface="Malgun Gothic" pitchFamily="34" charset="-127"/>
              </a:rPr>
              <a:t>It is defined as</a:t>
            </a:r>
          </a:p>
        </p:txBody>
      </p:sp>
      <p:sp>
        <p:nvSpPr>
          <p:cNvPr id="89094" name="object 22"/>
          <p:cNvSpPr/>
          <p:nvPr/>
        </p:nvSpPr>
        <p:spPr>
          <a:xfrm>
            <a:off x="536575" y="2339975"/>
            <a:ext cx="7997825" cy="608013"/>
          </a:xfrm>
          <a:prstGeom prst="rect">
            <a:avLst/>
          </a:prstGeom>
          <a:noFill/>
          <a:ln>
            <a:noFill/>
            <a:miter lim="800000"/>
          </a:ln>
        </p:spPr>
        <p:txBody>
          <a:bodyPr lIns="0" tIns="635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defTabSz="914400">
              <a:spcBef>
                <a:spcPts val="500"/>
              </a:spcBef>
              <a:buClrTx/>
              <a:buFontTx/>
            </a:pPr>
            <a:r>
              <a:rPr lang="en-US" altLang="en-US" sz="1600">
                <a:solidFill>
                  <a:srgbClr val="984807"/>
                </a:solidFill>
                <a:latin typeface="Tahoma" pitchFamily="34" charset="0"/>
                <a:ea typeface="Malgun Gothic" pitchFamily="34" charset="-127"/>
              </a:rPr>
              <a:t>where θ represents threshold value.</a:t>
            </a:r>
          </a:p>
          <a:p>
            <a:pPr marL="12700" lvl="0" indent="0" defTabSz="914400">
              <a:spcBef>
                <a:spcPts val="400"/>
              </a:spcBef>
              <a:buClrTx/>
              <a:buFontTx/>
            </a:pPr>
            <a:r>
              <a:rPr lang="en-US" altLang="en-US" sz="1600">
                <a:solidFill>
                  <a:srgbClr val="984807"/>
                </a:solidFill>
                <a:latin typeface="Tahoma" pitchFamily="34" charset="0"/>
                <a:ea typeface="Malgun Gothic" pitchFamily="34" charset="-127"/>
              </a:rPr>
              <a:t>used in single layer nets to convert the net input to an output that is bipolar (+1 or -1).</a:t>
            </a:r>
          </a:p>
        </p:txBody>
      </p:sp>
      <p:sp>
        <p:nvSpPr>
          <p:cNvPr id="89095" name="object 23"/>
          <p:cNvSpPr txBox="1"/>
          <p:nvPr/>
        </p:nvSpPr>
        <p:spPr>
          <a:xfrm>
            <a:off x="381000" y="2947988"/>
            <a:ext cx="6534150" cy="2674937"/>
          </a:xfrm>
          <a:prstGeom prst="rect">
            <a:avLst/>
          </a:prstGeom>
        </p:spPr>
        <p:txBody>
          <a:bodyPr lIns="0" tIns="63500" rIns="0" bIns="0">
            <a:spAutoFit/>
          </a:bodyPr>
          <a:lstStyle>
            <a:defPPr>
              <a:defRPr lang="en-US"/>
            </a:defPPr>
            <a:lvl1pPr marL="215900" indent="-203200" algn="l" defTabSz="914400" rtl="0" eaLnBrk="0" fontAlgn="base" hangingPunct="0">
              <a:lnSpc>
                <a:spcPct val="100000"/>
              </a:lnSpc>
              <a:spcBef>
                <a:spcPct val="0"/>
              </a:spcBef>
              <a:spcAft>
                <a:spcPct val="0"/>
              </a:spcAft>
              <a:buClrTx/>
              <a:buSzTx/>
              <a:buFontTx/>
              <a:buNone/>
              <a:tabLst>
                <a:tab pos="215900" algn="l"/>
              </a:tabLst>
              <a:defRPr kumimoji="0" sz="1800" b="0" i="0" u="none" baseline="0">
                <a:solidFill>
                  <a:schemeClr val="tx1"/>
                </a:solidFill>
                <a:effectLst/>
                <a:latin typeface="Arial" pitchFamily="34" charset="0"/>
              </a:defRPr>
            </a:lvl1pPr>
            <a:lvl2pPr marL="1146175" indent="-219075" algn="l" defTabSz="914400" rtl="0" eaLnBrk="0" fontAlgn="base" hangingPunct="0">
              <a:lnSpc>
                <a:spcPct val="100000"/>
              </a:lnSpc>
              <a:spcBef>
                <a:spcPct val="0"/>
              </a:spcBef>
              <a:spcAft>
                <a:spcPct val="0"/>
              </a:spcAft>
              <a:buClrTx/>
              <a:buSzTx/>
              <a:buFontTx/>
              <a:buNone/>
              <a:tabLst>
                <a:tab pos="215900" algn="l"/>
              </a:tabLst>
              <a:defRPr kumimoji="0" sz="1800" b="0" i="0" u="none" baseline="0">
                <a:solidFill>
                  <a:schemeClr val="tx1"/>
                </a:solidFill>
                <a:effectLst/>
                <a:latin typeface="Arial" pitchFamily="34" charset="0"/>
              </a:defRPr>
            </a:lvl2pPr>
            <a:lvl3pPr marL="1143000" indent="-228600" algn="l" defTabSz="914400" rtl="0" eaLnBrk="0" fontAlgn="base" hangingPunct="0">
              <a:lnSpc>
                <a:spcPct val="100000"/>
              </a:lnSpc>
              <a:spcBef>
                <a:spcPct val="0"/>
              </a:spcBef>
              <a:spcAft>
                <a:spcPct val="0"/>
              </a:spcAft>
              <a:buClrTx/>
              <a:buSzTx/>
              <a:buFontTx/>
              <a:buNone/>
              <a:tabLst>
                <a:tab pos="215900" algn="l"/>
              </a:tabLst>
              <a:defRPr kumimoji="0" sz="1800" b="0" i="0" u="none" baseline="0">
                <a:solidFill>
                  <a:schemeClr val="tx1"/>
                </a:solidFill>
                <a:effectLst/>
                <a:latin typeface="Arial" pitchFamily="34" charset="0"/>
              </a:defRPr>
            </a:lvl3pPr>
            <a:lvl4pPr marL="1600200" indent="-228600" algn="l" defTabSz="914400" rtl="0" eaLnBrk="0" fontAlgn="base" hangingPunct="0">
              <a:lnSpc>
                <a:spcPct val="100000"/>
              </a:lnSpc>
              <a:spcBef>
                <a:spcPct val="0"/>
              </a:spcBef>
              <a:spcAft>
                <a:spcPct val="0"/>
              </a:spcAft>
              <a:buClrTx/>
              <a:buSzTx/>
              <a:buFontTx/>
              <a:buNone/>
              <a:tabLst>
                <a:tab pos="215900" algn="l"/>
              </a:tabLst>
              <a:defRPr kumimoji="0" sz="1800" b="0" i="0" u="none" baseline="0">
                <a:solidFill>
                  <a:schemeClr val="tx1"/>
                </a:solidFill>
                <a:effectLst/>
                <a:latin typeface="Arial" pitchFamily="34" charset="0"/>
              </a:defRPr>
            </a:lvl4pPr>
            <a:lvl5pPr marL="2057400" indent="-228600" algn="l" defTabSz="914400" rtl="0" eaLnBrk="0" fontAlgn="base" hangingPunct="0">
              <a:lnSpc>
                <a:spcPct val="100000"/>
              </a:lnSpc>
              <a:spcBef>
                <a:spcPct val="0"/>
              </a:spcBef>
              <a:spcAft>
                <a:spcPct val="0"/>
              </a:spcAft>
              <a:buClrTx/>
              <a:buSzTx/>
              <a:buFontTx/>
              <a:buNone/>
              <a:tabLst>
                <a:tab pos="215900" algn="l"/>
              </a:tabLst>
              <a:defRPr kumimoji="0" sz="1800" b="0" i="0" u="none" baseline="0">
                <a:solidFill>
                  <a:schemeClr val="tx1"/>
                </a:solidFill>
                <a:effectLst/>
                <a:latin typeface="Arial" pitchFamily="34" charset="0"/>
              </a:defRPr>
            </a:lvl5pPr>
            <a:lvl6pPr marL="2514600" indent="-228600" eaLnBrk="0" fontAlgn="base" hangingPunct="0">
              <a:spcBef>
                <a:spcPct val="0"/>
              </a:spcBef>
              <a:spcAft>
                <a:spcPct val="0"/>
              </a:spcAft>
              <a:tabLst>
                <a:tab pos="215900" algn="l"/>
              </a:tabLst>
              <a:defRPr>
                <a:solidFill>
                  <a:schemeClr val="tx1"/>
                </a:solidFill>
                <a:latin typeface="Arial" pitchFamily="34" charset="0"/>
              </a:defRPr>
            </a:lvl6pPr>
            <a:lvl7pPr marL="2971800" indent="-228600" eaLnBrk="0" fontAlgn="base" hangingPunct="0">
              <a:spcBef>
                <a:spcPct val="0"/>
              </a:spcBef>
              <a:spcAft>
                <a:spcPct val="0"/>
              </a:spcAft>
              <a:tabLst>
                <a:tab pos="215900" algn="l"/>
              </a:tabLst>
              <a:defRPr>
                <a:solidFill>
                  <a:schemeClr val="tx1"/>
                </a:solidFill>
                <a:latin typeface="Arial" pitchFamily="34" charset="0"/>
              </a:defRPr>
            </a:lvl7pPr>
            <a:lvl8pPr marL="3429000" indent="-228600" eaLnBrk="0" fontAlgn="base" hangingPunct="0">
              <a:spcBef>
                <a:spcPct val="0"/>
              </a:spcBef>
              <a:spcAft>
                <a:spcPct val="0"/>
              </a:spcAft>
              <a:tabLst>
                <a:tab pos="215900" algn="l"/>
              </a:tabLst>
              <a:defRPr>
                <a:solidFill>
                  <a:schemeClr val="tx1"/>
                </a:solidFill>
                <a:latin typeface="Arial" pitchFamily="34" charset="0"/>
              </a:defRPr>
            </a:lvl8pPr>
            <a:lvl9pPr marL="3886200" indent="-228600" eaLnBrk="0" fontAlgn="base" hangingPunct="0">
              <a:spcBef>
                <a:spcPct val="0"/>
              </a:spcBef>
              <a:spcAft>
                <a:spcPct val="0"/>
              </a:spcAft>
              <a:tabLst>
                <a:tab pos="215900" algn="l"/>
              </a:tabLst>
              <a:defRPr>
                <a:solidFill>
                  <a:schemeClr val="tx1"/>
                </a:solidFill>
                <a:latin typeface="Arial" pitchFamily="34" charset="0"/>
              </a:defRPr>
            </a:lvl9pPr>
          </a:lstStyle>
          <a:p>
            <a:pPr marL="12700" marR="0" lvl="0" indent="0" algn="l" defTabSz="914400" rtl="0" eaLnBrk="0" fontAlgn="base" latinLnBrk="0" hangingPunct="0">
              <a:lnSpc>
                <a:spcPct val="100000"/>
              </a:lnSpc>
              <a:spcBef>
                <a:spcPts val="500"/>
              </a:spcBef>
              <a:spcAft>
                <a:spcPct val="0"/>
              </a:spcAft>
              <a:buClrTx/>
              <a:buSzTx/>
              <a:buFontTx/>
              <a:buNone/>
              <a:tabLst>
                <a:tab pos="215900" algn="l"/>
              </a:tabLst>
              <a:defRPr/>
            </a:pPr>
            <a:r>
              <a:rPr kumimoji="0" lang="en-US" altLang="en-US" sz="1600" b="0" i="0" u="none" strike="noStrike" kern="1200" cap="none" spc="0" normalizeH="0" baseline="0" noProof="0">
                <a:ln>
                  <a:noFill/>
                </a:ln>
                <a:solidFill>
                  <a:schemeClr val="tx1"/>
                </a:solidFill>
                <a:effectLst/>
                <a:uLnTx/>
                <a:uFillTx/>
                <a:latin typeface="Times New Roman" pitchFamily="18" charset="0"/>
                <a:ea typeface="+mn-ea" pitchFamily="34" charset="0"/>
                <a:cs typeface="Times New Roman" panose="02020603050405020304" pitchFamily="18" charset="0"/>
              </a:rPr>
              <a:t>4. </a:t>
            </a:r>
            <a:r>
              <a:rPr kumimoji="0" lang="en-US" altLang="en-US"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Sigmoid function</a:t>
            </a:r>
          </a:p>
          <a:p>
            <a:pPr marL="215900" marR="0" lvl="0" indent="-203200" algn="l" defTabSz="914400" rtl="0" eaLnBrk="0" fontAlgn="base" latinLnBrk="0" hangingPunct="0">
              <a:lnSpc>
                <a:spcPct val="120000"/>
              </a:lnSpc>
              <a:spcBef>
                <a:spcPts val="13"/>
              </a:spcBef>
              <a:spcAft>
                <a:spcPct val="0"/>
              </a:spcAft>
              <a:buClrTx/>
              <a:buSzTx/>
              <a:buFontTx/>
              <a:buNone/>
              <a:tabLst>
                <a:tab pos="215900" algn="l"/>
              </a:tabLst>
              <a:defRPr/>
            </a:pPr>
            <a:r>
              <a:rPr kumimoji="0" lang="en-US" altLang="en-US"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used in Back propagation nets.  Two types:</a:t>
            </a:r>
          </a:p>
          <a:p>
            <a:pPr marL="1146175" marR="0" lvl="1" indent="-219075" algn="l" defTabSz="914400" rtl="0" eaLnBrk="0" fontAlgn="base" latinLnBrk="0" hangingPunct="0">
              <a:lnSpc>
                <a:spcPct val="100000"/>
              </a:lnSpc>
              <a:spcBef>
                <a:spcPts val="400"/>
              </a:spcBef>
              <a:spcAft>
                <a:spcPct val="0"/>
              </a:spcAft>
              <a:buClrTx/>
              <a:buSzTx/>
              <a:buFontTx/>
              <a:buAutoNum type="alphaLcParenR"/>
              <a:tabLst>
                <a:tab pos="215900" algn="l"/>
              </a:tabLst>
              <a:defRPr/>
            </a:pPr>
            <a:r>
              <a:rPr kumimoji="0" lang="en-US" altLang="en-US"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binary sigmoid function</a:t>
            </a:r>
          </a:p>
          <a:p>
            <a:pPr marL="215900" marR="0" lvl="0" indent="-203200" algn="l" defTabSz="914400" rtl="0" eaLnBrk="0" fontAlgn="base" latinLnBrk="0" hangingPunct="0">
              <a:lnSpc>
                <a:spcPct val="100000"/>
              </a:lnSpc>
              <a:spcBef>
                <a:spcPts val="400"/>
              </a:spcBef>
              <a:spcAft>
                <a:spcPct val="0"/>
              </a:spcAft>
              <a:buClrTx/>
              <a:buSzTx/>
              <a:buFontTx/>
              <a:buNone/>
              <a:tabLst>
                <a:tab pos="215900" algn="l"/>
              </a:tabLst>
              <a:defRPr/>
            </a:pPr>
            <a:r>
              <a:rPr kumimoji="0" lang="en-US" altLang="en-US"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-logistic sigmoid function or unipolar sigmoid function.</a:t>
            </a:r>
          </a:p>
          <a:p>
            <a:pPr marL="215900" marR="0" lvl="0" indent="-203200" algn="l" defTabSz="914400" rtl="0" eaLnBrk="0" fontAlgn="base" latinLnBrk="0" hangingPunct="0">
              <a:lnSpc>
                <a:spcPct val="100000"/>
              </a:lnSpc>
              <a:spcBef>
                <a:spcPts val="388"/>
              </a:spcBef>
              <a:spcAft>
                <a:spcPct val="0"/>
              </a:spcAft>
              <a:buClrTx/>
              <a:buSzTx/>
              <a:buFontTx/>
              <a:buNone/>
              <a:tabLst>
                <a:tab pos="215900" algn="l"/>
              </a:tabLst>
              <a:defRPr/>
            </a:pPr>
            <a:r>
              <a:rPr kumimoji="0" lang="en-US" altLang="en-US"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-it is defined as</a:t>
            </a:r>
          </a:p>
          <a:p>
            <a:pPr marL="215900" marR="0" lvl="0" indent="-203200" algn="l" defTabSz="914400" rtl="0" eaLnBrk="0" fontAlgn="base" latinLnBrk="0" hangingPunct="0">
              <a:lnSpc>
                <a:spcPct val="100000"/>
              </a:lnSpc>
              <a:spcBef>
                <a:spcPct val="0"/>
              </a:spcBef>
              <a:spcAft>
                <a:spcPct val="0"/>
              </a:spcAft>
              <a:buClrTx/>
              <a:buSzTx/>
              <a:buFontTx/>
              <a:buNone/>
              <a:tabLst>
                <a:tab pos="215900" algn="l"/>
              </a:tabLst>
              <a:defRPr/>
            </a:pPr>
            <a:endParaRPr kumimoji="0" lang="en-US" altLang="en-US"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endParaRPr>
          </a:p>
          <a:p>
            <a:pPr marL="215900" marR="0" lvl="0" indent="-203200" algn="l" defTabSz="914400" rtl="0" eaLnBrk="0" fontAlgn="base" latinLnBrk="0" hangingPunct="0">
              <a:lnSpc>
                <a:spcPct val="100000"/>
              </a:lnSpc>
              <a:spcBef>
                <a:spcPct val="0"/>
              </a:spcBef>
              <a:spcAft>
                <a:spcPct val="0"/>
              </a:spcAft>
              <a:buClrTx/>
              <a:buSzTx/>
              <a:buFontTx/>
              <a:buNone/>
              <a:tabLst>
                <a:tab pos="215900" algn="l"/>
              </a:tabLst>
              <a:defRPr/>
            </a:pPr>
            <a:endParaRPr kumimoji="0" lang="en-US" altLang="en-US"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endParaRPr>
          </a:p>
          <a:p>
            <a:pPr marL="215900" marR="0" lvl="0" indent="-203200" algn="ctr" defTabSz="914400" rtl="0" eaLnBrk="0" fontAlgn="base" latinLnBrk="0" hangingPunct="0">
              <a:lnSpc>
                <a:spcPct val="100000"/>
              </a:lnSpc>
              <a:spcBef>
                <a:spcPts val="1125"/>
              </a:spcBef>
              <a:spcAft>
                <a:spcPct val="0"/>
              </a:spcAft>
              <a:buClrTx/>
              <a:buSzTx/>
              <a:buFontTx/>
              <a:buNone/>
              <a:tabLst>
                <a:tab pos="215900" algn="l"/>
              </a:tabLst>
              <a:defRPr/>
            </a:pPr>
            <a:r>
              <a:rPr kumimoji="0" lang="en-US" altLang="en-US"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where λ – steepness parameter.</a:t>
            </a:r>
          </a:p>
          <a:p>
            <a:pPr marL="215900" marR="0" lvl="0" indent="-203200" algn="l" defTabSz="914400" rtl="0" eaLnBrk="0" fontAlgn="base" latinLnBrk="0" hangingPunct="0">
              <a:lnSpc>
                <a:spcPct val="100000"/>
              </a:lnSpc>
              <a:spcBef>
                <a:spcPts val="388"/>
              </a:spcBef>
              <a:spcAft>
                <a:spcPct val="0"/>
              </a:spcAft>
              <a:buClrTx/>
              <a:buSzTx/>
              <a:buFontTx/>
              <a:buNone/>
              <a:tabLst>
                <a:tab pos="215900" algn="l"/>
              </a:tabLst>
              <a:defRPr/>
            </a:pPr>
            <a:r>
              <a:rPr kumimoji="0" lang="en-US" altLang="en-US"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-The derivative of this function is</a:t>
            </a:r>
          </a:p>
        </p:txBody>
      </p:sp>
      <p:sp>
        <p:nvSpPr>
          <p:cNvPr id="89096" name="object 24"/>
          <p:cNvSpPr txBox="1"/>
          <p:nvPr/>
        </p:nvSpPr>
        <p:spPr>
          <a:xfrm>
            <a:off x="2693988" y="5748338"/>
            <a:ext cx="5572125" cy="258762"/>
          </a:xfrm>
          <a:prstGeom prst="rect">
            <a:avLst/>
          </a:prstGeom>
        </p:spPr>
        <p:txBody>
          <a:bodyPr lIns="0" tIns="1270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12700" marR="0" lvl="0" indent="0" algn="l" defTabSz="914400" rtl="0" eaLnBrk="0" fontAlgn="base" latinLnBrk="0" hangingPunct="0">
              <a:lnSpc>
                <a:spcPct val="100000"/>
              </a:lnSpc>
              <a:spcBef>
                <a:spcPts val="100"/>
              </a:spcBef>
              <a:spcAft>
                <a:spcPct val="0"/>
              </a:spcAft>
              <a:buClrTx/>
              <a:buSzTx/>
              <a:buFontTx/>
              <a:buNone/>
              <a:defRPr/>
            </a:pPr>
            <a:r>
              <a:rPr kumimoji="0" sz="1600" b="0" i="1" u="none" strike="noStrike" kern="1200" cap="none" spc="-10" normalizeH="0" baseline="0" noProof="0">
                <a:ln>
                  <a:noFill/>
                </a:ln>
                <a:solidFill>
                  <a:schemeClr val="tx1"/>
                </a:solidFill>
                <a:effectLst/>
                <a:uLnTx/>
                <a:uFillTx/>
                <a:latin typeface="Times New Roman"/>
                <a:ea typeface="+mn-ea" pitchFamily="34" charset="0"/>
                <a:cs typeface="Times New Roman"/>
              </a:rPr>
              <a:t>f’(x) </a:t>
            </a:r>
            <a:r>
              <a:rPr kumimoji="0" sz="1600" b="0" i="1" u="none" strike="noStrike" kern="1200" cap="none" spc="0" normalizeH="0" baseline="0" noProof="0">
                <a:ln>
                  <a:noFill/>
                </a:ln>
                <a:solidFill>
                  <a:schemeClr val="tx1"/>
                </a:solidFill>
                <a:effectLst/>
                <a:uLnTx/>
                <a:uFillTx/>
                <a:latin typeface="Times New Roman"/>
                <a:ea typeface="+mn-ea" pitchFamily="34" charset="0"/>
                <a:cs typeface="Times New Roman"/>
              </a:rPr>
              <a:t>= </a:t>
            </a:r>
            <a:r>
              <a:rPr kumimoji="0" sz="1600" b="0" i="0" u="none" strike="noStrike" kern="1200" cap="none" spc="0" normalizeH="0" baseline="0" noProof="0">
                <a:ln>
                  <a:noFill/>
                </a:ln>
                <a:solidFill>
                  <a:schemeClr val="tx1"/>
                </a:solidFill>
                <a:effectLst/>
                <a:uLnTx/>
                <a:uFillTx/>
                <a:latin typeface="Times New Roman"/>
                <a:ea typeface="+mn-ea" pitchFamily="34" charset="0"/>
                <a:cs typeface="Times New Roman"/>
              </a:rPr>
              <a:t>λ </a:t>
            </a:r>
            <a:r>
              <a:rPr kumimoji="0" sz="1600" b="0" i="0" u="none" strike="noStrike" kern="1200" cap="none" spc="-5" normalizeH="0" baseline="0" noProof="0">
                <a:ln>
                  <a:noFill/>
                </a:ln>
                <a:solidFill>
                  <a:schemeClr val="tx1"/>
                </a:solidFill>
                <a:effectLst/>
                <a:uLnTx/>
                <a:uFillTx/>
                <a:latin typeface="Times New Roman"/>
                <a:ea typeface="+mn-ea" pitchFamily="34" charset="0"/>
                <a:cs typeface="Times New Roman"/>
              </a:rPr>
              <a:t>f(x)[1-f(x)]. </a:t>
            </a:r>
            <a:r>
              <a:rPr kumimoji="0" sz="1600" b="0" i="0" u="none" strike="noStrike" kern="1200" cap="none" spc="-10" normalizeH="0" baseline="0" noProof="0">
                <a:ln>
                  <a:noFill/>
                </a:ln>
                <a:solidFill>
                  <a:schemeClr val="tx1"/>
                </a:solidFill>
                <a:effectLst/>
                <a:uLnTx/>
                <a:uFillTx/>
                <a:latin typeface="Times New Roman"/>
                <a:ea typeface="+mn-ea" pitchFamily="34" charset="0"/>
                <a:cs typeface="Times New Roman"/>
              </a:rPr>
              <a:t>The </a:t>
            </a:r>
            <a:r>
              <a:rPr kumimoji="0" sz="1600" b="0" i="0" u="none" strike="noStrike" kern="1200" cap="none" spc="-5" normalizeH="0" baseline="0" noProof="0">
                <a:ln>
                  <a:noFill/>
                </a:ln>
                <a:solidFill>
                  <a:schemeClr val="tx1"/>
                </a:solidFill>
                <a:effectLst/>
                <a:uLnTx/>
                <a:uFillTx/>
                <a:latin typeface="Times New Roman"/>
                <a:ea typeface="+mn-ea" pitchFamily="34" charset="0"/>
                <a:cs typeface="Times New Roman"/>
              </a:rPr>
              <a:t>range </a:t>
            </a:r>
            <a:r>
              <a:rPr kumimoji="0" sz="1600" b="0" i="0" u="none" strike="noStrike" kern="1200" cap="none" spc="0" normalizeH="0" baseline="0" noProof="0">
                <a:ln>
                  <a:noFill/>
                </a:ln>
                <a:solidFill>
                  <a:schemeClr val="tx1"/>
                </a:solidFill>
                <a:effectLst/>
                <a:uLnTx/>
                <a:uFillTx/>
                <a:latin typeface="Times New Roman"/>
                <a:ea typeface="+mn-ea" pitchFamily="34" charset="0"/>
                <a:cs typeface="Times New Roman"/>
              </a:rPr>
              <a:t>of </a:t>
            </a:r>
            <a:r>
              <a:rPr kumimoji="0" sz="1600" b="0" i="0" u="none" strike="noStrike" kern="1200" cap="none" spc="-5" normalizeH="0" baseline="0" noProof="0">
                <a:ln>
                  <a:noFill/>
                </a:ln>
                <a:solidFill>
                  <a:schemeClr val="tx1"/>
                </a:solidFill>
                <a:effectLst/>
                <a:uLnTx/>
                <a:uFillTx/>
                <a:latin typeface="Times New Roman"/>
                <a:ea typeface="+mn-ea" pitchFamily="34" charset="0"/>
                <a:cs typeface="Times New Roman"/>
              </a:rPr>
              <a:t>sigmoid function </a:t>
            </a:r>
            <a:r>
              <a:rPr kumimoji="0" sz="1600" b="0" i="0" u="none" strike="noStrike" kern="1200" cap="none" spc="0" normalizeH="0" baseline="0" noProof="0">
                <a:ln>
                  <a:noFill/>
                </a:ln>
                <a:solidFill>
                  <a:schemeClr val="tx1"/>
                </a:solidFill>
                <a:effectLst/>
                <a:uLnTx/>
                <a:uFillTx/>
                <a:latin typeface="Times New Roman"/>
                <a:ea typeface="+mn-ea" pitchFamily="34" charset="0"/>
                <a:cs typeface="Times New Roman"/>
              </a:rPr>
              <a:t>is 0 </a:t>
            </a:r>
            <a:r>
              <a:rPr kumimoji="0" sz="1600" b="0" i="0" u="none" strike="noStrike" kern="1200" cap="none" spc="-5" normalizeH="0" baseline="0" noProof="0">
                <a:ln>
                  <a:noFill/>
                </a:ln>
                <a:solidFill>
                  <a:schemeClr val="tx1"/>
                </a:solidFill>
                <a:effectLst/>
                <a:uLnTx/>
                <a:uFillTx/>
                <a:latin typeface="Times New Roman"/>
                <a:ea typeface="+mn-ea" pitchFamily="34" charset="0"/>
                <a:cs typeface="Times New Roman"/>
              </a:rPr>
              <a:t>to</a:t>
            </a:r>
            <a:r>
              <a:rPr kumimoji="0" sz="1600" b="0" i="0" u="none" strike="noStrike" kern="1200" cap="none" spc="-10" normalizeH="0" baseline="0" noProof="0">
                <a:ln>
                  <a:noFill/>
                </a:ln>
                <a:solidFill>
                  <a:schemeClr val="tx1"/>
                </a:solidFill>
                <a:effectLst/>
                <a:uLnTx/>
                <a:uFillTx/>
                <a:latin typeface="Times New Roman"/>
                <a:ea typeface="+mn-ea" pitchFamily="34" charset="0"/>
                <a:cs typeface="Times New Roman"/>
              </a:rPr>
              <a:t> </a:t>
            </a:r>
            <a:r>
              <a:rPr kumimoji="0" sz="1600" b="0" i="0" u="none" strike="noStrike" kern="1200" cap="none" spc="0" normalizeH="0" baseline="0" noProof="0">
                <a:ln>
                  <a:noFill/>
                </a:ln>
                <a:solidFill>
                  <a:schemeClr val="tx1"/>
                </a:solidFill>
                <a:effectLst/>
                <a:uLnTx/>
                <a:uFillTx/>
                <a:latin typeface="Times New Roman"/>
                <a:ea typeface="+mn-ea" pitchFamily="34" charset="0"/>
                <a:cs typeface="Times New Roman"/>
              </a:rPr>
              <a:t>1.</a:t>
            </a:r>
          </a:p>
        </p:txBody>
      </p:sp>
      <p:sp>
        <p:nvSpPr>
          <p:cNvPr id="89097" name="object 26"/>
          <p:cNvSpPr/>
          <p:nvPr/>
        </p:nvSpPr>
        <p:spPr>
          <a:xfrm>
            <a:off x="2438400" y="1776413"/>
            <a:ext cx="1752600" cy="563562"/>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89098" name="object 27"/>
          <p:cNvSpPr/>
          <p:nvPr/>
        </p:nvSpPr>
        <p:spPr>
          <a:xfrm>
            <a:off x="2905125" y="4419600"/>
            <a:ext cx="1285875" cy="523875"/>
          </a:xfrm>
          <a:prstGeom prst="rect">
            <a:avLst/>
          </a:prstGeom>
          <a:blipFill rotWithShape="1">
            <a:blip r:embed="rId3"/>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89099"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40C1C6D6-01ED-4A08-AC70-9E9691D8A631}" type="slidenum">
              <a:rPr lang="en-US" altLang="en-US" sz="1200">
                <a:solidFill>
                  <a:srgbClr val="898989"/>
                </a:solidFill>
                <a:latin typeface="Arial" pitchFamily="34" charset="0"/>
                <a:ea typeface="DejaVu Sans"/>
              </a:rPr>
              <a:t>42</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object 17"/>
          <p:cNvSpPr txBox="1">
            <a:spLocks noGrp="1"/>
          </p:cNvSpPr>
          <p:nvPr>
            <p:ph type="title"/>
          </p:nvPr>
        </p:nvSpPr>
        <p:spPr>
          <a:xfrm>
            <a:off x="506413" y="311150"/>
            <a:ext cx="2171700"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contd..</a:t>
            </a:r>
          </a:p>
        </p:txBody>
      </p:sp>
      <p:sp>
        <p:nvSpPr>
          <p:cNvPr id="90115" name="object 18"/>
          <p:cNvSpPr/>
          <p:nvPr/>
        </p:nvSpPr>
        <p:spPr>
          <a:xfrm>
            <a:off x="914400" y="1066800"/>
            <a:ext cx="2819400" cy="290513"/>
          </a:xfrm>
          <a:prstGeom prst="rect">
            <a:avLst/>
          </a:prstGeom>
          <a:noFill/>
          <a:ln>
            <a:noFill/>
            <a:miter lim="800000"/>
          </a:ln>
        </p:spPr>
        <p:txBody>
          <a:bodyPr lIns="0" tIns="127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12700" lvl="0" indent="0" defTabSz="914400">
              <a:spcBef>
                <a:spcPts val="100"/>
              </a:spcBef>
              <a:buClrTx/>
              <a:buFontTx/>
            </a:pPr>
            <a:r>
              <a:rPr lang="en-US" altLang="en-US" sz="1800">
                <a:solidFill>
                  <a:schemeClr val="tx1"/>
                </a:solidFill>
                <a:latin typeface="Times New Roman" pitchFamily="18" charset="0"/>
                <a:ea typeface="Times New Roman" pitchFamily="18" charset="0"/>
              </a:rPr>
              <a:t>b) </a:t>
            </a:r>
            <a:r>
              <a:rPr lang="en-US" altLang="en-US" sz="1600">
                <a:solidFill>
                  <a:srgbClr val="984807"/>
                </a:solidFill>
                <a:latin typeface="Tahoma" pitchFamily="34" charset="0"/>
                <a:ea typeface="Malgun Gothic" pitchFamily="34" charset="-127"/>
              </a:rPr>
              <a:t>Bipolar sigmoid function</a:t>
            </a:r>
          </a:p>
        </p:txBody>
      </p:sp>
      <p:sp>
        <p:nvSpPr>
          <p:cNvPr id="90116" name="object 19"/>
          <p:cNvSpPr txBox="1"/>
          <p:nvPr/>
        </p:nvSpPr>
        <p:spPr>
          <a:xfrm>
            <a:off x="677863" y="2644775"/>
            <a:ext cx="7788275" cy="1827213"/>
          </a:xfrm>
          <a:prstGeom prst="rect">
            <a:avLst/>
          </a:prstGeom>
        </p:spPr>
        <p:txBody>
          <a:bodyPr lIns="0" tIns="1270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1567815" marR="0" lvl="0" indent="0" algn="l" defTabSz="914400" rtl="0" eaLnBrk="0" fontAlgn="base" latinLnBrk="0" hangingPunct="0">
              <a:lnSpc>
                <a:spcPct val="100000"/>
              </a:lnSpc>
              <a:spcBef>
                <a:spcPts val="100"/>
              </a:spcBef>
              <a:spcAft>
                <a:spcPct val="0"/>
              </a:spcAft>
              <a:buClrTx/>
              <a:buSzTx/>
              <a:buFontTx/>
              <a:buNone/>
              <a:defRPr/>
            </a:pPr>
            <a:r>
              <a:rPr kumimoji="0" lang="en-IN"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w</a:t>
            </a: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here λ- steepness parameter and the sigmoid range is between -1</a:t>
            </a:r>
          </a:p>
          <a:p>
            <a:pPr marL="12700" marR="0" lvl="0" indent="0" algn="l" defTabSz="914400" rtl="0" eaLnBrk="0" fontAlgn="base" latinLnBrk="0" hangingPunct="0">
              <a:lnSpc>
                <a:spcPct val="100000"/>
              </a:lnSpc>
              <a:spcBef>
                <a:spcPct val="0"/>
              </a:spcBef>
              <a:spcAft>
                <a:spcPct val="0"/>
              </a:spcAft>
              <a:buClrTx/>
              <a:buSzTx/>
              <a:buFontTx/>
              <a:buNone/>
              <a:defRPr/>
            </a:pP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and +1.</a:t>
            </a:r>
          </a:p>
          <a:p>
            <a:pPr marL="654050" marR="0" lvl="0" indent="0" algn="l" defTabSz="914400" rtl="0" eaLnBrk="0" fontAlgn="base" latinLnBrk="0" hangingPunct="0">
              <a:lnSpc>
                <a:spcPct val="100000"/>
              </a:lnSpc>
              <a:spcBef>
                <a:spcPts val="439"/>
              </a:spcBef>
              <a:spcAft>
                <a:spcPct val="0"/>
              </a:spcAft>
              <a:buClrTx/>
              <a:buSzTx/>
              <a:buFontTx/>
              <a:buNone/>
              <a:defRPr/>
            </a:pP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 The derivative of this function can be</a:t>
            </a:r>
          </a:p>
          <a:p>
            <a:pPr marL="2565400" marR="0" lvl="0" indent="0" algn="l" defTabSz="914400" rtl="0" eaLnBrk="0" fontAlgn="base" latinLnBrk="0" hangingPunct="0">
              <a:lnSpc>
                <a:spcPct val="100000"/>
              </a:lnSpc>
              <a:spcBef>
                <a:spcPts val="450"/>
              </a:spcBef>
              <a:spcAft>
                <a:spcPct val="0"/>
              </a:spcAft>
              <a:buClrTx/>
              <a:buSzTx/>
              <a:buFontTx/>
              <a:buNone/>
              <a:defRPr/>
            </a:pPr>
            <a:r>
              <a:rPr kumimoji="0" sz="1800" b="0" i="0" u="none" strike="noStrike" kern="1200" cap="none" spc="-5" normalizeH="0" baseline="0" noProof="0">
                <a:ln>
                  <a:noFill/>
                </a:ln>
                <a:solidFill>
                  <a:schemeClr val="tx1"/>
                </a:solidFill>
                <a:effectLst/>
                <a:uLnTx/>
                <a:uFillTx/>
                <a:latin typeface="Times New Roman"/>
                <a:ea typeface="+mn-ea" pitchFamily="34" charset="0"/>
                <a:cs typeface="Times New Roman"/>
              </a:rPr>
              <a:t>[1+</a:t>
            </a:r>
            <a:r>
              <a:rPr kumimoji="0" sz="1800" b="0" i="1" u="none" strike="noStrike" kern="1200" cap="none" spc="-5" normalizeH="0" baseline="0" noProof="0">
                <a:ln>
                  <a:noFill/>
                </a:ln>
                <a:solidFill>
                  <a:schemeClr val="tx1"/>
                </a:solidFill>
                <a:effectLst/>
                <a:uLnTx/>
                <a:uFillTx/>
                <a:latin typeface="Times New Roman"/>
                <a:ea typeface="+mn-ea" pitchFamily="34" charset="0"/>
                <a:cs typeface="Times New Roman"/>
              </a:rPr>
              <a:t>f(x)</a:t>
            </a:r>
            <a:r>
              <a:rPr kumimoji="0" sz="1800" b="0" i="0" u="none" strike="noStrike" kern="1200" cap="none" spc="-5" normalizeH="0" baseline="0" noProof="0">
                <a:ln>
                  <a:noFill/>
                </a:ln>
                <a:solidFill>
                  <a:schemeClr val="tx1"/>
                </a:solidFill>
                <a:effectLst/>
                <a:uLnTx/>
                <a:uFillTx/>
                <a:latin typeface="Times New Roman"/>
                <a:ea typeface="+mn-ea" pitchFamily="34" charset="0"/>
                <a:cs typeface="Times New Roman"/>
              </a:rPr>
              <a:t>][1-</a:t>
            </a:r>
            <a:r>
              <a:rPr kumimoji="0" sz="1800" b="0" i="1" u="none" strike="noStrike" kern="1200" cap="none" spc="-5" normalizeH="0" baseline="0" noProof="0">
                <a:ln>
                  <a:noFill/>
                </a:ln>
                <a:solidFill>
                  <a:schemeClr val="tx1"/>
                </a:solidFill>
                <a:effectLst/>
                <a:uLnTx/>
                <a:uFillTx/>
                <a:latin typeface="Times New Roman"/>
                <a:ea typeface="+mn-ea" pitchFamily="34" charset="0"/>
                <a:cs typeface="Times New Roman"/>
              </a:rPr>
              <a:t>f(x)</a:t>
            </a:r>
            <a:r>
              <a:rPr kumimoji="0" sz="1800" b="0" i="0" u="none" strike="noStrike" kern="1200" cap="none" spc="-5" normalizeH="0" baseline="0" noProof="0">
                <a:ln>
                  <a:noFill/>
                </a:ln>
                <a:solidFill>
                  <a:schemeClr val="tx1"/>
                </a:solidFill>
                <a:effectLst/>
                <a:uLnTx/>
                <a:uFillTx/>
                <a:latin typeface="Times New Roman"/>
                <a:ea typeface="+mn-ea" pitchFamily="34" charset="0"/>
                <a:cs typeface="Times New Roman"/>
              </a:rPr>
              <a:t>]</a:t>
            </a:r>
            <a:endParaRPr kumimoji="0" lang="en-IN" sz="1800" b="0" i="0" u="none" strike="noStrike" kern="1200" cap="none" spc="-5" normalizeH="0" baseline="0" noProof="0">
              <a:ln>
                <a:noFill/>
              </a:ln>
              <a:solidFill>
                <a:schemeClr val="tx1"/>
              </a:solidFill>
              <a:effectLst/>
              <a:uLnTx/>
              <a:uFillTx/>
              <a:latin typeface="Times New Roman"/>
              <a:ea typeface="+mn-ea"/>
              <a:cs typeface="Times New Roman"/>
            </a:endParaRPr>
          </a:p>
          <a:p>
            <a:pPr marL="2565400" marR="0" lvl="0" indent="0" algn="l" defTabSz="914400" rtl="0" eaLnBrk="0" fontAlgn="base" latinLnBrk="0" hangingPunct="0">
              <a:lnSpc>
                <a:spcPct val="100000"/>
              </a:lnSpc>
              <a:spcBef>
                <a:spcPts val="450"/>
              </a:spcBef>
              <a:spcAft>
                <a:spcPct val="0"/>
              </a:spcAft>
              <a:buClrTx/>
              <a:buSzTx/>
              <a:buFontTx/>
              <a:buNone/>
              <a:defRPr/>
            </a:pPr>
            <a:endParaRPr kumimoji="0" sz="1800" b="0" i="0" u="none" strike="noStrike" kern="1200" cap="none" spc="0" normalizeH="0" baseline="0" noProof="0">
              <a:ln>
                <a:noFill/>
              </a:ln>
              <a:solidFill>
                <a:schemeClr val="tx1"/>
              </a:solidFill>
              <a:effectLst/>
              <a:uLnTx/>
              <a:uFillTx/>
              <a:latin typeface="Times New Roman"/>
              <a:ea typeface="+mn-ea"/>
              <a:cs typeface="Times New Roman"/>
            </a:endParaRPr>
          </a:p>
          <a:p>
            <a:pPr marL="711200" marR="0" lvl="0" indent="0" algn="l" defTabSz="914400" rtl="0" eaLnBrk="0" fontAlgn="base" latinLnBrk="0" hangingPunct="0">
              <a:lnSpc>
                <a:spcPct val="100000"/>
              </a:lnSpc>
              <a:spcBef>
                <a:spcPts val="450"/>
              </a:spcBef>
              <a:spcAft>
                <a:spcPct val="0"/>
              </a:spcAft>
              <a:buClrTx/>
              <a:buSzTx/>
              <a:buFontTx/>
              <a:buNone/>
              <a:defRPr/>
            </a:pPr>
            <a:r>
              <a:rPr kumimoji="0" sz="1800" b="0" i="0" u="none" strike="noStrike" kern="1200" cap="none" spc="0" normalizeH="0" baseline="0" noProof="0">
                <a:ln>
                  <a:noFill/>
                </a:ln>
                <a:solidFill>
                  <a:schemeClr val="tx1"/>
                </a:solidFill>
                <a:effectLst/>
                <a:uLnTx/>
                <a:uFillTx/>
                <a:latin typeface="Times New Roman"/>
                <a:ea typeface="+mn-ea" pitchFamily="34" charset="0"/>
                <a:cs typeface="Times New Roman"/>
              </a:rPr>
              <a:t>- </a:t>
            </a: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It is closely related to hyberbolic tangent function, which is written as</a:t>
            </a:r>
          </a:p>
        </p:txBody>
      </p:sp>
      <p:sp>
        <p:nvSpPr>
          <p:cNvPr id="90117" name="object 20"/>
          <p:cNvSpPr/>
          <p:nvPr/>
        </p:nvSpPr>
        <p:spPr>
          <a:xfrm>
            <a:off x="1905000" y="1700213"/>
            <a:ext cx="1752600" cy="738187"/>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90118" name="object 21"/>
          <p:cNvSpPr/>
          <p:nvPr/>
        </p:nvSpPr>
        <p:spPr>
          <a:xfrm>
            <a:off x="1981200" y="3505200"/>
            <a:ext cx="1219200" cy="401638"/>
          </a:xfrm>
          <a:prstGeom prst="rect">
            <a:avLst/>
          </a:prstGeom>
          <a:blipFill rotWithShape="1">
            <a:blip r:embed="rId3"/>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90119" name="object 22"/>
          <p:cNvSpPr/>
          <p:nvPr/>
        </p:nvSpPr>
        <p:spPr>
          <a:xfrm>
            <a:off x="2720975" y="4678363"/>
            <a:ext cx="2209800" cy="685800"/>
          </a:xfrm>
          <a:prstGeom prst="rect">
            <a:avLst/>
          </a:prstGeom>
          <a:blipFill rotWithShape="1">
            <a:blip r:embed="rId4"/>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90120" name="object 23"/>
          <p:cNvSpPr/>
          <p:nvPr/>
        </p:nvSpPr>
        <p:spPr>
          <a:xfrm>
            <a:off x="2667000" y="5500688"/>
            <a:ext cx="2319338" cy="742950"/>
          </a:xfrm>
          <a:prstGeom prst="rect">
            <a:avLst/>
          </a:prstGeom>
          <a:blipFill rotWithShape="1">
            <a:blip r:embed="rId5"/>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90121"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4C23DD3B-2C03-4C93-8873-E709D6D09DF0}" type="slidenum">
              <a:rPr lang="en-US" altLang="en-US" sz="1200">
                <a:solidFill>
                  <a:srgbClr val="898989"/>
                </a:solidFill>
                <a:latin typeface="Arial" pitchFamily="34" charset="0"/>
                <a:ea typeface="DejaVu Sans"/>
              </a:rPr>
              <a:t>43</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138" name="object 2"/>
          <p:cNvSpPr txBox="1">
            <a:spLocks noGrp="1"/>
          </p:cNvSpPr>
          <p:nvPr>
            <p:ph type="title"/>
          </p:nvPr>
        </p:nvSpPr>
        <p:spPr>
          <a:xfrm>
            <a:off x="536575" y="1011238"/>
            <a:ext cx="2168525"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sz="2600" b="1" i="0" u="none" strike="noStrike" kern="1200" cap="none" spc="0" normalizeH="0" baseline="0" noProof="0">
                <a:ln>
                  <a:noFill/>
                </a:ln>
                <a:solidFill>
                  <a:srgbClr val="C00000"/>
                </a:solidFill>
                <a:effectLst/>
                <a:uLnTx/>
                <a:uFillTx/>
                <a:latin typeface="Tahoma" pitchFamily="34" charset="0"/>
                <a:ea typeface="+mn-ea" pitchFamily="34" charset="0"/>
                <a:cs typeface="Tahoma" panose="020B0604030504040204" pitchFamily="34" charset="0"/>
              </a:rPr>
              <a:t>contd..</a:t>
            </a:r>
          </a:p>
        </p:txBody>
      </p:sp>
      <p:sp>
        <p:nvSpPr>
          <p:cNvPr id="91139" name="object 3"/>
          <p:cNvSpPr txBox="1"/>
          <p:nvPr/>
        </p:nvSpPr>
        <p:spPr>
          <a:xfrm>
            <a:off x="536575" y="1884363"/>
            <a:ext cx="7375525" cy="1046162"/>
          </a:xfrm>
          <a:prstGeom prst="rect">
            <a:avLst/>
          </a:prstGeom>
        </p:spPr>
        <p:txBody>
          <a:bodyPr lIns="0" tIns="9525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12700" marR="0" lvl="0" indent="0" algn="l" defTabSz="914400" rtl="0" eaLnBrk="0" fontAlgn="base" latinLnBrk="0" hangingPunct="0">
              <a:lnSpc>
                <a:spcPct val="100000"/>
              </a:lnSpc>
              <a:spcBef>
                <a:spcPts val="750"/>
              </a:spcBef>
              <a:spcAft>
                <a:spcPct val="0"/>
              </a:spcAft>
              <a:buClrTx/>
              <a:buSzTx/>
              <a:buFontTx/>
              <a:buNone/>
              <a:defRPr/>
            </a:pP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The derivative of the hyberbolic tangent function is</a:t>
            </a:r>
          </a:p>
          <a:p>
            <a:pPr marL="1841500" marR="0" lvl="0" indent="0" algn="l" defTabSz="914400" rtl="0" eaLnBrk="0" fontAlgn="base" latinLnBrk="0" hangingPunct="0">
              <a:lnSpc>
                <a:spcPct val="100000"/>
              </a:lnSpc>
              <a:spcBef>
                <a:spcPts val="650"/>
              </a:spcBef>
              <a:spcAft>
                <a:spcPct val="0"/>
              </a:spcAft>
              <a:buClrTx/>
              <a:buSzTx/>
              <a:buFontTx/>
              <a:buNone/>
              <a:defRPr/>
            </a:pPr>
            <a:r>
              <a:rPr kumimoji="0" sz="1800" b="0" i="1" u="none" strike="noStrike" kern="1200" cap="none" spc="-5" normalizeH="0" baseline="0" noProof="0">
                <a:ln>
                  <a:noFill/>
                </a:ln>
                <a:solidFill>
                  <a:schemeClr val="tx1"/>
                </a:solidFill>
                <a:effectLst/>
                <a:uLnTx/>
                <a:uFillTx/>
                <a:latin typeface="Constantia"/>
                <a:ea typeface="+mn-ea" pitchFamily="34" charset="0"/>
                <a:cs typeface="Constantia"/>
              </a:rPr>
              <a:t>h’(x)= [1+h(x))][1-h(x)]</a:t>
            </a:r>
            <a:endParaRPr kumimoji="0" sz="1800" b="0" i="0" u="none" strike="noStrike" kern="1200" cap="none" spc="0" normalizeH="0" baseline="0" noProof="0">
              <a:ln>
                <a:noFill/>
              </a:ln>
              <a:solidFill>
                <a:schemeClr val="tx1"/>
              </a:solidFill>
              <a:effectLst/>
              <a:uLnTx/>
              <a:uFillTx/>
              <a:latin typeface="Constantia"/>
              <a:ea typeface="+mn-ea"/>
              <a:cs typeface="Constantia"/>
            </a:endParaRPr>
          </a:p>
          <a:p>
            <a:pPr marL="12700" marR="0" lvl="0" indent="0" algn="l" defTabSz="914400" rtl="0" eaLnBrk="0" fontAlgn="base" latinLnBrk="0" hangingPunct="0">
              <a:lnSpc>
                <a:spcPct val="100000"/>
              </a:lnSpc>
              <a:spcBef>
                <a:spcPts val="650"/>
              </a:spcBef>
              <a:spcAft>
                <a:spcPct val="0"/>
              </a:spcAft>
              <a:buClrTx/>
              <a:buSzTx/>
              <a:buFontTx/>
              <a:buNone/>
              <a:defRPr/>
            </a:pPr>
            <a:r>
              <a:rPr kumimoji="0" sz="1600" b="0" i="0" u="none" strike="noStrike" kern="1200" cap="none" spc="0" normalizeH="0" baseline="0" noProof="0">
                <a:ln>
                  <a:noFill/>
                </a:ln>
                <a:solidFill>
                  <a:schemeClr val="tx1"/>
                </a:solidFill>
                <a:effectLst/>
                <a:uLnTx/>
                <a:uFillTx/>
                <a:latin typeface="Tahoma" pitchFamily="34" charset="0"/>
                <a:ea typeface="Malgun Gothic" pitchFamily="34" charset="-127"/>
                <a:cs typeface="+mn-cs"/>
              </a:rPr>
              <a:t>5</a:t>
            </a: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 Ramp function</a:t>
            </a:r>
          </a:p>
        </p:txBody>
      </p:sp>
      <p:sp>
        <p:nvSpPr>
          <p:cNvPr id="91140" name="object 4"/>
          <p:cNvSpPr/>
          <p:nvPr/>
        </p:nvSpPr>
        <p:spPr>
          <a:xfrm>
            <a:off x="536575" y="4359275"/>
            <a:ext cx="7396163" cy="260350"/>
          </a:xfrm>
          <a:prstGeom prst="rect">
            <a:avLst/>
          </a:prstGeom>
          <a:noFill/>
          <a:ln>
            <a:noFill/>
            <a:miter lim="800000"/>
          </a:ln>
        </p:spPr>
        <p:txBody>
          <a:bodyPr lIns="0" tIns="127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285750" lvl="0" indent="-273050" defTabSz="914400">
              <a:spcBef>
                <a:spcPts val="100"/>
              </a:spcBef>
              <a:buClrTx/>
              <a:buFontTx/>
            </a:pPr>
            <a:r>
              <a:rPr lang="en-US" altLang="en-US" sz="1600">
                <a:solidFill>
                  <a:srgbClr val="984807"/>
                </a:solidFill>
                <a:latin typeface="Tahoma" pitchFamily="34" charset="0"/>
                <a:ea typeface="Malgun Gothic" pitchFamily="34" charset="-127"/>
              </a:rPr>
              <a:t>The graphical representation of all these function is  given in the upcoming Figure</a:t>
            </a:r>
          </a:p>
        </p:txBody>
      </p:sp>
      <p:sp>
        <p:nvSpPr>
          <p:cNvPr id="91141" name="object 5"/>
          <p:cNvSpPr/>
          <p:nvPr/>
        </p:nvSpPr>
        <p:spPr>
          <a:xfrm>
            <a:off x="2286000" y="3429000"/>
            <a:ext cx="2209800" cy="685800"/>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91142" name="object 6"/>
          <p:cNvSpPr>
            <a:spLocks noGrp="1"/>
          </p:cNvSpPr>
          <p:nvPr>
            <p:ph type="sldNum" idx="11"/>
          </p:nvPr>
        </p:nvSpPr>
        <p:spPr>
          <a:xfrm>
            <a:off x="8478838" y="6540500"/>
            <a:ext cx="246062" cy="196850"/>
          </a:xfrm>
          <a:prstGeom prst="rect">
            <a:avLst/>
          </a:prstGeom>
          <a:noFill/>
          <a:ln>
            <a:noFill/>
            <a:miter lim="800000"/>
          </a:ln>
        </p:spPr>
        <p:txBody>
          <a:bodyPr lIns="0" tIns="0" rIns="0" bIns="0">
            <a:sp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38100" lvl="0" indent="0" defTabSz="914400" eaLnBrk="1" hangingPunct="1">
              <a:lnSpc>
                <a:spcPts val="1425"/>
              </a:lnSpc>
              <a:spcBef>
                <a:spcPct val="0"/>
              </a:spcBef>
              <a:buClrTx/>
              <a:buFontTx/>
            </a:pPr>
            <a:fld id="{5759B5D3-ADFD-41DD-BCE9-58D20C0396BC}" type="slidenum">
              <a:rPr lang="en-IN" altLang="en-US" sz="1200">
                <a:solidFill>
                  <a:srgbClr val="035B74"/>
                </a:solidFill>
                <a:latin typeface="Arial" pitchFamily="34" charset="0"/>
                <a:ea typeface="Arial" pitchFamily="34" charset="0"/>
              </a:rPr>
              <a:t>44</a:t>
            </a:fld>
            <a:endParaRPr lang="en-US" altLang="en-US" sz="1200">
              <a:solidFill>
                <a:srgbClr val="035B74"/>
              </a:solidFill>
              <a:latin typeface="Arial" pitchFamily="34" charset="0"/>
              <a:ea typeface="Arial" pitchFamily="34"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62" name="Rectangle 1"/>
          <p:cNvSpPr/>
          <p:nvPr/>
        </p:nvSpPr>
        <p:spPr>
          <a:xfrm>
            <a:off x="457200" y="381000"/>
            <a:ext cx="7848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Activation Function</a:t>
            </a:r>
          </a:p>
        </p:txBody>
      </p:sp>
      <p:pic>
        <p:nvPicPr>
          <p:cNvPr id="92163" name="Picture 2"/>
          <p:cNvPicPr>
            <a:picLocks noChangeAspect="1"/>
          </p:cNvPicPr>
          <p:nvPr/>
        </p:nvPicPr>
        <p:blipFill>
          <a:blip r:embed="rId3"/>
          <a:stretch>
            <a:fillRect/>
          </a:stretch>
        </p:blipFill>
        <p:spPr>
          <a:xfrm>
            <a:off x="228600" y="1143000"/>
            <a:ext cx="5334000" cy="5037138"/>
          </a:xfrm>
          <a:prstGeom prst="rect">
            <a:avLst/>
          </a:prstGeom>
          <a:noFill/>
          <a:ln>
            <a:noFill/>
            <a:round/>
          </a:ln>
          <a:effectLst/>
        </p:spPr>
      </p:pic>
      <p:sp>
        <p:nvSpPr>
          <p:cNvPr id="92164" name="Text Box 3"/>
          <p:cNvSpPr/>
          <p:nvPr/>
        </p:nvSpPr>
        <p:spPr>
          <a:xfrm>
            <a:off x="5867400" y="1409700"/>
            <a:ext cx="2971800" cy="4362450"/>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b="1">
                <a:solidFill>
                  <a:srgbClr val="984807"/>
                </a:solidFill>
                <a:latin typeface="Tahoma" pitchFamily="34" charset="0"/>
                <a:ea typeface="Malgun Gothic" pitchFamily="34" charset="-127"/>
              </a:rPr>
              <a:t>Activation functions:</a:t>
            </a:r>
          </a:p>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(A) Identity</a:t>
            </a:r>
          </a:p>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(B) Binary step</a:t>
            </a:r>
          </a:p>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(C) Bipolar step </a:t>
            </a:r>
          </a:p>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(D) Binary sigmoidal</a:t>
            </a:r>
          </a:p>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(E) Bipolar sigmoidal</a:t>
            </a:r>
          </a:p>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Malgun Gothic" pitchFamily="34" charset="-127"/>
            </a:endParaRPr>
          </a:p>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(F) Ramp</a:t>
            </a:r>
          </a:p>
        </p:txBody>
      </p:sp>
      <p:sp>
        <p:nvSpPr>
          <p:cNvPr id="92165"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6C170E4A-BD9F-43CD-9268-E192BC7A9A60}" type="slidenum">
              <a:rPr lang="en-US" altLang="en-US" sz="1200">
                <a:solidFill>
                  <a:srgbClr val="898989"/>
                </a:solidFill>
                <a:latin typeface="Arial" pitchFamily="34" charset="0"/>
                <a:ea typeface="DejaVu Sans"/>
              </a:rPr>
              <a:t>45</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0" name="object 2"/>
          <p:cNvSpPr txBox="1">
            <a:spLocks noGrp="1"/>
          </p:cNvSpPr>
          <p:nvPr>
            <p:ph type="title"/>
          </p:nvPr>
        </p:nvSpPr>
        <p:spPr>
          <a:xfrm>
            <a:off x="990600" y="546100"/>
            <a:ext cx="7243763"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Important </a:t>
            </a:r>
            <a:r>
              <a:rPr kumimoji="0" lang="en-IN"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T</a:t>
            </a: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erm</a:t>
            </a:r>
            <a:r>
              <a:rPr kumimoji="0" lang="en-IN" sz="2600" b="1" i="0" u="none" strike="noStrike" kern="1200" cap="none" spc="0" normalizeH="0" baseline="0" noProof="0" err="1">
                <a:ln>
                  <a:noFill/>
                </a:ln>
                <a:solidFill>
                  <a:srgbClr val="FF0000"/>
                </a:solidFill>
                <a:effectLst/>
                <a:uLnTx/>
                <a:uFillTx/>
                <a:latin typeface="Tahoma" pitchFamily="34" charset="0"/>
                <a:ea typeface="+mn-ea" pitchFamily="34" charset="0"/>
                <a:cs typeface="Tahoma" panose="020B0604030504040204" pitchFamily="34" charset="0"/>
              </a:rPr>
              <a:t>i</a:t>
            </a:r>
            <a:r>
              <a:rPr kumimoji="0" sz="2600" b="1" i="0" u="none" strike="noStrike" kern="1200" cap="none" spc="0" normalizeH="0" baseline="0" noProof="0" err="1">
                <a:ln>
                  <a:noFill/>
                </a:ln>
                <a:solidFill>
                  <a:srgbClr val="FF0000"/>
                </a:solidFill>
                <a:effectLst/>
                <a:uLnTx/>
                <a:uFillTx/>
                <a:latin typeface="Tahoma" pitchFamily="34" charset="0"/>
                <a:ea typeface="+mn-ea" pitchFamily="34" charset="0"/>
                <a:cs typeface="Tahoma" panose="020B0604030504040204" pitchFamily="34" charset="0"/>
              </a:rPr>
              <a:t>nolog</a:t>
            </a:r>
            <a:r>
              <a:rPr kumimoji="0" lang="en-IN" sz="2600" b="1" i="0" u="none" strike="noStrike" kern="1200" cap="none" spc="0" normalizeH="0" baseline="0" noProof="0" err="1">
                <a:ln>
                  <a:noFill/>
                </a:ln>
                <a:solidFill>
                  <a:srgbClr val="FF0000"/>
                </a:solidFill>
                <a:effectLst/>
                <a:uLnTx/>
                <a:uFillTx/>
                <a:latin typeface="Tahoma" pitchFamily="34" charset="0"/>
                <a:ea typeface="+mn-ea" pitchFamily="34" charset="0"/>
                <a:cs typeface="Tahoma" panose="020B0604030504040204" pitchFamily="34" charset="0"/>
              </a:rPr>
              <a:t>i</a:t>
            </a: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es</a:t>
            </a:r>
            <a:r>
              <a:rPr kumimoji="0" lang="en-IN"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 of ANN</a:t>
            </a:r>
            <a:endParaRPr kumimoji="0" sz="2600" b="1" i="0" u="none" strike="noStrike" kern="1200" cap="none" spc="0" normalizeH="0" baseline="0" noProof="0">
              <a:ln>
                <a:noFill/>
              </a:ln>
              <a:solidFill>
                <a:srgbClr val="FF0000"/>
              </a:solidFill>
              <a:effectLst/>
              <a:uLnTx/>
              <a:uFillTx/>
              <a:latin typeface="Tahoma" pitchFamily="34" charset="0"/>
              <a:ea typeface="+mn-ea"/>
              <a:cs typeface="Tahoma" panose="020B0604030504040204" pitchFamily="34" charset="0"/>
            </a:endParaRPr>
          </a:p>
        </p:txBody>
      </p:sp>
      <p:sp>
        <p:nvSpPr>
          <p:cNvPr id="94211" name="object 4"/>
          <p:cNvSpPr>
            <a:spLocks noGrp="1"/>
          </p:cNvSpPr>
          <p:nvPr>
            <p:ph type="sldNum" idx="11"/>
          </p:nvPr>
        </p:nvSpPr>
        <p:spPr>
          <a:xfrm>
            <a:off x="8478838" y="6540500"/>
            <a:ext cx="246062" cy="196850"/>
          </a:xfrm>
          <a:prstGeom prst="rect">
            <a:avLst/>
          </a:prstGeom>
          <a:noFill/>
          <a:ln>
            <a:noFill/>
            <a:miter lim="800000"/>
          </a:ln>
        </p:spPr>
        <p:txBody>
          <a:bodyPr lIns="0" tIns="0" rIns="0" bIns="0">
            <a:sp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38100" lvl="0" indent="0" defTabSz="914400" eaLnBrk="1" hangingPunct="1">
              <a:lnSpc>
                <a:spcPts val="1425"/>
              </a:lnSpc>
              <a:spcBef>
                <a:spcPct val="0"/>
              </a:spcBef>
              <a:buClrTx/>
              <a:buFontTx/>
            </a:pPr>
            <a:fld id="{6F926411-B7EF-4372-86A9-6B112A05ACD7}" type="slidenum">
              <a:rPr lang="en-IN" altLang="en-US" sz="1200">
                <a:solidFill>
                  <a:srgbClr val="035B74"/>
                </a:solidFill>
                <a:latin typeface="Arial" pitchFamily="34" charset="0"/>
                <a:ea typeface="Arial" pitchFamily="34" charset="0"/>
              </a:rPr>
              <a:t>46</a:t>
            </a:fld>
            <a:endParaRPr lang="en-US" altLang="en-US" sz="1200">
              <a:solidFill>
                <a:srgbClr val="035B74"/>
              </a:solidFill>
              <a:latin typeface="Arial" pitchFamily="34" charset="0"/>
              <a:ea typeface="Arial" pitchFamily="34" charset="0"/>
            </a:endParaRPr>
          </a:p>
        </p:txBody>
      </p:sp>
      <p:sp>
        <p:nvSpPr>
          <p:cNvPr id="94212" name="object 3"/>
          <p:cNvSpPr/>
          <p:nvPr/>
        </p:nvSpPr>
        <p:spPr>
          <a:xfrm>
            <a:off x="523875" y="1890713"/>
            <a:ext cx="8091488" cy="3114675"/>
          </a:xfrm>
          <a:prstGeom prst="rect">
            <a:avLst/>
          </a:prstGeom>
          <a:noFill/>
          <a:ln>
            <a:noFill/>
            <a:miter lim="800000"/>
          </a:ln>
        </p:spPr>
        <p:txBody>
          <a:bodyPr lIns="0" tIns="889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25400" lvl="0" indent="0" defTabSz="914400">
              <a:spcBef>
                <a:spcPts val="700"/>
              </a:spcBef>
              <a:buClrTx/>
              <a:buFontTx/>
            </a:pPr>
            <a:r>
              <a:rPr lang="en-US" altLang="en-US" sz="1600">
                <a:solidFill>
                  <a:srgbClr val="984807"/>
                </a:solidFill>
                <a:latin typeface="Tahoma" pitchFamily="34" charset="0"/>
                <a:ea typeface="Malgun Gothic" pitchFamily="34" charset="-127"/>
              </a:rPr>
              <a:t></a:t>
            </a:r>
            <a:r>
              <a:rPr lang="en-IN" altLang="en-US" sz="1600">
                <a:solidFill>
                  <a:srgbClr val="984807"/>
                </a:solidFill>
                <a:latin typeface="Tahoma" pitchFamily="34" charset="0"/>
                <a:ea typeface="Malgun Gothic" pitchFamily="34" charset="-127"/>
              </a:rPr>
              <a:t>   </a:t>
            </a:r>
            <a:r>
              <a:rPr lang="en-US" altLang="en-US" sz="1600" b="1">
                <a:solidFill>
                  <a:srgbClr val="984807"/>
                </a:solidFill>
                <a:latin typeface="Tahoma" pitchFamily="34" charset="0"/>
                <a:ea typeface="Malgun Gothic" pitchFamily="34" charset="-127"/>
              </a:rPr>
              <a:t>Weight</a:t>
            </a:r>
          </a:p>
          <a:p>
            <a:pPr marL="25400" lvl="0" indent="0" defTabSz="914400">
              <a:spcBef>
                <a:spcPts val="550"/>
              </a:spcBef>
              <a:buClrTx/>
              <a:buFontTx/>
            </a:pPr>
            <a:r>
              <a:rPr lang="en-US" altLang="en-US" sz="1600">
                <a:solidFill>
                  <a:srgbClr val="984807"/>
                </a:solidFill>
                <a:latin typeface="Tahoma" pitchFamily="34" charset="0"/>
                <a:ea typeface="Malgun Gothic" pitchFamily="34" charset="-127"/>
              </a:rPr>
              <a:t></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The weight contain information about the input signal.</a:t>
            </a:r>
          </a:p>
          <a:p>
            <a:pPr marL="25400" lvl="0" indent="0" defTabSz="914400">
              <a:spcBef>
                <a:spcPts val="550"/>
              </a:spcBef>
              <a:buClrTx/>
              <a:buFontTx/>
            </a:pPr>
            <a:r>
              <a:rPr lang="en-US" altLang="en-US" sz="1600">
                <a:solidFill>
                  <a:srgbClr val="984807"/>
                </a:solidFill>
                <a:latin typeface="Tahoma" pitchFamily="34" charset="0"/>
                <a:ea typeface="Malgun Gothic" pitchFamily="34" charset="-127"/>
              </a:rPr>
              <a:t></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It is used by the net to solve the problem.</a:t>
            </a:r>
          </a:p>
          <a:p>
            <a:pPr marL="25400" lvl="0" indent="0" defTabSz="914400">
              <a:spcBef>
                <a:spcPts val="550"/>
              </a:spcBef>
              <a:buClrTx/>
              <a:buFontTx/>
            </a:pPr>
            <a:r>
              <a:rPr lang="en-US" altLang="en-US" sz="1600">
                <a:solidFill>
                  <a:srgbClr val="984807"/>
                </a:solidFill>
                <a:latin typeface="Tahoma" pitchFamily="34" charset="0"/>
                <a:ea typeface="Malgun Gothic" pitchFamily="34" charset="-127"/>
              </a:rPr>
              <a:t></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It is represented in terms of matrix &amp; called as connection matrix.</a:t>
            </a:r>
          </a:p>
          <a:p>
            <a:pPr marL="25400" lvl="0" indent="0" algn="just" defTabSz="914400">
              <a:spcBef>
                <a:spcPts val="550"/>
              </a:spcBef>
              <a:buClrTx/>
              <a:buFontTx/>
            </a:pPr>
            <a:r>
              <a:rPr lang="en-US" altLang="en-US" sz="1600">
                <a:solidFill>
                  <a:srgbClr val="984807"/>
                </a:solidFill>
                <a:latin typeface="Tahoma" pitchFamily="34" charset="0"/>
                <a:ea typeface="Malgun Gothic" pitchFamily="34" charset="-127"/>
              </a:rPr>
              <a:t></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If weight matrix W contains all the elements of an ANN, then the  set of all W matrices will determine the set of all possible  information processing configuration.</a:t>
            </a:r>
          </a:p>
          <a:p>
            <a:pPr marL="25400" lvl="0" indent="0" algn="just" defTabSz="914400">
              <a:spcBef>
                <a:spcPts val="550"/>
              </a:spcBef>
              <a:buClrTx/>
              <a:buFontTx/>
            </a:pPr>
            <a:r>
              <a:rPr lang="en-US" altLang="en-US" sz="1600">
                <a:solidFill>
                  <a:srgbClr val="984807"/>
                </a:solidFill>
                <a:latin typeface="Tahoma" pitchFamily="34" charset="0"/>
                <a:ea typeface="Malgun Gothic" pitchFamily="34" charset="-127"/>
              </a:rPr>
              <a:t></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The ANN can be realized by finding an appropriate matrix W.</a:t>
            </a:r>
          </a:p>
          <a:p>
            <a:pPr marL="25400" lvl="0" indent="0" algn="just" defTabSz="914400">
              <a:spcBef>
                <a:spcPts val="550"/>
              </a:spcBef>
              <a:buClrTx/>
              <a:buFontTx/>
            </a:pPr>
            <a:r>
              <a:rPr lang="en-US" altLang="en-US" sz="1600">
                <a:solidFill>
                  <a:srgbClr val="984807"/>
                </a:solidFill>
                <a:latin typeface="Tahoma" pitchFamily="34" charset="0"/>
                <a:ea typeface="Malgun Gothic" pitchFamily="34" charset="-127"/>
              </a:rPr>
              <a:t></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Weight encode long-term memory (LTM) and the activation  states of network encode short-term memory (STM) in a neural  network.</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4" name="object 17"/>
          <p:cNvSpPr txBox="1">
            <a:spLocks noGrp="1"/>
          </p:cNvSpPr>
          <p:nvPr>
            <p:ph type="title"/>
          </p:nvPr>
        </p:nvSpPr>
        <p:spPr>
          <a:xfrm>
            <a:off x="523875" y="609600"/>
            <a:ext cx="2181225"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Contd..</a:t>
            </a:r>
          </a:p>
        </p:txBody>
      </p:sp>
      <p:sp>
        <p:nvSpPr>
          <p:cNvPr id="95235" name="object 18"/>
          <p:cNvSpPr/>
          <p:nvPr/>
        </p:nvSpPr>
        <p:spPr>
          <a:xfrm>
            <a:off x="990600" y="1277938"/>
            <a:ext cx="5314950" cy="1303337"/>
          </a:xfrm>
          <a:prstGeom prst="rect">
            <a:avLst/>
          </a:prstGeom>
          <a:noFill/>
          <a:ln>
            <a:noFill/>
            <a:miter lim="800000"/>
          </a:ln>
        </p:spPr>
        <p:txBody>
          <a:bodyPr lIns="0" tIns="6985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298450" lvl="0" indent="-273050" defTabSz="914400">
              <a:spcBef>
                <a:spcPts val="550"/>
              </a:spcBef>
              <a:buClr>
                <a:srgbClr val="0ACFD8"/>
              </a:buClr>
              <a:buSzPct val="94000"/>
              <a:buFont typeface="Symbol" pitchFamily="18" charset="2"/>
              <a:buChar char=""/>
              <a:tabLst>
                <a:tab pos="298450" algn="l"/>
              </a:tabLst>
            </a:pPr>
            <a:r>
              <a:rPr lang="en-US" altLang="en-US" sz="1600" b="1">
                <a:solidFill>
                  <a:srgbClr val="984807"/>
                </a:solidFill>
                <a:latin typeface="Tahoma" pitchFamily="34" charset="0"/>
                <a:ea typeface="Malgun Gothic" pitchFamily="34" charset="-127"/>
              </a:rPr>
              <a:t>Bias</a:t>
            </a:r>
          </a:p>
          <a:p>
            <a:pPr marL="665162" lvl="1" indent="-246062" defTabSz="914400">
              <a:spcBef>
                <a:spcPts val="450"/>
              </a:spcBef>
              <a:buClr>
                <a:srgbClr val="0E6EC5"/>
              </a:buClr>
              <a:buSzPct val="83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Bias has an impact in calculating net input.</a:t>
            </a:r>
          </a:p>
          <a:p>
            <a:pPr marL="665162" lvl="1" indent="-246062" defTabSz="914400">
              <a:spcBef>
                <a:spcPts val="450"/>
              </a:spcBef>
              <a:buClr>
                <a:srgbClr val="0E6EC5"/>
              </a:buClr>
              <a:buSzPct val="83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Bias is included by adding x0 to the input vector x.</a:t>
            </a:r>
          </a:p>
          <a:p>
            <a:pPr marL="665162" lvl="1" indent="-246062" defTabSz="914400">
              <a:spcBef>
                <a:spcPts val="738"/>
              </a:spcBef>
              <a:buClr>
                <a:srgbClr val="0E6EC5"/>
              </a:buClr>
              <a:buSzPct val="83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The net output is calculated </a:t>
            </a:r>
            <a:r>
              <a:rPr lang="en-US" altLang="en-US" sz="1800">
                <a:solidFill>
                  <a:schemeClr val="tx1"/>
                </a:solidFill>
                <a:latin typeface="Times New Roman" pitchFamily="18" charset="0"/>
                <a:ea typeface="Times New Roman" pitchFamily="18" charset="0"/>
              </a:rPr>
              <a:t>by</a:t>
            </a:r>
          </a:p>
        </p:txBody>
      </p:sp>
      <p:sp>
        <p:nvSpPr>
          <p:cNvPr id="95236" name="object 19"/>
          <p:cNvSpPr txBox="1"/>
          <p:nvPr/>
        </p:nvSpPr>
        <p:spPr>
          <a:xfrm>
            <a:off x="762000" y="4232275"/>
            <a:ext cx="3657600" cy="1557338"/>
          </a:xfrm>
          <a:prstGeom prst="rect">
            <a:avLst/>
          </a:prstGeom>
        </p:spPr>
        <p:txBody>
          <a:bodyPr lIns="0" tIns="6985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665480" marR="0" lvl="1" indent="-246379" algn="l" defTabSz="914400" rtl="0" eaLnBrk="0" fontAlgn="base" latinLnBrk="0" hangingPunct="0">
              <a:lnSpc>
                <a:spcPct val="100000"/>
              </a:lnSpc>
              <a:spcBef>
                <a:spcPts val="550"/>
              </a:spcBef>
              <a:spcAft>
                <a:spcPct val="0"/>
              </a:spcAft>
              <a:buClr>
                <a:srgbClr val="0E6EC5"/>
              </a:buClr>
              <a:buSzPct val="83333"/>
              <a:buFont typeface="Symbol"/>
              <a:buChar char=""/>
              <a:tabLst>
                <a:tab pos="665480" algn="l"/>
              </a:tabLst>
              <a:defRPr/>
            </a:pP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The bias is of two types</a:t>
            </a:r>
          </a:p>
          <a:p>
            <a:pPr marL="831850" marR="0" lvl="1" indent="-209550" algn="l" defTabSz="914400" rtl="0" eaLnBrk="0" fontAlgn="base" latinLnBrk="0" hangingPunct="0">
              <a:lnSpc>
                <a:spcPct val="100000"/>
              </a:lnSpc>
              <a:spcBef>
                <a:spcPts val="450"/>
              </a:spcBef>
              <a:spcAft>
                <a:spcPct val="0"/>
              </a:spcAft>
              <a:buClr>
                <a:srgbClr val="0ACFD8"/>
              </a:buClr>
              <a:buSzPct val="63888"/>
              <a:buFont typeface="Symbol"/>
              <a:buChar char=""/>
              <a:tabLst>
                <a:tab pos="831850" algn="l"/>
              </a:tabLst>
              <a:defRPr/>
            </a:pP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Positive bias</a:t>
            </a:r>
          </a:p>
          <a:p>
            <a:pPr marL="1289050" marR="0" lvl="2" indent="-209550" algn="l" defTabSz="914400" rtl="0" eaLnBrk="0" fontAlgn="base" latinLnBrk="0" hangingPunct="0">
              <a:lnSpc>
                <a:spcPct val="100000"/>
              </a:lnSpc>
              <a:spcBef>
                <a:spcPts val="450"/>
              </a:spcBef>
              <a:spcAft>
                <a:spcPct val="0"/>
              </a:spcAft>
              <a:buClr>
                <a:srgbClr val="0ACFD8"/>
              </a:buClr>
              <a:buSzPct val="63888"/>
              <a:buFont typeface="Symbol"/>
              <a:buChar char=""/>
              <a:tabLst>
                <a:tab pos="831850" algn="l"/>
              </a:tabLst>
              <a:defRPr/>
            </a:pP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Increase the net input</a:t>
            </a:r>
          </a:p>
          <a:p>
            <a:pPr marL="831850" marR="0" lvl="1" indent="-209550" algn="l" defTabSz="914400" rtl="0" eaLnBrk="0" fontAlgn="base" latinLnBrk="0" hangingPunct="0">
              <a:lnSpc>
                <a:spcPct val="100000"/>
              </a:lnSpc>
              <a:spcBef>
                <a:spcPts val="450"/>
              </a:spcBef>
              <a:spcAft>
                <a:spcPct val="0"/>
              </a:spcAft>
              <a:buClr>
                <a:srgbClr val="0ACFD8"/>
              </a:buClr>
              <a:buSzPct val="63888"/>
              <a:buFont typeface="Symbol"/>
              <a:buChar char=""/>
              <a:tabLst>
                <a:tab pos="831850" algn="l"/>
              </a:tabLst>
              <a:defRPr/>
            </a:pP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Negative bias</a:t>
            </a:r>
          </a:p>
          <a:p>
            <a:pPr marL="1289050" marR="0" lvl="2" indent="-209550" algn="l" defTabSz="914400" rtl="0" eaLnBrk="0" fontAlgn="base" latinLnBrk="0" hangingPunct="0">
              <a:lnSpc>
                <a:spcPct val="100000"/>
              </a:lnSpc>
              <a:spcBef>
                <a:spcPts val="450"/>
              </a:spcBef>
              <a:spcAft>
                <a:spcPct val="0"/>
              </a:spcAft>
              <a:buClr>
                <a:srgbClr val="0ACFD8"/>
              </a:buClr>
              <a:buSzPct val="63888"/>
              <a:buFont typeface="Symbol"/>
              <a:buChar char=""/>
              <a:tabLst>
                <a:tab pos="831850" algn="l"/>
              </a:tabLst>
              <a:defRPr/>
            </a:pPr>
            <a:r>
              <a:rPr kumimoji="0" sz="1600" b="0" i="0" u="none" strike="noStrike" kern="1200" cap="none" spc="0" normalizeH="0" baseline="0" noProof="0">
                <a:ln>
                  <a:noFill/>
                </a:ln>
                <a:solidFill>
                  <a:srgbClr val="984807"/>
                </a:solidFill>
                <a:effectLst/>
                <a:uLnTx/>
                <a:uFillTx/>
                <a:latin typeface="Tahoma" pitchFamily="34" charset="0"/>
                <a:ea typeface="Malgun Gothic" pitchFamily="34" charset="-127"/>
                <a:cs typeface="+mn-cs"/>
              </a:rPr>
              <a:t>Decrease the net input</a:t>
            </a:r>
          </a:p>
        </p:txBody>
      </p:sp>
      <p:grpSp>
        <p:nvGrpSpPr>
          <p:cNvPr id="95237" name="object 20"/>
          <p:cNvGrpSpPr/>
          <p:nvPr/>
        </p:nvGrpSpPr>
        <p:grpSpPr>
          <a:xfrm>
            <a:off x="2057400" y="2743200"/>
            <a:ext cx="4419600" cy="1303338"/>
            <a:chOff x="1905000" y="3124200"/>
            <a:chExt cx="4724400" cy="1856739"/>
          </a:xfrm>
        </p:grpSpPr>
        <p:sp>
          <p:nvSpPr>
            <p:cNvPr id="95240" name="object 21"/>
            <p:cNvSpPr/>
            <p:nvPr/>
          </p:nvSpPr>
          <p:spPr>
            <a:xfrm>
              <a:off x="2895600" y="3124200"/>
              <a:ext cx="2590800" cy="789939"/>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95241" name="object 22"/>
            <p:cNvSpPr/>
            <p:nvPr/>
          </p:nvSpPr>
          <p:spPr>
            <a:xfrm>
              <a:off x="1905000" y="3884930"/>
              <a:ext cx="4724400" cy="1096010"/>
            </a:xfrm>
            <a:prstGeom prst="rect">
              <a:avLst/>
            </a:prstGeom>
            <a:blipFill rotWithShape="1">
              <a:blip r:embed="rId3"/>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grpSp>
      <p:sp>
        <p:nvSpPr>
          <p:cNvPr id="95238" name="object 23"/>
          <p:cNvSpPr>
            <a:spLocks noGrp="1"/>
          </p:cNvSpPr>
          <p:nvPr>
            <p:ph type="sldNum" idx="11"/>
          </p:nvPr>
        </p:nvSpPr>
        <p:spPr>
          <a:xfrm>
            <a:off x="8478838" y="6540500"/>
            <a:ext cx="246062" cy="196850"/>
          </a:xfrm>
          <a:prstGeom prst="rect">
            <a:avLst/>
          </a:prstGeom>
          <a:noFill/>
          <a:ln>
            <a:noFill/>
            <a:miter lim="800000"/>
          </a:ln>
        </p:spPr>
        <p:txBody>
          <a:bodyPr lIns="0" tIns="0" rIns="0" bIns="0">
            <a:sp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38100" lvl="0" indent="0" defTabSz="914400" eaLnBrk="1" hangingPunct="1">
              <a:lnSpc>
                <a:spcPts val="1425"/>
              </a:lnSpc>
              <a:spcBef>
                <a:spcPct val="0"/>
              </a:spcBef>
              <a:buClrTx/>
              <a:buFontTx/>
            </a:pPr>
            <a:fld id="{FD013C3C-54B3-48F6-ADEB-BF0FD901CCDD}" type="slidenum">
              <a:rPr lang="en-IN" altLang="en-US" sz="1200">
                <a:solidFill>
                  <a:srgbClr val="035B74"/>
                </a:solidFill>
                <a:latin typeface="Arial" pitchFamily="34" charset="0"/>
                <a:ea typeface="Arial" pitchFamily="34" charset="0"/>
              </a:rPr>
              <a:t>47</a:t>
            </a:fld>
            <a:endParaRPr lang="en-US" altLang="en-US" sz="1200">
              <a:solidFill>
                <a:srgbClr val="035B74"/>
              </a:solidFill>
              <a:latin typeface="Arial" pitchFamily="34" charset="0"/>
              <a:ea typeface="Arial" pitchFamily="34" charset="0"/>
            </a:endParaRPr>
          </a:p>
        </p:txBody>
      </p:sp>
      <p:pic>
        <p:nvPicPr>
          <p:cNvPr id="95239" name="Picture 2"/>
          <p:cNvPicPr>
            <a:picLocks noChangeAspect="1"/>
          </p:cNvPicPr>
          <p:nvPr/>
        </p:nvPicPr>
        <p:blipFill>
          <a:blip r:embed="rId4"/>
          <a:stretch>
            <a:fillRect/>
          </a:stretch>
        </p:blipFill>
        <p:spPr>
          <a:xfrm>
            <a:off x="4343400" y="4232275"/>
            <a:ext cx="4381500" cy="2092325"/>
          </a:xfrm>
          <a:prstGeom prst="rect">
            <a:avLst/>
          </a:prstGeom>
          <a:noFill/>
          <a:ln>
            <a:noFill/>
            <a:miter lim="800000"/>
          </a:ln>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6258" name="object 2"/>
          <p:cNvSpPr txBox="1">
            <a:spLocks noGrp="1"/>
          </p:cNvSpPr>
          <p:nvPr>
            <p:ph type="title"/>
          </p:nvPr>
        </p:nvSpPr>
        <p:spPr>
          <a:xfrm>
            <a:off x="523875" y="896938"/>
            <a:ext cx="2181225"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Contd..</a:t>
            </a:r>
          </a:p>
        </p:txBody>
      </p:sp>
      <p:sp>
        <p:nvSpPr>
          <p:cNvPr id="96259" name="object 3"/>
          <p:cNvSpPr/>
          <p:nvPr/>
        </p:nvSpPr>
        <p:spPr>
          <a:xfrm>
            <a:off x="523875" y="1884363"/>
            <a:ext cx="7834313" cy="1443037"/>
          </a:xfrm>
          <a:prstGeom prst="rect">
            <a:avLst/>
          </a:prstGeom>
          <a:noFill/>
          <a:ln>
            <a:noFill/>
            <a:miter lim="800000"/>
          </a:ln>
        </p:spPr>
        <p:txBody>
          <a:bodyPr lIns="0" tIns="9525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25400" lvl="0" indent="0" defTabSz="914400">
              <a:spcBef>
                <a:spcPts val="750"/>
              </a:spcBef>
              <a:buClrTx/>
              <a:buFontTx/>
            </a:pPr>
            <a:r>
              <a:rPr lang="en-US" altLang="en-US" sz="3600" baseline="7000">
                <a:solidFill>
                  <a:srgbClr val="0ACFD8"/>
                </a:solidFill>
                <a:latin typeface="Symbol" pitchFamily="18" charset="2"/>
              </a:rPr>
              <a:t></a:t>
            </a:r>
            <a:r>
              <a:rPr lang="en-US" altLang="en-US" sz="1600" b="1">
                <a:solidFill>
                  <a:srgbClr val="984807"/>
                </a:solidFill>
                <a:latin typeface="Tahoma" pitchFamily="34" charset="0"/>
                <a:ea typeface="Malgun Gothic" pitchFamily="34" charset="-127"/>
              </a:rPr>
              <a:t>Threshold</a:t>
            </a:r>
          </a:p>
          <a:p>
            <a:pPr marL="25400" lvl="0" indent="0" defTabSz="914400">
              <a:spcBef>
                <a:spcPts val="600"/>
              </a:spcBef>
              <a:buClrTx/>
              <a:buFontTx/>
            </a:pPr>
            <a:r>
              <a:rPr lang="en-US" altLang="en-US" sz="1600">
                <a:solidFill>
                  <a:srgbClr val="984807"/>
                </a:solidFill>
                <a:latin typeface="Tahoma" pitchFamily="34" charset="0"/>
                <a:ea typeface="Malgun Gothic" pitchFamily="34" charset="-127"/>
              </a:rPr>
              <a:t></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It is a set value based upon which the final output is  calculated.</a:t>
            </a:r>
          </a:p>
          <a:p>
            <a:pPr marL="25400" lvl="0" indent="0" defTabSz="914400">
              <a:spcBef>
                <a:spcPts val="600"/>
              </a:spcBef>
              <a:buClrTx/>
              <a:buFontTx/>
            </a:pPr>
            <a:r>
              <a:rPr lang="en-US" altLang="en-US" sz="1600">
                <a:solidFill>
                  <a:srgbClr val="984807"/>
                </a:solidFill>
                <a:latin typeface="Tahoma" pitchFamily="34" charset="0"/>
                <a:ea typeface="Malgun Gothic" pitchFamily="34" charset="-127"/>
              </a:rPr>
              <a:t></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Calculated net input and threshold is compared to get  the network output.</a:t>
            </a:r>
          </a:p>
          <a:p>
            <a:pPr marL="25400" lvl="0" indent="0" defTabSz="914400">
              <a:spcBef>
                <a:spcPts val="600"/>
              </a:spcBef>
              <a:buClrTx/>
              <a:buFontTx/>
            </a:pPr>
            <a:r>
              <a:rPr lang="en-US" altLang="en-US" sz="1600">
                <a:solidFill>
                  <a:srgbClr val="984807"/>
                </a:solidFill>
                <a:latin typeface="Tahoma" pitchFamily="34" charset="0"/>
                <a:ea typeface="Malgun Gothic" pitchFamily="34" charset="-127"/>
              </a:rPr>
              <a:t></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The activation function of threshold is defined as</a:t>
            </a:r>
          </a:p>
        </p:txBody>
      </p:sp>
      <p:sp>
        <p:nvSpPr>
          <p:cNvPr id="96260" name="object 4"/>
          <p:cNvSpPr txBox="1"/>
          <p:nvPr/>
        </p:nvSpPr>
        <p:spPr>
          <a:xfrm>
            <a:off x="1219200" y="4572000"/>
            <a:ext cx="4441825" cy="258763"/>
          </a:xfrm>
          <a:prstGeom prst="rect">
            <a:avLst/>
          </a:prstGeom>
        </p:spPr>
        <p:txBody>
          <a:bodyPr lIns="0" tIns="1270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38100" marR="0" lvl="0" indent="0">
              <a:spcBef>
                <a:spcPts val="100"/>
              </a:spcBef>
            </a:pPr>
            <a:r>
              <a:rPr lang="en-US" altLang="en-US" sz="2175" spc="1492" baseline="15000">
                <a:solidFill>
                  <a:srgbClr val="009CD8"/>
                </a:solidFill>
                <a:latin typeface="Symbol" pitchFamily="18" charset="2"/>
                <a:ea typeface="Symbol" pitchFamily="18" charset="2"/>
              </a:rPr>
              <a:t></a:t>
            </a:r>
            <a:r>
              <a:rPr lang="en-US" altLang="en-US" sz="2175" spc="900" baseline="15000">
                <a:solidFill>
                  <a:srgbClr val="009CD8"/>
                </a:solidFill>
                <a:latin typeface="Times New Roman" pitchFamily="18" charset="0"/>
                <a:ea typeface="Times New Roman" pitchFamily="18" charset="0"/>
              </a:rPr>
              <a:t> </a:t>
            </a:r>
            <a:r>
              <a:rPr lang="en-US" altLang="en-US" sz="1600" spc="0">
                <a:solidFill>
                  <a:srgbClr val="984807"/>
                </a:solidFill>
                <a:latin typeface="Tahoma" pitchFamily="34" charset="0"/>
                <a:ea typeface="Malgun Gothic" pitchFamily="34" charset="-127"/>
              </a:rPr>
              <a:t>where θ is the fixed threshold value</a:t>
            </a:r>
            <a:endParaRPr lang="en-US" altLang="en-US" sz="1600">
              <a:solidFill>
                <a:srgbClr val="984807"/>
              </a:solidFill>
              <a:latin typeface="Tahoma" pitchFamily="34" charset="0"/>
              <a:ea typeface="Malgun Gothic" pitchFamily="34" charset="-127"/>
            </a:endParaRPr>
          </a:p>
        </p:txBody>
      </p:sp>
      <p:sp>
        <p:nvSpPr>
          <p:cNvPr id="96261" name="object 5"/>
          <p:cNvSpPr/>
          <p:nvPr/>
        </p:nvSpPr>
        <p:spPr>
          <a:xfrm>
            <a:off x="3048000" y="3657600"/>
            <a:ext cx="2438400" cy="762000"/>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96262" name="object 6"/>
          <p:cNvSpPr>
            <a:spLocks noGrp="1"/>
          </p:cNvSpPr>
          <p:nvPr>
            <p:ph type="sldNum" idx="11"/>
          </p:nvPr>
        </p:nvSpPr>
        <p:spPr>
          <a:xfrm>
            <a:off x="8478838" y="6540500"/>
            <a:ext cx="246062" cy="196850"/>
          </a:xfrm>
          <a:prstGeom prst="rect">
            <a:avLst/>
          </a:prstGeom>
          <a:noFill/>
          <a:ln>
            <a:noFill/>
            <a:miter lim="800000"/>
          </a:ln>
        </p:spPr>
        <p:txBody>
          <a:bodyPr lIns="0" tIns="0" rIns="0" bIns="0">
            <a:sp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38100" lvl="0" indent="0" defTabSz="914400" eaLnBrk="1" hangingPunct="1">
              <a:lnSpc>
                <a:spcPts val="1425"/>
              </a:lnSpc>
              <a:spcBef>
                <a:spcPct val="0"/>
              </a:spcBef>
              <a:buClrTx/>
              <a:buFontTx/>
            </a:pPr>
            <a:fld id="{97FFAF67-5F8E-4995-8C42-45E9749E6182}" type="slidenum">
              <a:rPr lang="en-IN" altLang="en-US" sz="1200">
                <a:solidFill>
                  <a:srgbClr val="035B74"/>
                </a:solidFill>
                <a:latin typeface="Arial" pitchFamily="34" charset="0"/>
                <a:ea typeface="Arial" pitchFamily="34" charset="0"/>
              </a:rPr>
              <a:t>48</a:t>
            </a:fld>
            <a:endParaRPr lang="en-US" altLang="en-US" sz="1200">
              <a:solidFill>
                <a:srgbClr val="035B74"/>
              </a:solidFill>
              <a:latin typeface="Arial" pitchFamily="34" charset="0"/>
              <a:ea typeface="Arial" pitchFamily="34" charset="0"/>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2" name="object 17"/>
          <p:cNvSpPr txBox="1">
            <a:spLocks noGrp="1"/>
          </p:cNvSpPr>
          <p:nvPr>
            <p:ph type="title"/>
          </p:nvPr>
        </p:nvSpPr>
        <p:spPr>
          <a:xfrm>
            <a:off x="523875" y="858838"/>
            <a:ext cx="2181225"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Contd..</a:t>
            </a:r>
          </a:p>
        </p:txBody>
      </p:sp>
      <p:sp>
        <p:nvSpPr>
          <p:cNvPr id="97283" name="object 19"/>
          <p:cNvSpPr>
            <a:spLocks noGrp="1"/>
          </p:cNvSpPr>
          <p:nvPr>
            <p:ph type="sldNum" idx="11"/>
          </p:nvPr>
        </p:nvSpPr>
        <p:spPr>
          <a:xfrm>
            <a:off x="8478838" y="6540500"/>
            <a:ext cx="246062" cy="196850"/>
          </a:xfrm>
          <a:prstGeom prst="rect">
            <a:avLst/>
          </a:prstGeom>
          <a:noFill/>
          <a:ln>
            <a:noFill/>
            <a:miter lim="800000"/>
          </a:ln>
        </p:spPr>
        <p:txBody>
          <a:bodyPr lIns="0" tIns="0" rIns="0" bIns="0">
            <a:sp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38100" lvl="0" indent="0" defTabSz="914400" eaLnBrk="1" hangingPunct="1">
              <a:lnSpc>
                <a:spcPts val="1425"/>
              </a:lnSpc>
              <a:spcBef>
                <a:spcPct val="0"/>
              </a:spcBef>
              <a:buClrTx/>
              <a:buFontTx/>
            </a:pPr>
            <a:fld id="{D5F0B09D-B17C-4D00-90A2-0402922110B7}" type="slidenum">
              <a:rPr lang="en-IN" altLang="en-US" sz="1200">
                <a:solidFill>
                  <a:srgbClr val="035B74"/>
                </a:solidFill>
                <a:latin typeface="Arial" pitchFamily="34" charset="0"/>
                <a:ea typeface="Arial" pitchFamily="34" charset="0"/>
              </a:rPr>
              <a:t>49</a:t>
            </a:fld>
            <a:endParaRPr lang="en-US" altLang="en-US" sz="1200">
              <a:solidFill>
                <a:srgbClr val="035B74"/>
              </a:solidFill>
              <a:latin typeface="Arial" pitchFamily="34" charset="0"/>
              <a:ea typeface="Arial" pitchFamily="34" charset="0"/>
            </a:endParaRPr>
          </a:p>
        </p:txBody>
      </p:sp>
      <p:sp>
        <p:nvSpPr>
          <p:cNvPr id="97284" name="object 18"/>
          <p:cNvSpPr/>
          <p:nvPr/>
        </p:nvSpPr>
        <p:spPr>
          <a:xfrm>
            <a:off x="628650" y="1676400"/>
            <a:ext cx="8096250" cy="4129088"/>
          </a:xfrm>
          <a:prstGeom prst="rect">
            <a:avLst/>
          </a:prstGeom>
          <a:noFill/>
          <a:ln>
            <a:noFill/>
            <a:miter lim="800000"/>
          </a:ln>
        </p:spPr>
        <p:txBody>
          <a:bodyPr lIns="0" tIns="127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298450" lvl="0" indent="-273050" defTabSz="914400">
              <a:spcBef>
                <a:spcPts val="100"/>
              </a:spcBef>
              <a:buClr>
                <a:srgbClr val="0ACFD8"/>
              </a:buClr>
              <a:buSzPct val="95000"/>
              <a:buFont typeface="Symbol" pitchFamily="18" charset="2"/>
              <a:buChar char=""/>
              <a:tabLst>
                <a:tab pos="298450" algn="l"/>
              </a:tabLst>
            </a:pPr>
            <a:r>
              <a:rPr lang="en-US" altLang="en-US" sz="1600" b="1">
                <a:solidFill>
                  <a:srgbClr val="984807"/>
                </a:solidFill>
                <a:latin typeface="Tahoma" pitchFamily="34" charset="0"/>
                <a:ea typeface="Malgun Gothic" pitchFamily="34" charset="-127"/>
              </a:rPr>
              <a:t>Learning rate</a:t>
            </a:r>
          </a:p>
          <a:p>
            <a:pPr marL="665162" lvl="1" indent="-246062" defTabSz="914400">
              <a:spcBef>
                <a:spcPts val="25"/>
              </a:spcBef>
              <a:buClr>
                <a:srgbClr val="0E6EC5"/>
              </a:buClr>
              <a:buSzPct val="84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Denoted by α.</a:t>
            </a:r>
          </a:p>
          <a:p>
            <a:pPr marL="665162" lvl="1" indent="-246062" defTabSz="914400">
              <a:spcBef>
                <a:spcPts val="12"/>
              </a:spcBef>
              <a:buClr>
                <a:srgbClr val="0E6EC5"/>
              </a:buClr>
              <a:buSzPct val="84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Control the amount of weight adjustment at each step of training.</a:t>
            </a:r>
          </a:p>
          <a:p>
            <a:pPr marL="665162" lvl="1" indent="-246062" defTabSz="914400">
              <a:spcBef>
                <a:spcPts val="25"/>
              </a:spcBef>
              <a:buClr>
                <a:srgbClr val="0E6EC5"/>
              </a:buClr>
              <a:buSzPct val="84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The learning rate range from 0 to 1.</a:t>
            </a:r>
          </a:p>
          <a:p>
            <a:pPr marL="665162" lvl="1" indent="-246062" defTabSz="914400">
              <a:spcBef>
                <a:spcPts val="25"/>
              </a:spcBef>
              <a:buClr>
                <a:srgbClr val="0E6EC5"/>
              </a:buClr>
              <a:buSzPct val="84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Determine the rate of learning at each step</a:t>
            </a:r>
            <a:endParaRPr lang="en-IN" altLang="en-US" sz="1600">
              <a:solidFill>
                <a:srgbClr val="984807"/>
              </a:solidFill>
              <a:latin typeface="Tahoma" pitchFamily="34" charset="0"/>
              <a:ea typeface="Malgun Gothic" pitchFamily="34" charset="-127"/>
            </a:endParaRPr>
          </a:p>
          <a:p>
            <a:pPr marL="665162" lvl="1" indent="-246062" defTabSz="914400">
              <a:spcBef>
                <a:spcPts val="25"/>
              </a:spcBef>
              <a:buClr>
                <a:srgbClr val="0E6EC5"/>
              </a:buClr>
              <a:buSzPct val="84000"/>
              <a:buFont typeface="Symbol" pitchFamily="18" charset="2"/>
              <a:buChar char=""/>
              <a:tabLst>
                <a:tab pos="298450" algn="l"/>
              </a:tabLst>
            </a:pPr>
            <a:endParaRPr lang="en-US" altLang="en-US" sz="1600" b="1">
              <a:solidFill>
                <a:srgbClr val="984807"/>
              </a:solidFill>
              <a:latin typeface="Tahoma" pitchFamily="34" charset="0"/>
              <a:ea typeface="Malgun Gothic" pitchFamily="34" charset="-127"/>
            </a:endParaRPr>
          </a:p>
          <a:p>
            <a:pPr marL="298450" lvl="0" indent="-273050" defTabSz="914400">
              <a:spcBef>
                <a:spcPts val="12"/>
              </a:spcBef>
              <a:buClr>
                <a:srgbClr val="0ACFD8"/>
              </a:buClr>
              <a:buSzPct val="95000"/>
              <a:buFont typeface="Symbol" pitchFamily="18" charset="2"/>
              <a:buChar char=""/>
              <a:tabLst>
                <a:tab pos="298450" algn="l"/>
              </a:tabLst>
            </a:pPr>
            <a:r>
              <a:rPr lang="en-US" altLang="en-US" sz="1600" b="1">
                <a:solidFill>
                  <a:srgbClr val="984807"/>
                </a:solidFill>
                <a:latin typeface="Tahoma" pitchFamily="34" charset="0"/>
                <a:ea typeface="Malgun Gothic" pitchFamily="34" charset="-127"/>
              </a:rPr>
              <a:t>Momentum Factor</a:t>
            </a:r>
          </a:p>
          <a:p>
            <a:pPr marL="665162" lvl="1" indent="-246062" defTabSz="914400">
              <a:lnSpc>
                <a:spcPct val="80000"/>
              </a:lnSpc>
              <a:spcBef>
                <a:spcPts val="475"/>
              </a:spcBef>
              <a:buClr>
                <a:srgbClr val="0E6EC5"/>
              </a:buClr>
              <a:buSzPct val="84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Convergence is made faster if a momentum factor is added to the weight  updation process.</a:t>
            </a:r>
          </a:p>
          <a:p>
            <a:pPr marL="665162" lvl="1" indent="-246062" defTabSz="914400">
              <a:spcBef>
                <a:spcPts val="25"/>
              </a:spcBef>
              <a:buClr>
                <a:srgbClr val="0E6EC5"/>
              </a:buClr>
              <a:buSzPct val="84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Done in back propagation network.</a:t>
            </a:r>
            <a:endParaRPr lang="en-IN" altLang="en-US" sz="1600">
              <a:solidFill>
                <a:srgbClr val="984807"/>
              </a:solidFill>
              <a:latin typeface="Tahoma" pitchFamily="34" charset="0"/>
              <a:ea typeface="Malgun Gothic" pitchFamily="34" charset="-127"/>
            </a:endParaRPr>
          </a:p>
          <a:p>
            <a:pPr marL="665162" lvl="1" indent="-246062" defTabSz="914400">
              <a:spcBef>
                <a:spcPts val="25"/>
              </a:spcBef>
              <a:buClr>
                <a:srgbClr val="0E6EC5"/>
              </a:buClr>
              <a:buSzPct val="84000"/>
              <a:buFont typeface="Symbol" pitchFamily="18" charset="2"/>
              <a:buChar char=""/>
              <a:tabLst>
                <a:tab pos="298450" algn="l"/>
              </a:tabLst>
            </a:pPr>
            <a:endParaRPr lang="en-US" altLang="en-US" sz="1600">
              <a:solidFill>
                <a:srgbClr val="984807"/>
              </a:solidFill>
              <a:latin typeface="Tahoma" pitchFamily="34" charset="0"/>
              <a:ea typeface="Malgun Gothic" pitchFamily="34" charset="-127"/>
            </a:endParaRPr>
          </a:p>
          <a:p>
            <a:pPr marL="298450" lvl="0" indent="-273050" defTabSz="914400">
              <a:spcBef>
                <a:spcPts val="25"/>
              </a:spcBef>
              <a:buClr>
                <a:srgbClr val="0ACFD8"/>
              </a:buClr>
              <a:buSzPct val="95000"/>
              <a:buFont typeface="Symbol" pitchFamily="18" charset="2"/>
              <a:buChar char=""/>
              <a:tabLst>
                <a:tab pos="298450" algn="l"/>
              </a:tabLst>
            </a:pPr>
            <a:r>
              <a:rPr lang="en-US" altLang="en-US" sz="1600" b="1">
                <a:solidFill>
                  <a:srgbClr val="984807"/>
                </a:solidFill>
                <a:latin typeface="Tahoma" pitchFamily="34" charset="0"/>
                <a:ea typeface="Malgun Gothic" pitchFamily="34" charset="-127"/>
              </a:rPr>
              <a:t>Vigilance parameter</a:t>
            </a:r>
          </a:p>
          <a:p>
            <a:pPr marL="665162" lvl="1" indent="-246062" defTabSz="914400">
              <a:spcBef>
                <a:spcPts val="12"/>
              </a:spcBef>
              <a:buClr>
                <a:srgbClr val="0E6EC5"/>
              </a:buClr>
              <a:buSzPct val="84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Denoted by ρ.</a:t>
            </a:r>
          </a:p>
          <a:p>
            <a:pPr marL="665162" lvl="1" indent="-246062" defTabSz="914400">
              <a:spcBef>
                <a:spcPts val="25"/>
              </a:spcBef>
              <a:buClr>
                <a:srgbClr val="0E6EC5"/>
              </a:buClr>
              <a:buSzPct val="84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Used in Adaptive Resonance Theory (ART) network.</a:t>
            </a:r>
          </a:p>
          <a:p>
            <a:pPr marL="665162" lvl="1" indent="-246062" defTabSz="914400">
              <a:spcBef>
                <a:spcPts val="25"/>
              </a:spcBef>
              <a:buClr>
                <a:srgbClr val="0E6EC5"/>
              </a:buClr>
              <a:buSzPct val="84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Used to control the degree of similarity.</a:t>
            </a:r>
          </a:p>
          <a:p>
            <a:pPr marL="665162" lvl="1" indent="-246062" defTabSz="914400">
              <a:lnSpc>
                <a:spcPct val="80000"/>
              </a:lnSpc>
              <a:spcBef>
                <a:spcPts val="475"/>
              </a:spcBef>
              <a:buClr>
                <a:srgbClr val="0E6EC5"/>
              </a:buClr>
              <a:buSzPct val="84000"/>
              <a:buFont typeface="Symbol" pitchFamily="18" charset="2"/>
              <a:buChar char=""/>
              <a:tabLst>
                <a:tab pos="298450" algn="l"/>
              </a:tabLst>
            </a:pPr>
            <a:r>
              <a:rPr lang="en-US" altLang="en-US" sz="1600">
                <a:solidFill>
                  <a:srgbClr val="984807"/>
                </a:solidFill>
                <a:latin typeface="Tahoma" pitchFamily="34" charset="0"/>
                <a:ea typeface="Malgun Gothic" pitchFamily="34" charset="-127"/>
              </a:rPr>
              <a:t>Ranges from 0.7 to 1 to perform useful work in controlling the number of  clusters.</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
          <p:cNvSpPr/>
          <p:nvPr/>
        </p:nvSpPr>
        <p:spPr>
          <a:xfrm>
            <a:off x="457200" y="457200"/>
            <a:ext cx="16002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IN" altLang="en-US" sz="2600" b="1">
                <a:solidFill>
                  <a:srgbClr val="FF0000"/>
                </a:solidFill>
                <a:latin typeface="Tahoma" pitchFamily="34" charset="0"/>
                <a:ea typeface="Tahoma" pitchFamily="34" charset="0"/>
              </a:rPr>
              <a:t>Contd..</a:t>
            </a:r>
            <a:endParaRPr lang="en-US" altLang="en-US" sz="2600" b="1">
              <a:solidFill>
                <a:srgbClr val="FF0000"/>
              </a:solidFill>
              <a:latin typeface="Tahoma" pitchFamily="34" charset="0"/>
              <a:ea typeface="Tahoma" pitchFamily="34" charset="0"/>
            </a:endParaRPr>
          </a:p>
        </p:txBody>
      </p:sp>
      <p:sp>
        <p:nvSpPr>
          <p:cNvPr id="98307" name="Text Box 2"/>
          <p:cNvSpPr txBox="1">
            <a:spLocks noChangeArrowheads="1"/>
          </p:cNvSpPr>
          <p:nvPr/>
        </p:nvSpPr>
        <p:spPr bwMode="auto">
          <a:xfrm>
            <a:off x="457200" y="1143000"/>
            <a:ext cx="8229600" cy="1077913"/>
          </a:xfrm>
          <a:prstGeom prst="rect">
            <a:avLst/>
          </a:prstGeom>
          <a:noFill/>
          <a:ln>
            <a:noFill/>
          </a:ln>
          <a:effectLst/>
        </p:spPr>
        <p:txBody>
          <a:bodyPr lIns="90000" tIns="46800" rIns="90000" bIns="46800">
            <a:spAutoFit/>
          </a:bodyPr>
          <a:lstStyle>
            <a:defPPr>
              <a:defRPr lang="en-US"/>
            </a:defPPr>
            <a:lvl1pPr marL="457200" indent="-45720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1pPr>
            <a:lvl2pPr marL="914400" indent="-45720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2pPr>
            <a:lvl3pPr marL="9144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3pPr>
            <a:lvl4pPr marL="13716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4pPr>
            <a:lvl5pPr marL="18288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l"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Notations</a:t>
            </a:r>
          </a:p>
          <a:p>
            <a:pPr marL="0" marR="0" lvl="0" indent="0" algn="l" defTabSz="449263" rtl="0" eaLnBrk="1" fontAlgn="base" latinLnBrk="0" hangingPunct="1">
              <a:lnSpc>
                <a:spcPct val="110000"/>
              </a:lnSpc>
              <a:spcBef>
                <a:spcPct val="0"/>
              </a:spcBef>
              <a:spcAft>
                <a:spcPct val="0"/>
              </a:spcAft>
              <a:buClr>
                <a:srgbClr val="984807"/>
              </a:buClr>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914400" marR="0" lvl="1" indent="-455613" algn="l"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p:txBody>
      </p:sp>
      <p:pic>
        <p:nvPicPr>
          <p:cNvPr id="98308" name="Picture 2"/>
          <p:cNvPicPr>
            <a:picLocks noChangeAspect="1"/>
          </p:cNvPicPr>
          <p:nvPr/>
        </p:nvPicPr>
        <p:blipFill>
          <a:blip r:embed="rId3"/>
          <a:stretch>
            <a:fillRect/>
          </a:stretch>
        </p:blipFill>
        <p:spPr>
          <a:xfrm>
            <a:off x="457200" y="1600200"/>
            <a:ext cx="7467600" cy="4710113"/>
          </a:xfrm>
          <a:prstGeom prst="rect">
            <a:avLst/>
          </a:prstGeom>
          <a:noFill/>
          <a:ln>
            <a:noFill/>
            <a:miter lim="800000"/>
          </a:ln>
        </p:spPr>
      </p:pic>
      <p:sp>
        <p:nvSpPr>
          <p:cNvPr id="98309"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2C87F08E-4F4C-4B06-AD8B-5FCB5DD88242}" type="slidenum">
              <a:rPr lang="en-US" altLang="en-US" sz="1200">
                <a:solidFill>
                  <a:srgbClr val="898989"/>
                </a:solidFill>
                <a:latin typeface="Arial" pitchFamily="34" charset="0"/>
                <a:ea typeface="DejaVu Sans"/>
              </a:rPr>
              <a:t>50</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0354" name="Rectangle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Constructing ANN</a:t>
            </a:r>
          </a:p>
        </p:txBody>
      </p:sp>
      <p:sp>
        <p:nvSpPr>
          <p:cNvPr id="100355" name="Text Box 2"/>
          <p:cNvSpPr txBox="1">
            <a:spLocks noChangeArrowheads="1"/>
          </p:cNvSpPr>
          <p:nvPr/>
        </p:nvSpPr>
        <p:spPr bwMode="auto">
          <a:xfrm>
            <a:off x="457200" y="1143000"/>
            <a:ext cx="8229600" cy="4451350"/>
          </a:xfrm>
          <a:prstGeom prst="rect">
            <a:avLst/>
          </a:prstGeom>
          <a:noFill/>
          <a:ln>
            <a:noFill/>
          </a:ln>
          <a:effectLst/>
        </p:spPr>
        <p:txBody>
          <a:bodyPr lIns="90000" tIns="46800" rIns="90000" bIns="46800">
            <a:spAutoFit/>
          </a:bodyPr>
          <a:lstStyle>
            <a:defPPr>
              <a:defRPr lang="en-US"/>
            </a:defPPr>
            <a:lvl1pPr marL="457200" indent="-45720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1pPr>
            <a:lvl2pPr marL="914400" indent="-45720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2pPr>
            <a:lvl3pPr marL="9144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3pPr>
            <a:lvl4pPr marL="13716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4pPr>
            <a:lvl5pPr marL="18288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l"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Determine the network properties:</a:t>
            </a:r>
          </a:p>
          <a:p>
            <a:pPr marL="914400" marR="0" lvl="1" indent="-457200" algn="l" defTabSz="449263" rtl="0" eaLnBrk="1" fontAlgn="base" latinLnBrk="0" hangingPunct="1">
              <a:lnSpc>
                <a:spcPct val="110000"/>
              </a:lnSpc>
              <a:spcBef>
                <a:spcPct val="0"/>
              </a:spcBef>
              <a:spcAft>
                <a:spcPct val="0"/>
              </a:spcAft>
              <a:buClr>
                <a:srgbClr val="984807"/>
              </a:buClr>
              <a:buSzTx/>
              <a:buFont typeface="Tahoma"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Network topology</a:t>
            </a:r>
          </a:p>
          <a:p>
            <a:pPr marL="914400" marR="0" lvl="1" indent="-457200" algn="l" defTabSz="449263" rtl="0" eaLnBrk="1" fontAlgn="base" latinLnBrk="0" hangingPunct="1">
              <a:lnSpc>
                <a:spcPct val="110000"/>
              </a:lnSpc>
              <a:spcBef>
                <a:spcPct val="0"/>
              </a:spcBef>
              <a:spcAft>
                <a:spcPct val="0"/>
              </a:spcAft>
              <a:buClr>
                <a:srgbClr val="984807"/>
              </a:buClr>
              <a:buSzTx/>
              <a:buFont typeface="Tahoma"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Types of connectivity</a:t>
            </a:r>
          </a:p>
          <a:p>
            <a:pPr marL="914400" marR="0" lvl="1" indent="-457200" algn="l" defTabSz="449263" rtl="0" eaLnBrk="1" fontAlgn="base" latinLnBrk="0" hangingPunct="1">
              <a:lnSpc>
                <a:spcPct val="110000"/>
              </a:lnSpc>
              <a:spcBef>
                <a:spcPct val="0"/>
              </a:spcBef>
              <a:spcAft>
                <a:spcPct val="0"/>
              </a:spcAft>
              <a:buClr>
                <a:srgbClr val="984807"/>
              </a:buClr>
              <a:buSzTx/>
              <a:buFont typeface="Tahoma"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Order of connections</a:t>
            </a:r>
          </a:p>
          <a:p>
            <a:pPr marL="914400" marR="0" lvl="1" indent="-457200" algn="l" defTabSz="449263" rtl="0" eaLnBrk="1" fontAlgn="base" latinLnBrk="0" hangingPunct="1">
              <a:lnSpc>
                <a:spcPct val="110000"/>
              </a:lnSpc>
              <a:spcBef>
                <a:spcPct val="0"/>
              </a:spcBef>
              <a:spcAft>
                <a:spcPct val="0"/>
              </a:spcAft>
              <a:buClr>
                <a:srgbClr val="984807"/>
              </a:buClr>
              <a:buSzTx/>
              <a:buFont typeface="Tahoma"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Weight range</a:t>
            </a:r>
          </a:p>
          <a:p>
            <a:pPr marL="914400" marR="0" lvl="1" indent="-455613" algn="l"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457200" marR="0" lvl="0" indent="-457200" algn="l"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Determine the node properties:</a:t>
            </a:r>
          </a:p>
          <a:p>
            <a:pPr marL="914400" marR="0" lvl="1" indent="-457200" algn="l" defTabSz="449263" rtl="0" eaLnBrk="1" fontAlgn="base" latinLnBrk="0" hangingPunct="1">
              <a:lnSpc>
                <a:spcPct val="110000"/>
              </a:lnSpc>
              <a:spcBef>
                <a:spcPct val="0"/>
              </a:spcBef>
              <a:spcAft>
                <a:spcPct val="0"/>
              </a:spcAft>
              <a:buClr>
                <a:srgbClr val="984807"/>
              </a:buClr>
              <a:buSzTx/>
              <a:buFont typeface="Tahoma"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Activation range</a:t>
            </a:r>
          </a:p>
          <a:p>
            <a:pPr marL="457200" marR="0" lvl="0" indent="-455613" algn="l"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457200" marR="0" lvl="0" indent="-457200" algn="l"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Determine the system dynamics</a:t>
            </a:r>
          </a:p>
          <a:p>
            <a:pPr marL="914400" marR="0" lvl="1" indent="-457200" algn="l" defTabSz="449263" rtl="0" eaLnBrk="1" fontAlgn="base" latinLnBrk="0" hangingPunct="1">
              <a:lnSpc>
                <a:spcPct val="110000"/>
              </a:lnSpc>
              <a:spcBef>
                <a:spcPct val="0"/>
              </a:spcBef>
              <a:spcAft>
                <a:spcPct val="0"/>
              </a:spcAft>
              <a:buClr>
                <a:srgbClr val="984807"/>
              </a:buClr>
              <a:buSzTx/>
              <a:buFont typeface="Tahoma"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Weight initialization scheme</a:t>
            </a:r>
          </a:p>
          <a:p>
            <a:pPr marL="914400" marR="0" lvl="1" indent="-457200" algn="l" defTabSz="449263" rtl="0" eaLnBrk="1" fontAlgn="base" latinLnBrk="0" hangingPunct="1">
              <a:lnSpc>
                <a:spcPct val="110000"/>
              </a:lnSpc>
              <a:spcBef>
                <a:spcPct val="0"/>
              </a:spcBef>
              <a:spcAft>
                <a:spcPct val="0"/>
              </a:spcAft>
              <a:buClr>
                <a:srgbClr val="984807"/>
              </a:buClr>
              <a:buSzTx/>
              <a:buFont typeface="Tahoma"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Activation – calculating formula</a:t>
            </a:r>
          </a:p>
          <a:p>
            <a:pPr marL="914400" marR="0" lvl="1" indent="-457200" algn="l" defTabSz="449263" rtl="0" eaLnBrk="1" fontAlgn="base" latinLnBrk="0" hangingPunct="1">
              <a:lnSpc>
                <a:spcPct val="110000"/>
              </a:lnSpc>
              <a:spcBef>
                <a:spcPct val="0"/>
              </a:spcBef>
              <a:spcAft>
                <a:spcPct val="0"/>
              </a:spcAft>
              <a:buClr>
                <a:srgbClr val="984807"/>
              </a:buClr>
              <a:buSzTx/>
              <a:buFont typeface="Tahoma"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Learning rule</a:t>
            </a:r>
          </a:p>
        </p:txBody>
      </p:sp>
      <p:sp>
        <p:nvSpPr>
          <p:cNvPr id="100356"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D98AEB73-9488-4D48-A2A1-8681DDE98679}" type="slidenum">
              <a:rPr lang="en-US" altLang="en-US" sz="1200">
                <a:solidFill>
                  <a:srgbClr val="898989"/>
                </a:solidFill>
                <a:latin typeface="Arial" pitchFamily="34" charset="0"/>
                <a:ea typeface="DejaVu Sans"/>
              </a:rPr>
              <a:t>51</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02" name="Rectangle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Problem Solving</a:t>
            </a:r>
          </a:p>
        </p:txBody>
      </p:sp>
      <p:sp>
        <p:nvSpPr>
          <p:cNvPr id="102403" name="Rectangle 2"/>
          <p:cNvSpPr>
            <a:spLocks noChangeArrowheads="1"/>
          </p:cNvSpPr>
          <p:nvPr/>
        </p:nvSpPr>
        <p:spPr bwMode="auto">
          <a:xfrm>
            <a:off x="457200" y="1143000"/>
            <a:ext cx="8229600" cy="5105400"/>
          </a:xfrm>
          <a:prstGeom prst="rect">
            <a:avLst/>
          </a:prstGeom>
          <a:noFill/>
          <a:ln>
            <a:noFill/>
          </a:ln>
          <a:effectLst/>
        </p:spPr>
        <p:txBody>
          <a:bodyPr lIns="90000" tIns="46800" rIns="90000" bIns="46800"/>
          <a:lstStyle>
            <a:defPPr>
              <a:defRPr lang="en-US"/>
            </a:defPPr>
            <a:lvl1pPr marL="457200" indent="-45720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1pPr>
            <a:lvl2pPr marL="4572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2pPr>
            <a:lvl3pPr marL="9144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3pPr>
            <a:lvl4pPr marL="13716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4pPr>
            <a:lvl5pPr marL="18288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EEECE1"/>
              </a:buClr>
              <a:buSzPct val="65000"/>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Select a suitable NN model based on the nature of the problem.</a:t>
            </a:r>
          </a:p>
          <a:p>
            <a:pPr marL="457200" marR="0" lvl="0" indent="-455613" algn="just" defTabSz="449263" rtl="0" eaLnBrk="1" fontAlgn="base" latinLnBrk="0" hangingPunct="1">
              <a:lnSpc>
                <a:spcPct val="110000"/>
              </a:lnSpc>
              <a:spcBef>
                <a:spcPct val="0"/>
              </a:spcBef>
              <a:spcAft>
                <a:spcPct val="0"/>
              </a:spcAft>
              <a:buClrTx/>
              <a:buSzPct val="65000"/>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457200" marR="0" lvl="0" indent="-457200" algn="just" defTabSz="449263" rtl="0" eaLnBrk="1" fontAlgn="base" latinLnBrk="0" hangingPunct="1">
              <a:lnSpc>
                <a:spcPct val="110000"/>
              </a:lnSpc>
              <a:spcBef>
                <a:spcPct val="0"/>
              </a:spcBef>
              <a:spcAft>
                <a:spcPct val="0"/>
              </a:spcAft>
              <a:buClr>
                <a:srgbClr val="EEECE1"/>
              </a:buClr>
              <a:buSzPct val="65000"/>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Construct a NN according to the characteristics of the application domain.</a:t>
            </a:r>
          </a:p>
          <a:p>
            <a:pPr marL="457200" marR="0" lvl="0" indent="-455613" algn="just" defTabSz="449263" rtl="0" eaLnBrk="1" fontAlgn="base" latinLnBrk="0" hangingPunct="1">
              <a:lnSpc>
                <a:spcPct val="110000"/>
              </a:lnSpc>
              <a:spcBef>
                <a:spcPct val="0"/>
              </a:spcBef>
              <a:spcAft>
                <a:spcPct val="0"/>
              </a:spcAft>
              <a:buClrTx/>
              <a:buSzPct val="65000"/>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457200" marR="0" lvl="0" indent="-457200" algn="just" defTabSz="449263" rtl="0" eaLnBrk="1" fontAlgn="base" latinLnBrk="0" hangingPunct="1">
              <a:lnSpc>
                <a:spcPct val="110000"/>
              </a:lnSpc>
              <a:spcBef>
                <a:spcPct val="0"/>
              </a:spcBef>
              <a:spcAft>
                <a:spcPct val="0"/>
              </a:spcAft>
              <a:buClr>
                <a:srgbClr val="EEECE1"/>
              </a:buClr>
              <a:buSzPct val="65000"/>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Train the neural network with the learning procedure of the selected model.</a:t>
            </a:r>
          </a:p>
          <a:p>
            <a:pPr marL="457200" marR="0" lvl="0" indent="-455613" algn="just" defTabSz="449263" rtl="0" eaLnBrk="1" fontAlgn="base" latinLnBrk="0" hangingPunct="1">
              <a:lnSpc>
                <a:spcPct val="110000"/>
              </a:lnSpc>
              <a:spcBef>
                <a:spcPct val="0"/>
              </a:spcBef>
              <a:spcAft>
                <a:spcPct val="0"/>
              </a:spcAft>
              <a:buClrTx/>
              <a:buSzPct val="65000"/>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457200" marR="0" lvl="0" indent="-457200" algn="just" defTabSz="449263" rtl="0" eaLnBrk="1" fontAlgn="base" latinLnBrk="0" hangingPunct="1">
              <a:lnSpc>
                <a:spcPct val="110000"/>
              </a:lnSpc>
              <a:spcBef>
                <a:spcPct val="0"/>
              </a:spcBef>
              <a:spcAft>
                <a:spcPct val="0"/>
              </a:spcAft>
              <a:buClr>
                <a:srgbClr val="EEECE1"/>
              </a:buClr>
              <a:buSzPct val="65000"/>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Use the trained network for making inference or solving problems.</a:t>
            </a:r>
          </a:p>
        </p:txBody>
      </p:sp>
      <p:sp>
        <p:nvSpPr>
          <p:cNvPr id="102404"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9A18FCEB-D00D-4F25-A133-2D1316E307F5}" type="slidenum">
              <a:rPr lang="en-US" altLang="en-US" sz="1200">
                <a:solidFill>
                  <a:srgbClr val="898989"/>
                </a:solidFill>
                <a:latin typeface="Arial" pitchFamily="34" charset="0"/>
                <a:ea typeface="DejaVu Sans"/>
              </a:rPr>
              <a:t>52</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450" name="Rectangle 1"/>
          <p:cNvSpPr/>
          <p:nvPr/>
        </p:nvSpPr>
        <p:spPr>
          <a:xfrm>
            <a:off x="457200" y="457200"/>
            <a:ext cx="80772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Neural Networks</a:t>
            </a:r>
          </a:p>
        </p:txBody>
      </p:sp>
      <p:sp>
        <p:nvSpPr>
          <p:cNvPr id="104451" name="Rectangle 2"/>
          <p:cNvSpPr>
            <a:spLocks noChangeArrowheads="1"/>
          </p:cNvSpPr>
          <p:nvPr/>
        </p:nvSpPr>
        <p:spPr bwMode="auto">
          <a:xfrm>
            <a:off x="457200" y="1143000"/>
            <a:ext cx="8229600" cy="4495800"/>
          </a:xfrm>
          <a:prstGeom prst="rect">
            <a:avLst/>
          </a:prstGeom>
          <a:noFill/>
          <a:ln>
            <a:noFill/>
          </a:ln>
          <a:effectLst/>
        </p:spPr>
        <p:txBody>
          <a:bodyPr lIns="90000" tIns="46800" rIns="90000" bIns="46800"/>
          <a:lstStyle>
            <a:defPPr>
              <a:defRPr lang="en-US"/>
            </a:defPPr>
            <a:lvl1pPr marL="457200" indent="-45720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1pPr>
            <a:lvl2pPr marL="4572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2pPr>
            <a:lvl3pPr marL="9144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3pPr>
            <a:lvl4pPr marL="13716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4pPr>
            <a:lvl5pPr marL="1828800" indent="0" algn="l" defTabSz="914400"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EEECE1"/>
              </a:buClr>
              <a:buSzPct val="65000"/>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Neural Network </a:t>
            </a: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learns by adjusting the weights so as to be able to correctly classify the training data and hence, after testing phase, to classify unknown data.</a:t>
            </a:r>
          </a:p>
          <a:p>
            <a:pPr marL="457200" marR="0" lvl="0" indent="-455613" algn="just" defTabSz="449263" rtl="0" eaLnBrk="1" fontAlgn="base" latinLnBrk="0" hangingPunct="1">
              <a:lnSpc>
                <a:spcPct val="110000"/>
              </a:lnSpc>
              <a:spcBef>
                <a:spcPct val="0"/>
              </a:spcBef>
              <a:spcAft>
                <a:spcPct val="0"/>
              </a:spcAft>
              <a:buClrTx/>
              <a:buSzPct val="65000"/>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457200" marR="0" lvl="0" indent="-457200" algn="just" defTabSz="449263" rtl="0" eaLnBrk="1" fontAlgn="base" latinLnBrk="0" hangingPunct="1">
              <a:lnSpc>
                <a:spcPct val="110000"/>
              </a:lnSpc>
              <a:spcBef>
                <a:spcPct val="0"/>
              </a:spcBef>
              <a:spcAft>
                <a:spcPct val="0"/>
              </a:spcAft>
              <a:buClr>
                <a:srgbClr val="EEECE1"/>
              </a:buClr>
              <a:buSzPct val="65000"/>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Neural Network </a:t>
            </a: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needs long time for training.</a:t>
            </a:r>
          </a:p>
          <a:p>
            <a:pPr marL="457200" marR="0" lvl="0" indent="-455613" algn="just" defTabSz="449263" rtl="0" eaLnBrk="1" fontAlgn="base" latinLnBrk="0" hangingPunct="1">
              <a:lnSpc>
                <a:spcPct val="110000"/>
              </a:lnSpc>
              <a:spcBef>
                <a:spcPct val="0"/>
              </a:spcBef>
              <a:spcAft>
                <a:spcPct val="0"/>
              </a:spcAft>
              <a:buClrTx/>
              <a:buSzPct val="65000"/>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endParaRPr>
          </a:p>
          <a:p>
            <a:pPr marL="457200" marR="0" lvl="0" indent="-457200" algn="just" defTabSz="449263" rtl="0" eaLnBrk="1" fontAlgn="base" latinLnBrk="0" hangingPunct="1">
              <a:lnSpc>
                <a:spcPct val="110000"/>
              </a:lnSpc>
              <a:spcBef>
                <a:spcPct val="0"/>
              </a:spcBef>
              <a:spcAft>
                <a:spcPct val="0"/>
              </a:spcAft>
              <a:buClr>
                <a:srgbClr val="EEECE1"/>
              </a:buClr>
              <a:buSzPct val="65000"/>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Neural Network </a:t>
            </a:r>
            <a:r>
              <a:rPr kumimoji="0" lang="en-US" altLang="en-US" sz="2000" b="0" i="0" u="none" strike="noStrike" kern="1200" cap="none" spc="0" normalizeH="0" baseline="0" noProof="0">
                <a:ln>
                  <a:noFill/>
                </a:ln>
                <a:solidFill>
                  <a:srgbClr val="984807"/>
                </a:solidFill>
                <a:effectLst/>
                <a:uLnTx/>
                <a:uFillTx/>
                <a:latin typeface="Tahoma" pitchFamily="34" charset="0"/>
                <a:ea typeface="Malgun Gothic" pitchFamily="34" charset="-127"/>
                <a:cs typeface="Noto Sans CJK SC"/>
              </a:rPr>
              <a:t>has a high tolerance to noisy and incomplete data.</a:t>
            </a:r>
          </a:p>
        </p:txBody>
      </p:sp>
      <p:sp>
        <p:nvSpPr>
          <p:cNvPr id="104452"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8BE20B4B-EA07-469C-A7DC-9481DF3224E1}" type="slidenum">
              <a:rPr lang="en-US" altLang="en-US" sz="1200">
                <a:solidFill>
                  <a:srgbClr val="898989"/>
                </a:solidFill>
                <a:latin typeface="Arial" pitchFamily="34" charset="0"/>
                <a:ea typeface="DejaVu Sans"/>
              </a:rPr>
              <a:t>53</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6498" name="Rectangle 1"/>
          <p:cNvSpPr/>
          <p:nvPr/>
        </p:nvSpPr>
        <p:spPr>
          <a:xfrm>
            <a:off x="457200" y="381000"/>
            <a:ext cx="8229600" cy="490538"/>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Salient Features of ANN</a:t>
            </a:r>
          </a:p>
        </p:txBody>
      </p:sp>
      <p:sp>
        <p:nvSpPr>
          <p:cNvPr id="106499" name="Rectangle 2"/>
          <p:cNvSpPr/>
          <p:nvPr/>
        </p:nvSpPr>
        <p:spPr>
          <a:xfrm>
            <a:off x="457200" y="1143000"/>
            <a:ext cx="8229600" cy="4876800"/>
          </a:xfrm>
          <a:prstGeom prst="rect">
            <a:avLst/>
          </a:prstGeom>
          <a:noFill/>
          <a:ln>
            <a:noFill/>
            <a:round/>
          </a:ln>
          <a:effectLst/>
        </p:spPr>
        <p:txBody>
          <a:bodyPr lIns="90000" tIns="46800" rIns="90000" bIns="4680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457200" lvl="0" indent="-457200" defTabSz="449262">
              <a:lnSpc>
                <a:spcPct val="110000"/>
              </a:lnSpc>
              <a:spcBef>
                <a:spcPts val="125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Adaptive learning </a:t>
            </a:r>
          </a:p>
          <a:p>
            <a:pPr marL="457200" lvl="0" indent="-457200" defTabSz="449262">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Self-organization </a:t>
            </a:r>
          </a:p>
          <a:p>
            <a:pPr marL="457200" lvl="0" indent="-457200" defTabSz="449262">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Real-time operation </a:t>
            </a:r>
          </a:p>
          <a:p>
            <a:pPr marL="457200" lvl="0" indent="-457200" defTabSz="449262">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Fault tolerance via redundant information coding </a:t>
            </a:r>
          </a:p>
          <a:p>
            <a:pPr marL="457200" lvl="0" indent="-457200" defTabSz="449262">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Massive parallelism</a:t>
            </a:r>
          </a:p>
          <a:p>
            <a:pPr marL="457200" lvl="0" indent="-457200" defTabSz="449262">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Learning and generalizing ability</a:t>
            </a:r>
          </a:p>
          <a:p>
            <a:pPr marL="457200" lvl="0" indent="-457200" defTabSz="449262">
              <a:lnSpc>
                <a:spcPct val="110000"/>
              </a:lnSpc>
              <a:spcBef>
                <a:spcPct val="0"/>
              </a:spcBef>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Malgun Gothic" pitchFamily="34" charset="-127"/>
              </a:rPr>
              <a:t>Distributed representation </a:t>
            </a:r>
          </a:p>
        </p:txBody>
      </p:sp>
      <p:sp>
        <p:nvSpPr>
          <p:cNvPr id="106500"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FF55D317-AFAE-49E0-BDFB-784F13EDEA04}" type="slidenum">
              <a:rPr lang="en-US" altLang="en-US" sz="1200">
                <a:solidFill>
                  <a:srgbClr val="898989"/>
                </a:solidFill>
                <a:latin typeface="Arial" pitchFamily="34" charset="0"/>
                <a:ea typeface="DejaVu Sans"/>
              </a:rPr>
              <a:t>54</a:t>
            </a:fld>
            <a:endParaRPr lang="en-US" altLang="en-US" sz="1200">
              <a:solidFill>
                <a:srgbClr val="898989"/>
              </a:solidFill>
              <a:latin typeface="Arial" pitchFamily="34" charset="0"/>
              <a:ea typeface="DejaVu Sans"/>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8546" name="object 2"/>
          <p:cNvSpPr txBox="1">
            <a:spLocks noGrp="1"/>
          </p:cNvSpPr>
          <p:nvPr>
            <p:ph type="title"/>
          </p:nvPr>
        </p:nvSpPr>
        <p:spPr>
          <a:xfrm>
            <a:off x="654050" y="381000"/>
            <a:ext cx="7824788"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lang="en-IN"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M</a:t>
            </a: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C</a:t>
            </a:r>
            <a:r>
              <a:rPr kumimoji="0" lang="en-IN"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 </a:t>
            </a:r>
            <a:r>
              <a:rPr kumimoji="0" sz="2600" b="1" i="0" u="none" strike="noStrike" kern="1200" cap="none" spc="0" normalizeH="0" baseline="0" noProof="0" err="1">
                <a:ln>
                  <a:noFill/>
                </a:ln>
                <a:solidFill>
                  <a:srgbClr val="FF0000"/>
                </a:solidFill>
                <a:effectLst/>
                <a:uLnTx/>
                <a:uFillTx/>
                <a:latin typeface="Tahoma" pitchFamily="34" charset="0"/>
                <a:ea typeface="+mn-ea" pitchFamily="34" charset="0"/>
                <a:cs typeface="Tahoma" panose="020B0604030504040204" pitchFamily="34" charset="0"/>
              </a:rPr>
              <a:t>Cullo</a:t>
            </a:r>
            <a:r>
              <a:rPr kumimoji="0" lang="en-IN"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c</a:t>
            </a: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h-</a:t>
            </a:r>
            <a:r>
              <a:rPr kumimoji="0" lang="en-IN"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Pi</a:t>
            </a:r>
            <a:r>
              <a:rPr kumimoji="0" sz="2600" b="1" i="0" u="none" strike="noStrike" kern="1200" cap="none" spc="0" normalizeH="0" baseline="0" noProof="0" err="1">
                <a:ln>
                  <a:noFill/>
                </a:ln>
                <a:solidFill>
                  <a:srgbClr val="FF0000"/>
                </a:solidFill>
                <a:effectLst/>
                <a:uLnTx/>
                <a:uFillTx/>
                <a:latin typeface="Tahoma" pitchFamily="34" charset="0"/>
                <a:ea typeface="+mn-ea" pitchFamily="34" charset="0"/>
                <a:cs typeface="Tahoma" panose="020B0604030504040204" pitchFamily="34" charset="0"/>
              </a:rPr>
              <a:t>tts </a:t>
            </a:r>
            <a:r>
              <a:rPr kumimoji="0" lang="en-IN"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N</a:t>
            </a:r>
            <a:r>
              <a:rPr kumimoji="0" sz="2600" b="1" i="0" u="none" strike="noStrike" kern="1200" cap="none" spc="0" normalizeH="0" baseline="0" noProof="0" err="1">
                <a:ln>
                  <a:noFill/>
                </a:ln>
                <a:solidFill>
                  <a:srgbClr val="FF0000"/>
                </a:solidFill>
                <a:effectLst/>
                <a:uLnTx/>
                <a:uFillTx/>
                <a:latin typeface="Tahoma" pitchFamily="34" charset="0"/>
                <a:ea typeface="+mn-ea" pitchFamily="34" charset="0"/>
                <a:cs typeface="Tahoma" panose="020B0604030504040204" pitchFamily="34" charset="0"/>
              </a:rPr>
              <a:t>euron</a:t>
            </a:r>
            <a:endParaRPr kumimoji="0" sz="2600" b="1" i="0" u="none" strike="noStrike" kern="1200" cap="none" spc="0" normalizeH="0" baseline="0" noProof="0">
              <a:ln>
                <a:noFill/>
              </a:ln>
              <a:solidFill>
                <a:srgbClr val="FF0000"/>
              </a:solidFill>
              <a:effectLst/>
              <a:uLnTx/>
              <a:uFillTx/>
              <a:latin typeface="Tahoma" pitchFamily="34" charset="0"/>
              <a:ea typeface="+mn-ea"/>
              <a:cs typeface="Tahoma" panose="020B0604030504040204" pitchFamily="34" charset="0"/>
            </a:endParaRPr>
          </a:p>
        </p:txBody>
      </p:sp>
      <p:sp>
        <p:nvSpPr>
          <p:cNvPr id="108547" name="object 4"/>
          <p:cNvSpPr>
            <a:spLocks noGrp="1"/>
          </p:cNvSpPr>
          <p:nvPr>
            <p:ph type="sldNum" idx="11"/>
          </p:nvPr>
        </p:nvSpPr>
        <p:spPr>
          <a:xfrm>
            <a:off x="8478838" y="6540500"/>
            <a:ext cx="246062" cy="196850"/>
          </a:xfrm>
          <a:prstGeom prst="rect">
            <a:avLst/>
          </a:prstGeom>
          <a:noFill/>
          <a:ln>
            <a:noFill/>
            <a:miter lim="800000"/>
          </a:ln>
        </p:spPr>
        <p:txBody>
          <a:bodyPr lIns="0" tIns="0" rIns="0" bIns="0">
            <a:sp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38100" lvl="0" indent="0" defTabSz="914400" eaLnBrk="1" hangingPunct="1">
              <a:lnSpc>
                <a:spcPts val="1425"/>
              </a:lnSpc>
              <a:spcBef>
                <a:spcPct val="0"/>
              </a:spcBef>
              <a:buClrTx/>
              <a:buFontTx/>
            </a:pPr>
            <a:fld id="{52DBA565-ABF2-4AB2-934F-927444BBF099}" type="slidenum">
              <a:rPr lang="en-IN" altLang="en-US" sz="1200">
                <a:solidFill>
                  <a:srgbClr val="035B74"/>
                </a:solidFill>
                <a:latin typeface="Arial" pitchFamily="34" charset="0"/>
                <a:ea typeface="Arial" pitchFamily="34" charset="0"/>
              </a:rPr>
              <a:t>55</a:t>
            </a:fld>
            <a:endParaRPr lang="en-US" altLang="en-US" sz="1200">
              <a:solidFill>
                <a:srgbClr val="035B74"/>
              </a:solidFill>
              <a:latin typeface="Arial" pitchFamily="34" charset="0"/>
              <a:ea typeface="Arial" pitchFamily="34" charset="0"/>
            </a:endParaRPr>
          </a:p>
        </p:txBody>
      </p:sp>
      <p:sp>
        <p:nvSpPr>
          <p:cNvPr id="108548" name="object 3"/>
          <p:cNvSpPr/>
          <p:nvPr/>
        </p:nvSpPr>
        <p:spPr>
          <a:xfrm>
            <a:off x="523875" y="1893888"/>
            <a:ext cx="8089900" cy="3517900"/>
          </a:xfrm>
          <a:prstGeom prst="rect">
            <a:avLst/>
          </a:prstGeom>
          <a:noFill/>
          <a:ln>
            <a:noFill/>
            <a:miter lim="800000"/>
          </a:ln>
        </p:spPr>
        <p:txBody>
          <a:bodyPr lIns="0" tIns="5080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665162" lvl="1" indent="-246062" defTabSz="914400">
              <a:spcBef>
                <a:spcPts val="400"/>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Discovered in 1943.</a:t>
            </a:r>
          </a:p>
          <a:p>
            <a:pPr marL="665162" lvl="1" indent="-246062" defTabSz="914400">
              <a:spcBef>
                <a:spcPts val="300"/>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Usually called as M-P neuron.</a:t>
            </a:r>
          </a:p>
          <a:p>
            <a:pPr marL="665162" lvl="1" indent="-246062" defTabSz="914400">
              <a:spcBef>
                <a:spcPts val="312"/>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M-P neurons are connected by directed weighted paths.</a:t>
            </a:r>
          </a:p>
          <a:p>
            <a:pPr marL="665162" lvl="1" indent="-246062" defTabSz="914400">
              <a:spcBef>
                <a:spcPts val="638"/>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Activation of M-P neurons is binary (i.e) at any time step the  neuron may fire or may not fire.</a:t>
            </a:r>
          </a:p>
          <a:p>
            <a:pPr marL="665162" lvl="1" indent="-246062" defTabSz="914400">
              <a:spcBef>
                <a:spcPts val="600"/>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Weights associated with communication links may be  excitatory(wgts are positive)/inhibitory(wgts are negative).</a:t>
            </a:r>
          </a:p>
          <a:p>
            <a:pPr marL="665162" lvl="1" indent="-246062" defTabSz="914400">
              <a:spcBef>
                <a:spcPts val="600"/>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Threshold plays major role here. There is a fixed threshold for  each neuron and if the net input to the neuron is greater than  the threshold then the neuron fires.</a:t>
            </a:r>
          </a:p>
          <a:p>
            <a:pPr marL="665162" lvl="1" indent="-246062" defTabSz="914400">
              <a:spcBef>
                <a:spcPts val="275"/>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They are widely used in logic functions.</a:t>
            </a:r>
          </a:p>
          <a:p>
            <a:pPr marL="665162" lvl="1" indent="-246062" defTabSz="914400">
              <a:spcBef>
                <a:spcPts val="275"/>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Firing state is binary (1 = firing, 0 = not firing)</a:t>
            </a:r>
          </a:p>
          <a:p>
            <a:pPr marL="665162" lvl="1" indent="-246062" defTabSz="914400">
              <a:spcBef>
                <a:spcPts val="275"/>
              </a:spcBef>
              <a:buClr>
                <a:srgbClr val="0E6EC5"/>
              </a:buClr>
              <a:buSzPct val="84000"/>
              <a:buFont typeface="Symbol" pitchFamily="18" charset="2"/>
              <a:buChar char=""/>
              <a:tabLst>
                <a:tab pos="665162" algn="l"/>
              </a:tabLst>
            </a:pPr>
            <a:endParaRPr lang="en-US" altLang="en-US" sz="1600">
              <a:solidFill>
                <a:srgbClr val="984807"/>
              </a:solidFill>
              <a:latin typeface="Tahoma" pitchFamily="34" charset="0"/>
              <a:ea typeface="Malgun Gothic" pitchFamily="34" charset="-127"/>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9570" name="object 17"/>
          <p:cNvSpPr txBox="1">
            <a:spLocks noGrp="1"/>
          </p:cNvSpPr>
          <p:nvPr>
            <p:ph type="title"/>
          </p:nvPr>
        </p:nvSpPr>
        <p:spPr>
          <a:xfrm>
            <a:off x="444500" y="1260475"/>
            <a:ext cx="2430463"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Contd…</a:t>
            </a:r>
          </a:p>
        </p:txBody>
      </p:sp>
      <p:sp>
        <p:nvSpPr>
          <p:cNvPr id="109571" name="object 18"/>
          <p:cNvSpPr/>
          <p:nvPr/>
        </p:nvSpPr>
        <p:spPr>
          <a:xfrm>
            <a:off x="4572000" y="1905000"/>
            <a:ext cx="4184650" cy="2738438"/>
          </a:xfrm>
          <a:prstGeom prst="rect">
            <a:avLst/>
          </a:prstGeom>
          <a:noFill/>
          <a:ln>
            <a:noFill/>
            <a:miter lim="800000"/>
          </a:ln>
        </p:spPr>
        <p:txBody>
          <a:bodyPr lIns="0" tIns="81280"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665162" lvl="1" indent="-246062" defTabSz="914400">
              <a:lnSpc>
                <a:spcPct val="80000"/>
              </a:lnSpc>
              <a:spcBef>
                <a:spcPts val="638"/>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A simple M-P neuron is shown  in the figure.</a:t>
            </a:r>
          </a:p>
          <a:p>
            <a:pPr marL="665162" lvl="1" indent="-246062" defTabSz="914400">
              <a:lnSpc>
                <a:spcPct val="80000"/>
              </a:lnSpc>
              <a:spcBef>
                <a:spcPts val="550"/>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It	is</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excitatory</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with</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weight  (w&gt;0) / inhibitory with weight</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–p (p&lt;0).</a:t>
            </a:r>
          </a:p>
          <a:p>
            <a:pPr marL="665162" lvl="1" indent="-246062" defTabSz="914400">
              <a:lnSpc>
                <a:spcPct val="85000"/>
              </a:lnSpc>
              <a:spcBef>
                <a:spcPts val="362"/>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In the Fig., inputs from x1 to  xn possess excitatory  weighted connection and Xn+1  to xn+m has</a:t>
            </a:r>
          </a:p>
          <a:p>
            <a:pPr marL="665162" lvl="1" indent="-246062" defTabSz="914400">
              <a:lnSpc>
                <a:spcPct val="80000"/>
              </a:lnSpc>
              <a:spcBef>
                <a:spcPts val="362"/>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inhibitory	weighted  interconnections.</a:t>
            </a:r>
          </a:p>
          <a:p>
            <a:pPr marL="665162" lvl="1" indent="-246062" defTabSz="914400">
              <a:lnSpc>
                <a:spcPct val="80000"/>
              </a:lnSpc>
              <a:spcBef>
                <a:spcPts val="550"/>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Since the firing of neuron  is based on  threshold, activation  function is defined as</a:t>
            </a:r>
          </a:p>
        </p:txBody>
      </p:sp>
      <p:sp>
        <p:nvSpPr>
          <p:cNvPr id="109572" name="object 19"/>
          <p:cNvSpPr/>
          <p:nvPr/>
        </p:nvSpPr>
        <p:spPr>
          <a:xfrm>
            <a:off x="457200" y="2173288"/>
            <a:ext cx="4038600" cy="2908300"/>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109573" name="object 20"/>
          <p:cNvSpPr/>
          <p:nvPr/>
        </p:nvSpPr>
        <p:spPr>
          <a:xfrm>
            <a:off x="5562600" y="4724400"/>
            <a:ext cx="2009775" cy="533400"/>
          </a:xfrm>
          <a:prstGeom prst="rect">
            <a:avLst/>
          </a:prstGeom>
          <a:blipFill rotWithShape="1">
            <a:blip r:embed="rId3"/>
            <a:stretch>
              <a:fillRect/>
            </a:stretch>
          </a:blipFill>
          <a:ln>
            <a:noFill/>
            <a:miter lim="800000"/>
          </a:ln>
        </p:spPr>
        <p:txBody>
          <a:bodyPr lIns="0" tIns="0" rIns="0" bIns="0">
            <a:no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defTabSz="914400">
              <a:spcBef>
                <a:spcPct val="0"/>
              </a:spcBef>
              <a:buClrTx/>
              <a:buFontTx/>
            </a:pPr>
            <a:endParaRPr lang="en-US" altLang="en-US" sz="1800">
              <a:solidFill>
                <a:schemeClr val="tx1"/>
              </a:solidFill>
              <a:latin typeface="Arial" pitchFamily="34" charset="0"/>
            </a:endParaRPr>
          </a:p>
        </p:txBody>
      </p:sp>
      <p:sp>
        <p:nvSpPr>
          <p:cNvPr id="109574" name="object 21"/>
          <p:cNvSpPr>
            <a:spLocks noGrp="1"/>
          </p:cNvSpPr>
          <p:nvPr>
            <p:ph type="sldNum" idx="11"/>
          </p:nvPr>
        </p:nvSpPr>
        <p:spPr>
          <a:xfrm>
            <a:off x="8478838" y="6540500"/>
            <a:ext cx="246062" cy="196850"/>
          </a:xfrm>
          <a:prstGeom prst="rect">
            <a:avLst/>
          </a:prstGeom>
          <a:noFill/>
          <a:ln>
            <a:noFill/>
            <a:miter lim="800000"/>
          </a:ln>
        </p:spPr>
        <p:txBody>
          <a:bodyPr lIns="0" tIns="0" rIns="0" bIns="0">
            <a:sp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38100" lvl="0" indent="0" defTabSz="914400" eaLnBrk="1" hangingPunct="1">
              <a:lnSpc>
                <a:spcPts val="1425"/>
              </a:lnSpc>
              <a:spcBef>
                <a:spcPct val="0"/>
              </a:spcBef>
              <a:buClrTx/>
              <a:buFontTx/>
            </a:pPr>
            <a:fld id="{8C96F58C-BD20-4857-B0AB-8846433CA171}" type="slidenum">
              <a:rPr lang="en-IN" altLang="en-US" sz="1200">
                <a:solidFill>
                  <a:srgbClr val="035B74"/>
                </a:solidFill>
                <a:latin typeface="Arial" pitchFamily="34" charset="0"/>
                <a:ea typeface="Arial" pitchFamily="34" charset="0"/>
              </a:rPr>
              <a:t>56</a:t>
            </a:fld>
            <a:endParaRPr lang="en-US" altLang="en-US" sz="1200">
              <a:solidFill>
                <a:srgbClr val="035B74"/>
              </a:solidFill>
              <a:latin typeface="Arial" pitchFamily="34" charset="0"/>
              <a:ea typeface="Arial" pitchFamily="34" charset="0"/>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object 2"/>
          <p:cNvSpPr txBox="1">
            <a:spLocks noGrp="1"/>
          </p:cNvSpPr>
          <p:nvPr>
            <p:ph type="title"/>
          </p:nvPr>
        </p:nvSpPr>
        <p:spPr>
          <a:xfrm>
            <a:off x="444500" y="1260475"/>
            <a:ext cx="2430463" cy="412750"/>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449263" rtl="0" eaLnBrk="0" fontAlgn="base" latinLnBrk="0" hangingPunct="0">
              <a:lnSpc>
                <a:spcPct val="100000"/>
              </a:lnSpc>
              <a:spcBef>
                <a:spcPts val="100"/>
              </a:spcBef>
              <a:spcAft>
                <a:spcPct val="0"/>
              </a:spcAft>
              <a:buClr>
                <a:srgbClr val="000000"/>
              </a:buClr>
              <a:buSzTx/>
              <a:buFont typeface="Times New Roman" pitchFamily="18" charset="0"/>
              <a:buNone/>
              <a:defRPr/>
            </a:pPr>
            <a:r>
              <a:rPr kumimoji="0" sz="2600" b="1" i="0" u="none" strike="noStrike" kern="1200" cap="none" spc="0" normalizeH="0" baseline="0" noProof="0">
                <a:ln>
                  <a:noFill/>
                </a:ln>
                <a:solidFill>
                  <a:srgbClr val="FF0000"/>
                </a:solidFill>
                <a:effectLst/>
                <a:uLnTx/>
                <a:uFillTx/>
                <a:latin typeface="Tahoma" pitchFamily="34" charset="0"/>
                <a:ea typeface="+mn-ea" pitchFamily="34" charset="0"/>
                <a:cs typeface="Tahoma" panose="020B0604030504040204" pitchFamily="34" charset="0"/>
              </a:rPr>
              <a:t>Contd…</a:t>
            </a:r>
          </a:p>
        </p:txBody>
      </p:sp>
      <p:sp>
        <p:nvSpPr>
          <p:cNvPr id="110595" name="object 4"/>
          <p:cNvSpPr>
            <a:spLocks noGrp="1"/>
          </p:cNvSpPr>
          <p:nvPr>
            <p:ph type="sldNum" idx="11"/>
          </p:nvPr>
        </p:nvSpPr>
        <p:spPr>
          <a:xfrm>
            <a:off x="8478838" y="6540500"/>
            <a:ext cx="246062" cy="196850"/>
          </a:xfrm>
          <a:prstGeom prst="rect">
            <a:avLst/>
          </a:prstGeom>
          <a:noFill/>
          <a:ln>
            <a:noFill/>
            <a:miter lim="800000"/>
          </a:ln>
        </p:spPr>
        <p:txBody>
          <a:bodyPr lIns="0" tIns="0" rIns="0" bIns="0">
            <a:sp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38100" lvl="0" indent="0" defTabSz="914400" eaLnBrk="1" hangingPunct="1">
              <a:lnSpc>
                <a:spcPts val="1425"/>
              </a:lnSpc>
              <a:spcBef>
                <a:spcPct val="0"/>
              </a:spcBef>
              <a:buClrTx/>
              <a:buFontTx/>
            </a:pPr>
            <a:fld id="{55242B9D-D924-4C3F-8B09-0B43E9310641}" type="slidenum">
              <a:rPr lang="en-IN" altLang="en-US" sz="1200">
                <a:solidFill>
                  <a:srgbClr val="035B74"/>
                </a:solidFill>
                <a:latin typeface="Arial" pitchFamily="34" charset="0"/>
                <a:ea typeface="Arial" pitchFamily="34" charset="0"/>
              </a:rPr>
              <a:t>57</a:t>
            </a:fld>
            <a:endParaRPr lang="en-US" altLang="en-US" sz="1200">
              <a:solidFill>
                <a:srgbClr val="035B74"/>
              </a:solidFill>
              <a:latin typeface="Arial" pitchFamily="34" charset="0"/>
              <a:ea typeface="Arial" pitchFamily="34" charset="0"/>
            </a:endParaRPr>
          </a:p>
        </p:txBody>
      </p:sp>
      <p:sp>
        <p:nvSpPr>
          <p:cNvPr id="110596" name="object 3"/>
          <p:cNvSpPr/>
          <p:nvPr/>
        </p:nvSpPr>
        <p:spPr>
          <a:xfrm>
            <a:off x="525463" y="1905000"/>
            <a:ext cx="8093075" cy="3460750"/>
          </a:xfrm>
          <a:prstGeom prst="rect">
            <a:avLst/>
          </a:prstGeom>
          <a:noFill/>
          <a:ln>
            <a:noFill/>
            <a:miter lim="800000"/>
          </a:ln>
        </p:spPr>
        <p:txBody>
          <a:bodyPr lIns="0" tIns="53975" rIns="0" bIns="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665162" lvl="1" indent="-246062" defTabSz="914400">
              <a:lnSpc>
                <a:spcPts val="2588"/>
              </a:lnSpc>
              <a:spcBef>
                <a:spcPts val="425"/>
              </a:spcBef>
              <a:buClr>
                <a:srgbClr val="0E6EC5"/>
              </a:buClr>
              <a:buSzPct val="84000"/>
              <a:buFont typeface="Symbol" pitchFamily="18" charset="2"/>
              <a:buChar char=""/>
              <a:tabLst>
                <a:tab pos="665162" algn="l"/>
              </a:tabLst>
            </a:pPr>
            <a:r>
              <a:rPr lang="en-IN" altLang="en-US" sz="1600">
                <a:solidFill>
                  <a:srgbClr val="984807"/>
                </a:solidFill>
                <a:latin typeface="Tahoma" pitchFamily="34" charset="0"/>
                <a:ea typeface="Malgun Gothic" pitchFamily="34" charset="-127"/>
              </a:rPr>
              <a:t>Fo</a:t>
            </a:r>
            <a:r>
              <a:rPr lang="en-US" altLang="en-US" sz="1600">
                <a:solidFill>
                  <a:srgbClr val="984807"/>
                </a:solidFill>
                <a:latin typeface="Tahoma" pitchFamily="34" charset="0"/>
                <a:ea typeface="Malgun Gothic" pitchFamily="34" charset="-127"/>
              </a:rPr>
              <a:t>r inhibition to be absolute, the threshold with the activation  function should satisfy the following condition:</a:t>
            </a:r>
          </a:p>
          <a:p>
            <a:pPr marL="665162" lvl="1" indent="-246062" defTabSz="914400">
              <a:spcBef>
                <a:spcPts val="250"/>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θ &gt;nw –p</a:t>
            </a:r>
          </a:p>
          <a:p>
            <a:pPr marL="665162" lvl="1" indent="-246062" defTabSz="914400">
              <a:lnSpc>
                <a:spcPts val="2588"/>
              </a:lnSpc>
              <a:spcBef>
                <a:spcPts val="638"/>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Output will fire if it receives “k” or more excitatory inputs but  no inhibitory inputs where</a:t>
            </a:r>
          </a:p>
          <a:p>
            <a:pPr marL="665162" lvl="1" indent="-246062" defTabSz="914400">
              <a:spcBef>
                <a:spcPts val="275"/>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kw≥θ&gt;(k-1) w</a:t>
            </a:r>
          </a:p>
          <a:p>
            <a:pPr marL="665162" lvl="1" indent="-246062" defTabSz="914400">
              <a:spcBef>
                <a:spcPts val="312"/>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The M-P neuron has no particular training algorithm.</a:t>
            </a:r>
          </a:p>
          <a:p>
            <a:pPr marL="665162" lvl="1" indent="-246062" defTabSz="914400">
              <a:lnSpc>
                <a:spcPts val="2588"/>
              </a:lnSpc>
              <a:spcBef>
                <a:spcPts val="638"/>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An analysis is performed to determine the weights and  the threshold.</a:t>
            </a:r>
          </a:p>
          <a:p>
            <a:pPr marL="665162" lvl="1" indent="-246062" defTabSz="914400">
              <a:lnSpc>
                <a:spcPts val="2588"/>
              </a:lnSpc>
              <a:spcBef>
                <a:spcPts val="600"/>
              </a:spcBef>
              <a:buClr>
                <a:srgbClr val="0E6EC5"/>
              </a:buClr>
              <a:buSzPct val="84000"/>
              <a:buFont typeface="Symbol" pitchFamily="18" charset="2"/>
              <a:buChar char=""/>
              <a:tabLst>
                <a:tab pos="665162" algn="l"/>
              </a:tabLst>
            </a:pPr>
            <a:r>
              <a:rPr lang="en-US" altLang="en-US" sz="1600">
                <a:solidFill>
                  <a:srgbClr val="984807"/>
                </a:solidFill>
                <a:latin typeface="Tahoma" pitchFamily="34" charset="0"/>
                <a:ea typeface="Malgun Gothic" pitchFamily="34" charset="-127"/>
              </a:rPr>
              <a:t>It	is</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used</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as</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a</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building	block</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where</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any</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function</a:t>
            </a:r>
            <a:r>
              <a:rPr lang="en-IN" altLang="en-US" sz="1600">
                <a:solidFill>
                  <a:srgbClr val="984807"/>
                </a:solidFill>
                <a:latin typeface="Tahoma" pitchFamily="34" charset="0"/>
                <a:ea typeface="Malgun Gothic" pitchFamily="34" charset="-127"/>
              </a:rPr>
              <a:t> </a:t>
            </a:r>
            <a:r>
              <a:rPr lang="en-US" altLang="en-US" sz="1600">
                <a:solidFill>
                  <a:srgbClr val="984807"/>
                </a:solidFill>
                <a:latin typeface="Tahoma" pitchFamily="34" charset="0"/>
                <a:ea typeface="Malgun Gothic" pitchFamily="34" charset="-127"/>
              </a:rPr>
              <a:t>or  phenomenon is modeled based on a logic functio</a:t>
            </a:r>
            <a:r>
              <a:rPr lang="en-IN" altLang="en-US" sz="1600">
                <a:solidFill>
                  <a:srgbClr val="984807"/>
                </a:solidFill>
                <a:latin typeface="Tahoma" pitchFamily="34" charset="0"/>
                <a:ea typeface="Malgun Gothic" pitchFamily="34" charset="-127"/>
              </a:rPr>
              <a:t>n</a:t>
            </a:r>
            <a:r>
              <a:rPr lang="en-IN" altLang="en-US" sz="2400">
                <a:solidFill>
                  <a:srgbClr val="984807"/>
                </a:solidFill>
                <a:latin typeface="Times New Roman" pitchFamily="18" charset="0"/>
                <a:ea typeface="Malgun Gothic" pitchFamily="34" charset="-127"/>
              </a:rPr>
              <a:t>.</a:t>
            </a:r>
            <a:endParaRPr lang="en-US" altLang="en-US" sz="2400">
              <a:solidFill>
                <a:schemeClr val="tx1"/>
              </a:solidFill>
              <a:latin typeface="Times New Roman" pitchFamily="18" charset="0"/>
              <a:ea typeface="Times New Roman" pitchFamily="18" charset="0"/>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618" name="Rectangle 1"/>
          <p:cNvSpPr/>
          <p:nvPr/>
        </p:nvSpPr>
        <p:spPr>
          <a:xfrm>
            <a:off x="457200" y="457200"/>
            <a:ext cx="8229600" cy="495300"/>
          </a:xfrm>
          <a:prstGeom prst="rect">
            <a:avLst/>
          </a:prstGeom>
          <a:noFill/>
          <a:ln>
            <a:noFill/>
            <a:round/>
          </a:ln>
          <a:effectLst/>
        </p:spPr>
        <p:txBody>
          <a:bodyPr lIns="90000" tIns="46800" rIns="90000" bIns="46800">
            <a:spAutoFit/>
          </a:bodyPr>
          <a:lstStyle>
            <a:defPPr>
              <a:defRPr lang="en-US"/>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ct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FF0000"/>
                </a:solidFill>
                <a:latin typeface="Tahoma" pitchFamily="34" charset="0"/>
                <a:ea typeface="Tahoma" pitchFamily="34" charset="0"/>
              </a:rPr>
              <a:t>Few Applications of Neural Networks</a:t>
            </a:r>
          </a:p>
        </p:txBody>
      </p:sp>
      <p:pic>
        <p:nvPicPr>
          <p:cNvPr id="111619" name="Picture 2"/>
          <p:cNvPicPr>
            <a:picLocks noChangeAspect="1"/>
          </p:cNvPicPr>
          <p:nvPr/>
        </p:nvPicPr>
        <p:blipFill>
          <a:blip r:embed="rId3"/>
          <a:stretch>
            <a:fillRect/>
          </a:stretch>
        </p:blipFill>
        <p:spPr>
          <a:xfrm>
            <a:off x="762000" y="1295400"/>
            <a:ext cx="7620000" cy="4267200"/>
          </a:xfrm>
          <a:prstGeom prst="rect">
            <a:avLst/>
          </a:prstGeom>
          <a:noFill/>
          <a:ln>
            <a:noFill/>
            <a:round/>
          </a:ln>
          <a:effectLst/>
        </p:spPr>
      </p:pic>
      <p:sp>
        <p:nvSpPr>
          <p:cNvPr id="111620" name="Slide Number Placeholder 1"/>
          <p:cNvSpPr>
            <a:spLocks noGrp="1"/>
          </p:cNvSpPr>
          <p:nvPr>
            <p:ph type="sldNum" idx="11"/>
          </p:nvPr>
        </p:nvSpPr>
        <p:spPr>
          <a:xfrm>
            <a:off x="6553200" y="6356350"/>
            <a:ext cx="2130425" cy="361950"/>
          </a:xfrm>
          <a:prstGeom prst="rect">
            <a:avLst/>
          </a:prstGeom>
          <a:noFill/>
          <a:ln>
            <a:noFill/>
            <a:miter lim="800000"/>
          </a:ln>
        </p:spPr>
        <p:txBody>
          <a:bodyPr lIns="90000" tIns="46800" rIns="90000" bIns="46800" anchor="ctr" anchorCtr="0">
            <a:noAutofit/>
          </a:bodyPr>
          <a:lstStyle>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US"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US"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US"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US"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algn="r" defTabSz="91440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20C83CA2-CE81-4452-B45A-1EF7225F867A}" type="slidenum">
              <a:rPr lang="en-US" altLang="en-US" sz="1200">
                <a:solidFill>
                  <a:srgbClr val="898989"/>
                </a:solidFill>
                <a:latin typeface="Arial" pitchFamily="34" charset="0"/>
                <a:ea typeface="DejaVu Sans"/>
              </a:rPr>
              <a:t>58</a:t>
            </a:fld>
            <a:endParaRPr lang="en-US" altLang="en-US" sz="1200">
              <a:solidFill>
                <a:srgbClr val="898989"/>
              </a:solidFill>
              <a:latin typeface="Arial" pitchFamily="34" charset="0"/>
              <a:ea typeface="DejaVu Sans"/>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666" name="object 2"/>
          <p:cNvSpPr/>
          <p:nvPr/>
        </p:nvSpPr>
        <p:spPr>
          <a:xfrm>
            <a:off x="2260600" y="190500"/>
            <a:ext cx="4638675" cy="661988"/>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latin typeface="Arial" pitchFamily="34" charset="0"/>
            </a:endParaRPr>
          </a:p>
        </p:txBody>
      </p:sp>
      <p:sp>
        <p:nvSpPr>
          <p:cNvPr id="113667" name="object 3"/>
          <p:cNvSpPr/>
          <p:nvPr/>
        </p:nvSpPr>
        <p:spPr>
          <a:xfrm>
            <a:off x="-34925" y="101600"/>
            <a:ext cx="9144000" cy="868363"/>
          </a:xfrm>
          <a:prstGeom prst="rect">
            <a:avLst/>
          </a:prstGeom>
          <a:blipFill rotWithShape="1">
            <a:blip r:embed="rId3"/>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latin typeface="Arial" pitchFamily="34" charset="0"/>
            </a:endParaRPr>
          </a:p>
        </p:txBody>
      </p:sp>
      <p:sp>
        <p:nvSpPr>
          <p:cNvPr id="113668" name="object 4"/>
          <p:cNvSpPr txBox="1">
            <a:spLocks noGrp="1"/>
          </p:cNvSpPr>
          <p:nvPr>
            <p:ph type="title"/>
          </p:nvPr>
        </p:nvSpPr>
        <p:spPr>
          <a:xfrm>
            <a:off x="2328863" y="277813"/>
            <a:ext cx="4519612" cy="414337"/>
          </a:xfrm>
          <a:prstGeom prst="rect">
            <a:avLst/>
          </a:prstGeom>
        </p:spPr>
        <p:txBody>
          <a:bodyPr vert="horz" wrap="square" lIns="0" tIns="12700" rIns="0" bIns="0" numCol="1" rtlCol="0" anchor="ctr" anchorCtr="0" compatLnSpc="1">
            <a:prstTxWarp prst="textNoShape">
              <a:avLst/>
            </a:prstTxWarp>
            <a:spAutoFit/>
          </a:bodyPr>
          <a:lstStyle/>
          <a:p>
            <a:pPr marL="12700" marR="0" lvl="0" indent="0" algn="ctr" defTabSz="914400" rtl="0" eaLnBrk="0" fontAlgn="base" latinLnBrk="0" hangingPunct="0">
              <a:lnSpc>
                <a:spcPct val="100000"/>
              </a:lnSpc>
              <a:spcBef>
                <a:spcPts val="100"/>
              </a:spcBef>
              <a:spcAft>
                <a:spcPct val="0"/>
              </a:spcAft>
              <a:buClrTx/>
              <a:buSzTx/>
              <a:buFontTx/>
              <a:buNone/>
              <a:defRPr/>
            </a:pPr>
            <a:r>
              <a:rPr kumimoji="0" sz="2600" b="1" i="0" u="none" strike="noStrike" kern="1200" cap="none" spc="-5" normalizeH="0" baseline="0" noProof="0">
                <a:ln>
                  <a:noFill/>
                </a:ln>
                <a:solidFill>
                  <a:srgbClr val="FF0000"/>
                </a:solidFill>
                <a:effectLst/>
                <a:uLnTx/>
                <a:uFillTx/>
                <a:latin typeface="Tahoma" pitchFamily="34" charset="0"/>
                <a:ea typeface="Tahoma" pitchFamily="34" charset="0"/>
                <a:cs typeface="Tahoma" panose="020B0604030504040204" pitchFamily="34" charset="0"/>
              </a:rPr>
              <a:t>History of Neural</a:t>
            </a:r>
            <a:r>
              <a:rPr kumimoji="0" sz="2600" b="1" i="0" u="none" strike="noStrike" kern="1200" cap="none" spc="-30" normalizeH="0" baseline="0" noProof="0">
                <a:ln>
                  <a:noFill/>
                </a:ln>
                <a:solidFill>
                  <a:srgbClr val="FF0000"/>
                </a:solidFill>
                <a:effectLst/>
                <a:uLnTx/>
                <a:uFillTx/>
                <a:latin typeface="Tahoma" pitchFamily="34" charset="0"/>
                <a:ea typeface="Tahoma" pitchFamily="34" charset="0"/>
                <a:cs typeface="Tahoma" panose="020B0604030504040204" pitchFamily="34" charset="0"/>
              </a:rPr>
              <a:t> </a:t>
            </a:r>
            <a:r>
              <a:rPr kumimoji="0" sz="2600" b="1" i="0" u="none" strike="noStrike" kern="1200" cap="none" spc="-5" normalizeH="0" baseline="0" noProof="0">
                <a:ln>
                  <a:noFill/>
                </a:ln>
                <a:solidFill>
                  <a:srgbClr val="FF0000"/>
                </a:solidFill>
                <a:effectLst/>
                <a:uLnTx/>
                <a:uFillTx/>
                <a:latin typeface="Tahoma" pitchFamily="34" charset="0"/>
                <a:ea typeface="Tahoma" pitchFamily="34" charset="0"/>
                <a:cs typeface="Tahoma" panose="020B0604030504040204" pitchFamily="34" charset="0"/>
              </a:rPr>
              <a:t>Networks</a:t>
            </a:r>
          </a:p>
        </p:txBody>
      </p:sp>
      <p:sp>
        <p:nvSpPr>
          <p:cNvPr id="113669" name="object 5"/>
          <p:cNvSpPr/>
          <p:nvPr/>
        </p:nvSpPr>
        <p:spPr>
          <a:xfrm>
            <a:off x="0" y="1089025"/>
            <a:ext cx="9144000" cy="407988"/>
          </a:xfrm>
          <a:prstGeom prst="rect">
            <a:avLst/>
          </a:prstGeom>
          <a:blipFill rotWithShape="1">
            <a:blip r:embed="rId4"/>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latin typeface="Arial" pitchFamily="34" charset="0"/>
            </a:endParaRPr>
          </a:p>
        </p:txBody>
      </p:sp>
      <p:sp>
        <p:nvSpPr>
          <p:cNvPr id="113670" name="object 6"/>
          <p:cNvSpPr/>
          <p:nvPr/>
        </p:nvSpPr>
        <p:spPr bwMode="auto">
          <a:xfrm>
            <a:off x="0" y="1100138"/>
            <a:ext cx="9144000" cy="0"/>
          </a:xfrm>
          <a:custGeom>
            <a:avLst/>
            <a:gdLst/>
            <a:ahLst/>
            <a:cxnLst>
              <a:cxn ang="0">
                <a:pos x="0" y="0"/>
              </a:cxn>
              <a:cxn ang="0">
                <a:pos x="9143999" y="0"/>
              </a:cxn>
            </a:cxnLst>
            <a:rect l="l" t="t" r="r" b="b"/>
            <a:pathLst>
              <a:path w="9144000">
                <a:moveTo>
                  <a:pt x="0" y="0"/>
                </a:moveTo>
                <a:lnTo>
                  <a:pt x="9143999" y="1"/>
                </a:lnTo>
              </a:path>
            </a:pathLst>
          </a:custGeom>
          <a:noFill/>
          <a:ln w="22224">
            <a:solidFill>
              <a:srgbClr val="000000"/>
            </a:solid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113671" name="object 7"/>
          <p:cNvSpPr/>
          <p:nvPr/>
        </p:nvSpPr>
        <p:spPr bwMode="auto">
          <a:xfrm>
            <a:off x="0" y="1481138"/>
            <a:ext cx="9144000" cy="0"/>
          </a:xfrm>
          <a:custGeom>
            <a:avLst/>
            <a:gdLst/>
            <a:ahLst/>
            <a:cxnLst>
              <a:cxn ang="0">
                <a:pos x="0" y="0"/>
              </a:cxn>
              <a:cxn ang="0">
                <a:pos x="9143999" y="0"/>
              </a:cxn>
            </a:cxnLst>
            <a:rect l="l" t="t" r="r" b="b"/>
            <a:pathLst>
              <a:path w="9144000">
                <a:moveTo>
                  <a:pt x="0" y="0"/>
                </a:moveTo>
                <a:lnTo>
                  <a:pt x="9143999" y="1"/>
                </a:lnTo>
              </a:path>
            </a:pathLst>
          </a:custGeom>
          <a:noFill/>
          <a:ln w="22224">
            <a:solidFill>
              <a:srgbClr val="000000"/>
            </a:solid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113672" name="object 11"/>
          <p:cNvSpPr/>
          <p:nvPr/>
        </p:nvSpPr>
        <p:spPr>
          <a:xfrm>
            <a:off x="152400" y="1752600"/>
            <a:ext cx="8956675" cy="4191000"/>
          </a:xfrm>
          <a:prstGeom prst="rect">
            <a:avLst/>
          </a:prstGeom>
          <a:blipFill rotWithShape="1">
            <a:blip r:embed="rId5"/>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latin typeface="Arial" pitchFamily="34" charset="0"/>
            </a:endParaRPr>
          </a:p>
        </p:txBody>
      </p:sp>
      <p:grpSp>
        <p:nvGrpSpPr>
          <p:cNvPr id="113675" name="Slide Number Placeholder 1"/>
          <p:cNvGrpSpPr>
            <a:grpSpLocks noGrp="1"/>
          </p:cNvGrpSpPr>
          <p:nvPr/>
        </p:nvGrpSpPr>
        <p:grpSpPr>
          <a:xfrm>
            <a:off x="8710613" y="6461125"/>
            <a:ext cx="488950" cy="476250"/>
            <a:chOff x="5487" y="4070"/>
            <a:chExt cx="308" cy="300"/>
          </a:xfrm>
        </p:grpSpPr>
        <p:pic>
          <p:nvPicPr>
            <p:cNvPr id="113673" name="Slide Number Placeholder 1"/>
            <p:cNvPicPr/>
            <p:nvPr/>
          </p:nvPicPr>
          <p:blipFill>
            <a:blip r:embed="rId6"/>
            <a:stretch>
              <a:fillRect/>
            </a:stretch>
          </p:blipFill>
          <p:spPr>
            <a:xfrm>
              <a:off x="5487" y="4070"/>
              <a:ext cx="308" cy="300"/>
            </a:xfrm>
            <a:prstGeom prst="rect">
              <a:avLst/>
            </a:prstGeom>
            <a:noFill/>
            <a:ln>
              <a:miter lim="800000"/>
            </a:ln>
          </p:spPr>
        </p:pic>
        <p:sp>
          <p:nvSpPr>
            <p:cNvPr id="113674" name="Rectangle 113673"/>
            <p:cNvSpPr/>
            <p:nvPr/>
          </p:nvSpPr>
          <p:spPr>
            <a:xfrm>
              <a:off x="5520" y="4090"/>
              <a:ext cx="240" cy="230"/>
            </a:xfrm>
            <a:prstGeom prst="rect">
              <a:avLst/>
            </a:prstGeom>
            <a:noFill/>
            <a:ln>
              <a:noFill/>
              <a:miter lim="800000"/>
            </a:ln>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r" eaLnBrk="1" hangingPunct="1"/>
              <a:fld id="{8806144D-7CC7-48B1-BFD2-9CFA9FC6F52E}" type="slidenum">
                <a:rPr lang="en-US" altLang="en-US" sz="1200">
                  <a:latin typeface="Calibri" pitchFamily="34" charset="0"/>
                </a:rPr>
                <a:t>59</a:t>
              </a:fld>
              <a:endParaRPr lang="en-US" altLang="en-US" sz="1200">
                <a:latin typeface="Calibri" pitchFamily="34" charset="0"/>
              </a:endParaRPr>
            </a:p>
          </p:txBody>
        </p:sp>
      </p:gr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4690" name="object 2"/>
          <p:cNvSpPr/>
          <p:nvPr/>
        </p:nvSpPr>
        <p:spPr>
          <a:xfrm>
            <a:off x="2830513" y="190500"/>
            <a:ext cx="3495675" cy="661988"/>
          </a:xfrm>
          <a:prstGeom prst="rect">
            <a:avLst/>
          </a:prstGeom>
          <a:blipFill rotWithShape="1">
            <a:blip r:embed="rId2"/>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solidFill>
                <a:srgbClr val="000000"/>
              </a:solidFill>
              <a:latin typeface="Arial" pitchFamily="34" charset="0"/>
            </a:endParaRPr>
          </a:p>
        </p:txBody>
      </p:sp>
      <p:sp>
        <p:nvSpPr>
          <p:cNvPr id="114691" name="object 3"/>
          <p:cNvSpPr/>
          <p:nvPr/>
        </p:nvSpPr>
        <p:spPr>
          <a:xfrm>
            <a:off x="0" y="152400"/>
            <a:ext cx="9144000" cy="868363"/>
          </a:xfrm>
          <a:prstGeom prst="rect">
            <a:avLst/>
          </a:prstGeom>
          <a:blipFill rotWithShape="1">
            <a:blip r:embed="rId3"/>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solidFill>
                <a:srgbClr val="000000"/>
              </a:solidFill>
              <a:latin typeface="Arial" pitchFamily="34" charset="0"/>
            </a:endParaRPr>
          </a:p>
        </p:txBody>
      </p:sp>
      <p:sp>
        <p:nvSpPr>
          <p:cNvPr id="114692" name="object 4"/>
          <p:cNvSpPr txBox="1">
            <a:spLocks noGrp="1"/>
          </p:cNvSpPr>
          <p:nvPr>
            <p:ph type="title" idx="4294967295"/>
          </p:nvPr>
        </p:nvSpPr>
        <p:spPr>
          <a:xfrm>
            <a:off x="2814638" y="228600"/>
            <a:ext cx="3514725" cy="492125"/>
          </a:xfrm>
          <a:prstGeom prst="rect">
            <a:avLst/>
          </a:prstGeom>
        </p:spPr>
        <p:txBody>
          <a:bodyPr vert="horz" wrap="square" lIns="0" tIns="0" rIns="0" bIns="0" numCol="1" rtlCol="0" anchor="ctr" anchorCtr="0" compatLnSpc="1">
            <a:prstTxWarp prst="textNoShape">
              <a:avLst/>
            </a:prstTxWarp>
            <a:spAutoFit/>
          </a:bodyPr>
          <a:lstStyle>
            <a:lvl1pPr>
              <a:defRPr sz="3200" b="0" i="0">
                <a:solidFill>
                  <a:schemeClr val="tx1"/>
                </a:solidFill>
                <a:latin typeface="Calibri"/>
                <a:ea typeface="+mj-ea"/>
                <a:cs typeface="Calibri"/>
              </a:defRPr>
            </a:lvl1pPr>
          </a:lstStyle>
          <a:p>
            <a:pPr marL="12700" marR="0" lvl="0" indent="0" algn="ctr" defTabSz="914400" rtl="0" eaLnBrk="0" fontAlgn="base" latinLnBrk="0" hangingPunct="0">
              <a:lnSpc>
                <a:spcPct val="100000"/>
              </a:lnSpc>
              <a:spcBef>
                <a:spcPts val="100"/>
              </a:spcBef>
              <a:spcAft>
                <a:spcPct val="0"/>
              </a:spcAft>
              <a:buClrTx/>
              <a:buSzTx/>
              <a:buFontTx/>
              <a:buNone/>
              <a:defRPr/>
            </a:pPr>
            <a:r>
              <a:rPr kumimoji="0" lang="en-IN" sz="3200" b="0" i="0" u="none" strike="noStrike" kern="1200" cap="none" spc="0" normalizeH="0" baseline="0" noProof="0">
                <a:ln>
                  <a:noFill/>
                </a:ln>
                <a:solidFill>
                  <a:schemeClr val="tx1"/>
                </a:solidFill>
                <a:effectLst/>
                <a:uLnTx/>
                <a:uFillTx/>
                <a:latin typeface="Calibri"/>
                <a:ea typeface="+mj-ea" pitchFamily="34" charset="0"/>
                <a:cs typeface="Calibri"/>
              </a:rPr>
              <a:t>Activation Functions</a:t>
            </a:r>
            <a:endParaRPr kumimoji="0" sz="3200" b="0" i="0" u="none" strike="noStrike" kern="1200" cap="none" spc="-5" normalizeH="0" baseline="0" noProof="0">
              <a:ln>
                <a:noFill/>
              </a:ln>
              <a:solidFill>
                <a:schemeClr val="tx1"/>
              </a:solidFill>
              <a:effectLst/>
              <a:uLnTx/>
              <a:uFillTx/>
              <a:latin typeface="Calibri"/>
              <a:ea typeface="+mj-ea"/>
              <a:cs typeface="Calibri"/>
            </a:endParaRPr>
          </a:p>
        </p:txBody>
      </p:sp>
      <p:sp>
        <p:nvSpPr>
          <p:cNvPr id="114693" name="object 5"/>
          <p:cNvSpPr/>
          <p:nvPr/>
        </p:nvSpPr>
        <p:spPr>
          <a:xfrm>
            <a:off x="0" y="1089025"/>
            <a:ext cx="9144000" cy="407988"/>
          </a:xfrm>
          <a:prstGeom prst="rect">
            <a:avLst/>
          </a:prstGeom>
          <a:blipFill rotWithShape="1">
            <a:blip r:embed="rId4"/>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solidFill>
                <a:srgbClr val="000000"/>
              </a:solidFill>
              <a:latin typeface="Arial" pitchFamily="34" charset="0"/>
            </a:endParaRPr>
          </a:p>
        </p:txBody>
      </p:sp>
      <p:sp>
        <p:nvSpPr>
          <p:cNvPr id="114694" name="object 6"/>
          <p:cNvSpPr/>
          <p:nvPr/>
        </p:nvSpPr>
        <p:spPr bwMode="auto">
          <a:xfrm>
            <a:off x="0" y="1100138"/>
            <a:ext cx="9144000" cy="0"/>
          </a:xfrm>
          <a:custGeom>
            <a:avLst/>
            <a:gdLst/>
            <a:ahLst/>
            <a:cxnLst>
              <a:cxn ang="0">
                <a:pos x="0" y="0"/>
              </a:cxn>
              <a:cxn ang="0">
                <a:pos x="9143999" y="0"/>
              </a:cxn>
            </a:cxnLst>
            <a:rect l="l" t="t" r="r" b="b"/>
            <a:pathLst>
              <a:path w="9144000">
                <a:moveTo>
                  <a:pt x="0" y="0"/>
                </a:moveTo>
                <a:lnTo>
                  <a:pt x="9143999" y="1"/>
                </a:lnTo>
              </a:path>
            </a:pathLst>
          </a:custGeom>
          <a:noFill/>
          <a:ln w="22224">
            <a:solidFill>
              <a:srgbClr val="000000"/>
            </a:solid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114695" name="object 7"/>
          <p:cNvSpPr/>
          <p:nvPr/>
        </p:nvSpPr>
        <p:spPr bwMode="auto">
          <a:xfrm>
            <a:off x="0" y="1481138"/>
            <a:ext cx="9144000" cy="0"/>
          </a:xfrm>
          <a:custGeom>
            <a:avLst/>
            <a:gdLst/>
            <a:ahLst/>
            <a:cxnLst>
              <a:cxn ang="0">
                <a:pos x="0" y="0"/>
              </a:cxn>
              <a:cxn ang="0">
                <a:pos x="9143999" y="0"/>
              </a:cxn>
            </a:cxnLst>
            <a:rect l="l" t="t" r="r" b="b"/>
            <a:pathLst>
              <a:path w="9144000">
                <a:moveTo>
                  <a:pt x="0" y="0"/>
                </a:moveTo>
                <a:lnTo>
                  <a:pt x="9143999" y="1"/>
                </a:lnTo>
              </a:path>
            </a:pathLst>
          </a:custGeom>
          <a:noFill/>
          <a:ln w="22224">
            <a:solidFill>
              <a:srgbClr val="000000"/>
            </a:solidFill>
            <a:round/>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sp>
        <p:nvSpPr>
          <p:cNvPr id="114696" name="object 11"/>
          <p:cNvSpPr/>
          <p:nvPr/>
        </p:nvSpPr>
        <p:spPr>
          <a:xfrm>
            <a:off x="533400" y="1725613"/>
            <a:ext cx="2287588" cy="1506537"/>
          </a:xfrm>
          <a:prstGeom prst="rect">
            <a:avLst/>
          </a:prstGeom>
          <a:blipFill rotWithShape="1">
            <a:blip r:embed="rId5"/>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solidFill>
                <a:srgbClr val="000000"/>
              </a:solidFill>
              <a:latin typeface="Arial" pitchFamily="34" charset="0"/>
            </a:endParaRPr>
          </a:p>
        </p:txBody>
      </p:sp>
      <p:sp>
        <p:nvSpPr>
          <p:cNvPr id="114697" name="object 12"/>
          <p:cNvSpPr txBox="1"/>
          <p:nvPr/>
        </p:nvSpPr>
        <p:spPr>
          <a:xfrm>
            <a:off x="488950" y="1727200"/>
            <a:ext cx="746125" cy="298450"/>
          </a:xfrm>
          <a:prstGeom prst="rect">
            <a:avLst/>
          </a:prstGeom>
        </p:spPr>
        <p:txBody>
          <a:bodyPr lIns="0" tIns="1270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12700" marR="0" lvl="0" indent="0" algn="l" defTabSz="914400" rtl="0" eaLnBrk="0" fontAlgn="base" latinLnBrk="0" hangingPunct="0">
              <a:lnSpc>
                <a:spcPct val="100000"/>
              </a:lnSpc>
              <a:spcBef>
                <a:spcPts val="100"/>
              </a:spcBef>
              <a:spcAft>
                <a:spcPct val="0"/>
              </a:spcAft>
              <a:buClrTx/>
              <a:buSzTx/>
              <a:buFontTx/>
              <a:buNone/>
              <a:defRPr/>
            </a:pPr>
            <a:r>
              <a:rPr kumimoji="0" sz="1800" b="0" i="0" u="none" strike="noStrike" kern="1200" cap="none" spc="-5" normalizeH="0" baseline="0" noProof="0">
                <a:ln>
                  <a:noFill/>
                </a:ln>
                <a:solidFill>
                  <a:prstClr val="black"/>
                </a:solidFill>
                <a:effectLst/>
                <a:uLnTx/>
                <a:uFillTx/>
                <a:latin typeface="Gill Sans MT"/>
                <a:ea typeface="+mn-ea" pitchFamily="34" charset="0"/>
                <a:cs typeface="Gill Sans MT"/>
              </a:rPr>
              <a:t>S</a:t>
            </a:r>
            <a:r>
              <a:rPr kumimoji="0" sz="1800" b="0" i="0" u="none" strike="noStrike" kern="1200" cap="none" spc="0" normalizeH="0" baseline="0" noProof="0">
                <a:ln>
                  <a:noFill/>
                </a:ln>
                <a:solidFill>
                  <a:prstClr val="black"/>
                </a:solidFill>
                <a:effectLst/>
                <a:uLnTx/>
                <a:uFillTx/>
                <a:latin typeface="Gill Sans MT"/>
                <a:ea typeface="+mn-ea" pitchFamily="34" charset="0"/>
                <a:cs typeface="Gill Sans MT"/>
              </a:rPr>
              <a:t>igm</a:t>
            </a:r>
            <a:r>
              <a:rPr kumimoji="0" sz="1800" b="0" i="0" u="none" strike="noStrike" kern="1200" cap="none" spc="-5" normalizeH="0" baseline="0" noProof="0">
                <a:ln>
                  <a:noFill/>
                </a:ln>
                <a:solidFill>
                  <a:prstClr val="black"/>
                </a:solidFill>
                <a:effectLst/>
                <a:uLnTx/>
                <a:uFillTx/>
                <a:latin typeface="Gill Sans MT"/>
                <a:ea typeface="+mn-ea" pitchFamily="34" charset="0"/>
                <a:cs typeface="Gill Sans MT"/>
              </a:rPr>
              <a:t>oi</a:t>
            </a:r>
            <a:r>
              <a:rPr kumimoji="0" sz="1800" b="0" i="0" u="none" strike="noStrike" kern="1200" cap="none" spc="0" normalizeH="0" baseline="0" noProof="0">
                <a:ln>
                  <a:noFill/>
                </a:ln>
                <a:solidFill>
                  <a:prstClr val="black"/>
                </a:solidFill>
                <a:effectLst/>
                <a:uLnTx/>
                <a:uFillTx/>
                <a:latin typeface="Gill Sans MT"/>
                <a:ea typeface="+mn-ea" pitchFamily="34" charset="0"/>
                <a:cs typeface="Gill Sans MT"/>
              </a:rPr>
              <a:t>d</a:t>
            </a:r>
            <a:endParaRPr kumimoji="0" sz="1800" b="0" i="0" u="none" strike="noStrike" kern="1200" cap="none" spc="0" normalizeH="0" baseline="0" noProof="0">
              <a:ln>
                <a:noFill/>
              </a:ln>
              <a:solidFill>
                <a:prstClr val="black"/>
              </a:solidFill>
              <a:effectLst/>
              <a:uLnTx/>
              <a:uFillTx/>
              <a:latin typeface="Gill Sans MT"/>
              <a:ea typeface="+mn-ea"/>
              <a:cs typeface="Gill Sans MT"/>
            </a:endParaRPr>
          </a:p>
        </p:txBody>
      </p:sp>
      <p:sp>
        <p:nvSpPr>
          <p:cNvPr id="114698" name="object 13"/>
          <p:cNvSpPr/>
          <p:nvPr/>
        </p:nvSpPr>
        <p:spPr>
          <a:xfrm>
            <a:off x="3397250" y="1812925"/>
            <a:ext cx="2127250" cy="1346200"/>
          </a:xfrm>
          <a:prstGeom prst="rect">
            <a:avLst/>
          </a:prstGeom>
          <a:blipFill rotWithShape="1">
            <a:blip r:embed="rId6"/>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solidFill>
                <a:srgbClr val="000000"/>
              </a:solidFill>
              <a:latin typeface="Arial" pitchFamily="34" charset="0"/>
            </a:endParaRPr>
          </a:p>
        </p:txBody>
      </p:sp>
      <p:sp>
        <p:nvSpPr>
          <p:cNvPr id="114699" name="object 14"/>
          <p:cNvSpPr/>
          <p:nvPr/>
        </p:nvSpPr>
        <p:spPr>
          <a:xfrm>
            <a:off x="6267450" y="1582738"/>
            <a:ext cx="2263775" cy="1514475"/>
          </a:xfrm>
          <a:prstGeom prst="rect">
            <a:avLst/>
          </a:prstGeom>
          <a:blipFill rotWithShape="1">
            <a:blip r:embed="rId7"/>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solidFill>
                <a:srgbClr val="000000"/>
              </a:solidFill>
              <a:latin typeface="Arial" pitchFamily="34" charset="0"/>
            </a:endParaRPr>
          </a:p>
        </p:txBody>
      </p:sp>
      <p:sp>
        <p:nvSpPr>
          <p:cNvPr id="114700" name="object 15"/>
          <p:cNvSpPr/>
          <p:nvPr/>
        </p:nvSpPr>
        <p:spPr>
          <a:xfrm>
            <a:off x="469900" y="4314825"/>
            <a:ext cx="2347913" cy="1503363"/>
          </a:xfrm>
          <a:prstGeom prst="rect">
            <a:avLst/>
          </a:prstGeom>
          <a:blipFill rotWithShape="1">
            <a:blip r:embed="rId8"/>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solidFill>
                <a:srgbClr val="000000"/>
              </a:solidFill>
              <a:latin typeface="Arial" pitchFamily="34" charset="0"/>
            </a:endParaRPr>
          </a:p>
        </p:txBody>
      </p:sp>
      <p:sp>
        <p:nvSpPr>
          <p:cNvPr id="114701" name="object 16"/>
          <p:cNvSpPr txBox="1"/>
          <p:nvPr/>
        </p:nvSpPr>
        <p:spPr>
          <a:xfrm>
            <a:off x="3281363" y="1727200"/>
            <a:ext cx="427037" cy="298450"/>
          </a:xfrm>
          <a:prstGeom prst="rect">
            <a:avLst/>
          </a:prstGeom>
        </p:spPr>
        <p:txBody>
          <a:bodyPr lIns="0" tIns="1270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12700" marR="0" lvl="0" indent="0" algn="l" defTabSz="914400" rtl="0" eaLnBrk="0" fontAlgn="base" latinLnBrk="0" hangingPunct="0">
              <a:lnSpc>
                <a:spcPct val="100000"/>
              </a:lnSpc>
              <a:spcBef>
                <a:spcPts val="100"/>
              </a:spcBef>
              <a:spcAft>
                <a:spcPct val="0"/>
              </a:spcAft>
              <a:buClrTx/>
              <a:buSzTx/>
              <a:buFontTx/>
              <a:buNone/>
              <a:defRPr/>
            </a:pPr>
            <a:r>
              <a:rPr kumimoji="0" sz="1800" b="0" i="0" u="none" strike="noStrike" kern="1200" cap="none" spc="-5" normalizeH="0" baseline="0" noProof="0">
                <a:ln>
                  <a:noFill/>
                </a:ln>
                <a:solidFill>
                  <a:prstClr val="black"/>
                </a:solidFill>
                <a:effectLst/>
                <a:uLnTx/>
                <a:uFillTx/>
                <a:latin typeface="Gill Sans MT"/>
                <a:ea typeface="+mn-ea" pitchFamily="34" charset="0"/>
                <a:cs typeface="Gill Sans MT"/>
              </a:rPr>
              <a:t>ta</a:t>
            </a:r>
            <a:r>
              <a:rPr kumimoji="0" sz="1800" b="0" i="0" u="none" strike="noStrike" kern="1200" cap="none" spc="0" normalizeH="0" baseline="0" noProof="0">
                <a:ln>
                  <a:noFill/>
                </a:ln>
                <a:solidFill>
                  <a:prstClr val="black"/>
                </a:solidFill>
                <a:effectLst/>
                <a:uLnTx/>
                <a:uFillTx/>
                <a:latin typeface="Gill Sans MT"/>
                <a:ea typeface="+mn-ea" pitchFamily="34" charset="0"/>
                <a:cs typeface="Gill Sans MT"/>
              </a:rPr>
              <a:t>nh</a:t>
            </a:r>
            <a:endParaRPr kumimoji="0" sz="1800" b="0" i="0" u="none" strike="noStrike" kern="1200" cap="none" spc="0" normalizeH="0" baseline="0" noProof="0">
              <a:ln>
                <a:noFill/>
              </a:ln>
              <a:solidFill>
                <a:prstClr val="black"/>
              </a:solidFill>
              <a:effectLst/>
              <a:uLnTx/>
              <a:uFillTx/>
              <a:latin typeface="Gill Sans MT"/>
              <a:ea typeface="+mn-ea"/>
              <a:cs typeface="Gill Sans MT"/>
            </a:endParaRPr>
          </a:p>
        </p:txBody>
      </p:sp>
      <p:sp>
        <p:nvSpPr>
          <p:cNvPr id="114702" name="object 17"/>
          <p:cNvSpPr/>
          <p:nvPr/>
        </p:nvSpPr>
        <p:spPr>
          <a:xfrm>
            <a:off x="6453188" y="1738313"/>
            <a:ext cx="547687" cy="300037"/>
          </a:xfrm>
          <a:prstGeom prst="rect">
            <a:avLst/>
          </a:prstGeom>
          <a:noFill/>
          <a:ln>
            <a:noFill/>
            <a:miter lim="800000"/>
          </a:ln>
        </p:spPr>
        <p:txBody>
          <a:bodyPr lIns="0" tIns="12700" rIns="0" bIns="0">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12700" lvl="0" indent="0">
              <a:spcBef>
                <a:spcPts val="100"/>
              </a:spcBef>
              <a:buFontTx/>
              <a:buNone/>
            </a:pPr>
            <a:r>
              <a:rPr lang="en-US" altLang="en-US" sz="1800">
                <a:solidFill>
                  <a:srgbClr val="000000"/>
                </a:solidFill>
                <a:latin typeface="Gill Sans MT" pitchFamily="34" charset="0"/>
                <a:ea typeface="Gill Sans MT" pitchFamily="34" charset="0"/>
              </a:rPr>
              <a:t>ReLU</a:t>
            </a:r>
          </a:p>
        </p:txBody>
      </p:sp>
      <p:sp>
        <p:nvSpPr>
          <p:cNvPr id="114703" name="object 18"/>
          <p:cNvSpPr txBox="1"/>
          <p:nvPr/>
        </p:nvSpPr>
        <p:spPr>
          <a:xfrm>
            <a:off x="336550" y="4387850"/>
            <a:ext cx="1139825" cy="300038"/>
          </a:xfrm>
          <a:prstGeom prst="rect">
            <a:avLst/>
          </a:prstGeom>
        </p:spPr>
        <p:txBody>
          <a:bodyPr lIns="0" tIns="1270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12700" marR="0" lvl="0" indent="0" algn="l" defTabSz="914400" rtl="0" eaLnBrk="0" fontAlgn="base" latinLnBrk="0" hangingPunct="0">
              <a:lnSpc>
                <a:spcPct val="100000"/>
              </a:lnSpc>
              <a:spcBef>
                <a:spcPts val="100"/>
              </a:spcBef>
              <a:spcAft>
                <a:spcPct val="0"/>
              </a:spcAft>
              <a:buClrTx/>
              <a:buSzTx/>
              <a:buFontTx/>
              <a:buNone/>
              <a:defRPr/>
            </a:pPr>
            <a:r>
              <a:rPr kumimoji="0" sz="1800" b="0" i="0" u="none" strike="noStrike" kern="1200" cap="none" spc="-5" normalizeH="0" baseline="0" noProof="0">
                <a:ln>
                  <a:noFill/>
                </a:ln>
                <a:solidFill>
                  <a:prstClr val="black"/>
                </a:solidFill>
                <a:effectLst/>
                <a:uLnTx/>
                <a:uFillTx/>
                <a:latin typeface="Gill Sans MT"/>
                <a:ea typeface="+mn-ea" pitchFamily="34" charset="0"/>
                <a:cs typeface="Gill Sans MT"/>
              </a:rPr>
              <a:t>Leaky</a:t>
            </a:r>
            <a:r>
              <a:rPr kumimoji="0" sz="1800" b="0" i="0" u="none" strike="noStrike" kern="1200" cap="none" spc="-75" normalizeH="0" baseline="0" noProof="0">
                <a:ln>
                  <a:noFill/>
                </a:ln>
                <a:solidFill>
                  <a:prstClr val="black"/>
                </a:solidFill>
                <a:effectLst/>
                <a:uLnTx/>
                <a:uFillTx/>
                <a:latin typeface="Gill Sans MT"/>
                <a:ea typeface="+mn-ea" pitchFamily="34" charset="0"/>
                <a:cs typeface="Gill Sans MT"/>
              </a:rPr>
              <a:t> </a:t>
            </a:r>
            <a:r>
              <a:rPr kumimoji="0" sz="1800" b="0" i="0" u="none" strike="noStrike" kern="1200" cap="none" spc="0" normalizeH="0" baseline="0" noProof="0">
                <a:ln>
                  <a:noFill/>
                </a:ln>
                <a:solidFill>
                  <a:prstClr val="black"/>
                </a:solidFill>
                <a:effectLst/>
                <a:uLnTx/>
                <a:uFillTx/>
                <a:latin typeface="Gill Sans MT"/>
                <a:ea typeface="+mn-ea" pitchFamily="34" charset="0"/>
                <a:cs typeface="Gill Sans MT"/>
              </a:rPr>
              <a:t>ReLU</a:t>
            </a:r>
            <a:endParaRPr kumimoji="0" sz="1800" b="0" i="0" u="none" strike="noStrike" kern="1200" cap="none" spc="0" normalizeH="0" baseline="0" noProof="0">
              <a:ln>
                <a:noFill/>
              </a:ln>
              <a:solidFill>
                <a:prstClr val="black"/>
              </a:solidFill>
              <a:effectLst/>
              <a:uLnTx/>
              <a:uFillTx/>
              <a:latin typeface="Gill Sans MT"/>
              <a:ea typeface="+mn-ea"/>
              <a:cs typeface="Gill Sans MT"/>
            </a:endParaRPr>
          </a:p>
        </p:txBody>
      </p:sp>
      <p:sp>
        <p:nvSpPr>
          <p:cNvPr id="114704" name="object 19"/>
          <p:cNvSpPr txBox="1"/>
          <p:nvPr/>
        </p:nvSpPr>
        <p:spPr>
          <a:xfrm>
            <a:off x="6859588" y="4376738"/>
            <a:ext cx="730250" cy="300037"/>
          </a:xfrm>
          <a:prstGeom prst="rect">
            <a:avLst/>
          </a:prstGeom>
        </p:spPr>
        <p:txBody>
          <a:bodyPr lIns="0" tIns="1270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pPr marL="12700" marR="0" lvl="0" indent="0" algn="l" defTabSz="914400" rtl="0" eaLnBrk="0" fontAlgn="base" latinLnBrk="0" hangingPunct="0">
              <a:lnSpc>
                <a:spcPct val="100000"/>
              </a:lnSpc>
              <a:spcBef>
                <a:spcPts val="100"/>
              </a:spcBef>
              <a:spcAft>
                <a:spcPct val="0"/>
              </a:spcAft>
              <a:buClrTx/>
              <a:buSzTx/>
              <a:buFontTx/>
              <a:buNone/>
              <a:defRPr/>
            </a:pPr>
            <a:r>
              <a:rPr kumimoji="0" sz="1800" b="0" i="0" u="none" strike="noStrike" kern="1200" cap="none" spc="0" normalizeH="0" baseline="0" noProof="0">
                <a:ln>
                  <a:noFill/>
                </a:ln>
                <a:solidFill>
                  <a:prstClr val="black"/>
                </a:solidFill>
                <a:effectLst/>
                <a:uLnTx/>
                <a:uFillTx/>
                <a:latin typeface="Gill Sans MT"/>
                <a:ea typeface="+mn-ea" pitchFamily="34" charset="0"/>
                <a:cs typeface="Gill Sans MT"/>
              </a:rPr>
              <a:t>m</a:t>
            </a:r>
            <a:r>
              <a:rPr kumimoji="0" sz="1800" b="0" i="0" u="none" strike="noStrike" kern="1200" cap="none" spc="-5" normalizeH="0" baseline="0" noProof="0">
                <a:ln>
                  <a:noFill/>
                </a:ln>
                <a:solidFill>
                  <a:prstClr val="black"/>
                </a:solidFill>
                <a:effectLst/>
                <a:uLnTx/>
                <a:uFillTx/>
                <a:latin typeface="Gill Sans MT"/>
                <a:ea typeface="+mn-ea" pitchFamily="34" charset="0"/>
                <a:cs typeface="Gill Sans MT"/>
              </a:rPr>
              <a:t>a</a:t>
            </a:r>
            <a:r>
              <a:rPr kumimoji="0" sz="1800" b="0" i="0" u="none" strike="noStrike" kern="1200" cap="none" spc="0" normalizeH="0" baseline="0" noProof="0">
                <a:ln>
                  <a:noFill/>
                </a:ln>
                <a:solidFill>
                  <a:prstClr val="black"/>
                </a:solidFill>
                <a:effectLst/>
                <a:uLnTx/>
                <a:uFillTx/>
                <a:latin typeface="Gill Sans MT"/>
                <a:ea typeface="+mn-ea" pitchFamily="34" charset="0"/>
                <a:cs typeface="Gill Sans MT"/>
              </a:rPr>
              <a:t>x</a:t>
            </a:r>
            <a:r>
              <a:rPr kumimoji="0" sz="1800" b="0" i="0" u="none" strike="noStrike" kern="1200" cap="none" spc="-5" normalizeH="0" baseline="0" noProof="0">
                <a:ln>
                  <a:noFill/>
                </a:ln>
                <a:solidFill>
                  <a:prstClr val="black"/>
                </a:solidFill>
                <a:effectLst/>
                <a:uLnTx/>
                <a:uFillTx/>
                <a:latin typeface="Gill Sans MT"/>
                <a:ea typeface="+mn-ea" pitchFamily="34" charset="0"/>
                <a:cs typeface="Gill Sans MT"/>
              </a:rPr>
              <a:t>o</a:t>
            </a:r>
            <a:r>
              <a:rPr kumimoji="0" sz="1800" b="0" i="0" u="none" strike="noStrike" kern="1200" cap="none" spc="0" normalizeH="0" baseline="0" noProof="0">
                <a:ln>
                  <a:noFill/>
                </a:ln>
                <a:solidFill>
                  <a:prstClr val="black"/>
                </a:solidFill>
                <a:effectLst/>
                <a:uLnTx/>
                <a:uFillTx/>
                <a:latin typeface="Gill Sans MT"/>
                <a:ea typeface="+mn-ea" pitchFamily="34" charset="0"/>
                <a:cs typeface="Gill Sans MT"/>
              </a:rPr>
              <a:t>ut</a:t>
            </a:r>
            <a:endParaRPr kumimoji="0" sz="1800" b="0" i="0" u="none" strike="noStrike" kern="1200" cap="none" spc="0" normalizeH="0" baseline="0" noProof="0">
              <a:ln>
                <a:noFill/>
              </a:ln>
              <a:solidFill>
                <a:prstClr val="black"/>
              </a:solidFill>
              <a:effectLst/>
              <a:uLnTx/>
              <a:uFillTx/>
              <a:latin typeface="Gill Sans MT"/>
              <a:ea typeface="+mn-ea"/>
              <a:cs typeface="Gill Sans MT"/>
            </a:endParaRPr>
          </a:p>
        </p:txBody>
      </p:sp>
      <p:sp>
        <p:nvSpPr>
          <p:cNvPr id="114705" name="object 20"/>
          <p:cNvSpPr/>
          <p:nvPr/>
        </p:nvSpPr>
        <p:spPr>
          <a:xfrm>
            <a:off x="6019800" y="4953000"/>
            <a:ext cx="2667000" cy="315913"/>
          </a:xfrm>
          <a:prstGeom prst="rect">
            <a:avLst/>
          </a:prstGeom>
          <a:blipFill rotWithShape="1">
            <a:blip r:embed="rId9"/>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solidFill>
                <a:srgbClr val="000000"/>
              </a:solidFill>
              <a:latin typeface="Arial" pitchFamily="34" charset="0"/>
            </a:endParaRPr>
          </a:p>
        </p:txBody>
      </p:sp>
      <p:sp>
        <p:nvSpPr>
          <p:cNvPr id="114706" name="object 21"/>
          <p:cNvSpPr/>
          <p:nvPr/>
        </p:nvSpPr>
        <p:spPr>
          <a:xfrm>
            <a:off x="6553200" y="3446463"/>
            <a:ext cx="1724025" cy="307975"/>
          </a:xfrm>
          <a:prstGeom prst="rect">
            <a:avLst/>
          </a:prstGeom>
          <a:blipFill rotWithShape="1">
            <a:blip r:embed="rId10"/>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solidFill>
                <a:srgbClr val="000000"/>
              </a:solidFill>
              <a:latin typeface="Arial" pitchFamily="34" charset="0"/>
            </a:endParaRPr>
          </a:p>
        </p:txBody>
      </p:sp>
      <p:sp>
        <p:nvSpPr>
          <p:cNvPr id="114707" name="object 22"/>
          <p:cNvSpPr/>
          <p:nvPr/>
        </p:nvSpPr>
        <p:spPr>
          <a:xfrm>
            <a:off x="3795713" y="3325813"/>
            <a:ext cx="1385887" cy="531812"/>
          </a:xfrm>
          <a:prstGeom prst="rect">
            <a:avLst/>
          </a:prstGeom>
          <a:blipFill rotWithShape="1">
            <a:blip r:embed="rId11"/>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solidFill>
                <a:srgbClr val="000000"/>
              </a:solidFill>
              <a:latin typeface="Arial" pitchFamily="34" charset="0"/>
            </a:endParaRPr>
          </a:p>
        </p:txBody>
      </p:sp>
      <p:sp>
        <p:nvSpPr>
          <p:cNvPr id="114708" name="object 23"/>
          <p:cNvSpPr/>
          <p:nvPr/>
        </p:nvSpPr>
        <p:spPr>
          <a:xfrm>
            <a:off x="2819400" y="5486400"/>
            <a:ext cx="2800350" cy="762000"/>
          </a:xfrm>
          <a:prstGeom prst="rect">
            <a:avLst/>
          </a:prstGeom>
          <a:blipFill rotWithShape="1">
            <a:blip r:embed="rId12"/>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solidFill>
                <a:srgbClr val="000000"/>
              </a:solidFill>
              <a:latin typeface="Arial" pitchFamily="34" charset="0"/>
            </a:endParaRPr>
          </a:p>
        </p:txBody>
      </p:sp>
      <p:sp>
        <p:nvSpPr>
          <p:cNvPr id="114709" name="object 24"/>
          <p:cNvSpPr/>
          <p:nvPr/>
        </p:nvSpPr>
        <p:spPr>
          <a:xfrm>
            <a:off x="1023938" y="3325813"/>
            <a:ext cx="1290637" cy="533400"/>
          </a:xfrm>
          <a:prstGeom prst="rect">
            <a:avLst/>
          </a:prstGeom>
          <a:blipFill rotWithShape="1">
            <a:blip r:embed="rId13"/>
            <a:stretch>
              <a:fillRect/>
            </a:stretch>
          </a:blipFill>
          <a:ln>
            <a:noFill/>
            <a:miter lim="800000"/>
          </a:ln>
        </p:spPr>
        <p:txBody>
          <a:bodyPr lIns="0" tIns="0" rIns="0" bIns="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US" altLang="en-US" sz="1800">
              <a:solidFill>
                <a:srgbClr val="000000"/>
              </a:solidFill>
              <a:latin typeface="Arial" pitchFamily="34" charset="0"/>
            </a:endParaRPr>
          </a:p>
        </p:txBody>
      </p:sp>
      <p:grpSp>
        <p:nvGrpSpPr>
          <p:cNvPr id="114712" name="Slide Number Placeholder 1"/>
          <p:cNvGrpSpPr>
            <a:grpSpLocks noGrp="1"/>
          </p:cNvGrpSpPr>
          <p:nvPr/>
        </p:nvGrpSpPr>
        <p:grpSpPr>
          <a:xfrm>
            <a:off x="8601075" y="6370638"/>
            <a:ext cx="622300" cy="609600"/>
            <a:chOff x="5418" y="4013"/>
            <a:chExt cx="392" cy="384"/>
          </a:xfrm>
        </p:grpSpPr>
        <p:pic>
          <p:nvPicPr>
            <p:cNvPr id="114710" name="Slide Number Placeholder 1"/>
            <p:cNvPicPr/>
            <p:nvPr/>
          </p:nvPicPr>
          <p:blipFill>
            <a:blip r:embed="rId14"/>
            <a:stretch>
              <a:fillRect/>
            </a:stretch>
          </p:blipFill>
          <p:spPr>
            <a:xfrm>
              <a:off x="5418" y="4013"/>
              <a:ext cx="392" cy="384"/>
            </a:xfrm>
            <a:prstGeom prst="rect">
              <a:avLst/>
            </a:prstGeom>
            <a:noFill/>
            <a:ln>
              <a:miter lim="800000"/>
            </a:ln>
          </p:spPr>
        </p:pic>
        <p:sp>
          <p:nvSpPr>
            <p:cNvPr id="114711" name="Rectangle 114710"/>
            <p:cNvSpPr/>
            <p:nvPr/>
          </p:nvSpPr>
          <p:spPr>
            <a:xfrm>
              <a:off x="5472" y="4032"/>
              <a:ext cx="288" cy="278"/>
            </a:xfrm>
            <a:prstGeom prst="rect">
              <a:avLst/>
            </a:prstGeom>
            <a:noFill/>
            <a:ln>
              <a:noFill/>
              <a:miter lim="800000"/>
            </a:ln>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fld id="{97BB4070-1F42-40E1-8E45-ECB16B7CA388}" type="slidenum">
                <a:rPr lang="en-US" altLang="en-US">
                  <a:latin typeface="Calibri" pitchFamily="34" charset="0"/>
                </a:rPr>
                <a:t>60</a:t>
              </a:fld>
              <a:endParaRPr lang="en-US" altLang="en-US">
                <a:latin typeface="Calibri" pitchFamily="34" charset="0"/>
              </a:endParaRPr>
            </a:p>
          </p:txBody>
        </p:sp>
      </p:gr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5714" name="Slide Number Placeholder 5"/>
          <p:cNvSpPr>
            <a:spLocks noGrp="1"/>
          </p:cNvSpPr>
          <p:nvPr>
            <p:ph type="sldNum"/>
          </p:nvPr>
        </p:nvSpPr>
        <p:spPr>
          <a:xfrm>
            <a:off x="7239000" y="6473825"/>
            <a:ext cx="1905000" cy="381000"/>
          </a:xfrm>
          <a:prstGeom prst="rect">
            <a:avLst/>
          </a:prstGeom>
          <a:noFill/>
          <a:ln>
            <a:noFill/>
            <a:miter lim="800000"/>
          </a:ln>
          <a:effectLst/>
        </p:spPr>
        <p:txBody>
          <a:bodyPr anchor="b" anchorCtr="0">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lgn="r">
              <a:spcBef>
                <a:spcPct val="0"/>
              </a:spcBef>
              <a:buFontTx/>
              <a:buNone/>
            </a:pPr>
            <a:fld id="{E9B396E0-77A1-4C2A-BF2A-43BD349520BE}" type="slidenum">
              <a:rPr lang="en-US" altLang="en-US" sz="1200">
                <a:latin typeface="Tahoma" pitchFamily="34" charset="0"/>
              </a:rPr>
              <a:t>61</a:t>
            </a:fld>
            <a:endParaRPr lang="en-US" altLang="en-US" sz="1200">
              <a:latin typeface="Tahoma" pitchFamily="34" charset="0"/>
            </a:endParaRPr>
          </a:p>
        </p:txBody>
      </p:sp>
      <p:sp>
        <p:nvSpPr>
          <p:cNvPr id="115715" name="Rectangle 2"/>
          <p:cNvSpPr>
            <a:spLocks noGrp="1"/>
          </p:cNvSpPr>
          <p:nvPr>
            <p:ph type="title" idx="4294967295"/>
          </p:nvPr>
        </p:nvSpPr>
        <p:spPr>
          <a:xfrm>
            <a:off x="304800" y="166688"/>
            <a:ext cx="8402638" cy="684212"/>
          </a:xfrm>
          <a:noFill/>
          <a:ln w="9525">
            <a:noFill/>
            <a:miter lim="800000"/>
          </a:ln>
          <a:effectLst/>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Calibri" pitchFamily="34" charset="0"/>
                <a:ea typeface="+mj-ea"/>
                <a:cs typeface="+mj-cs"/>
              </a:defRPr>
            </a:lvl1pPr>
          </a:lstStyle>
          <a:p>
            <a:pPr lvl="0"/>
            <a:r>
              <a:rPr lang="en-US" altLang="en-US" sz="3600" b="1">
                <a:solidFill>
                  <a:schemeClr val="tx2"/>
                </a:solidFill>
              </a:rPr>
              <a:t>Classification by Backpropagation</a:t>
            </a:r>
            <a:endParaRPr lang="en-US" altLang="en-US" sz="3200" b="1">
              <a:solidFill>
                <a:schemeClr val="tx2"/>
              </a:solidFill>
            </a:endParaRPr>
          </a:p>
        </p:txBody>
      </p:sp>
      <p:grpSp>
        <p:nvGrpSpPr>
          <p:cNvPr id="115716" name="Group 3"/>
          <p:cNvGrpSpPr/>
          <p:nvPr/>
        </p:nvGrpSpPr>
        <p:grpSpPr>
          <a:xfrm>
            <a:off x="2438400" y="1701800"/>
            <a:ext cx="3409950" cy="4948238"/>
            <a:chOff x="1536" y="1072"/>
            <a:chExt cx="2148" cy="3117"/>
          </a:xfrm>
        </p:grpSpPr>
        <p:sp>
          <p:nvSpPr>
            <p:cNvPr id="115730" name="Oval 4"/>
            <p:cNvSpPr/>
            <p:nvPr/>
          </p:nvSpPr>
          <p:spPr>
            <a:xfrm>
              <a:off x="1730" y="1625"/>
              <a:ext cx="340" cy="316"/>
            </a:xfrm>
            <a:prstGeom prst="ellipse">
              <a:avLst/>
            </a:prstGeom>
            <a:noFill/>
            <a:ln w="12700">
              <a:solidFill>
                <a:prstClr val="black"/>
              </a:solidFill>
              <a:miter lim="800000"/>
            </a:ln>
            <a:effectLst/>
          </p:spPr>
          <p:txBody>
            <a:bodyPr wrap="none" anchor="ctr" anchorCtr="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IN" altLang="en-US" sz="1800">
                <a:latin typeface="Arial" pitchFamily="34" charset="0"/>
              </a:endParaRPr>
            </a:p>
          </p:txBody>
        </p:sp>
        <p:sp>
          <p:nvSpPr>
            <p:cNvPr id="115731" name="Oval 5"/>
            <p:cNvSpPr/>
            <p:nvPr/>
          </p:nvSpPr>
          <p:spPr>
            <a:xfrm>
              <a:off x="2430" y="1642"/>
              <a:ext cx="340" cy="316"/>
            </a:xfrm>
            <a:prstGeom prst="ellipse">
              <a:avLst/>
            </a:prstGeom>
            <a:noFill/>
            <a:ln w="12700">
              <a:solidFill>
                <a:prstClr val="black"/>
              </a:solidFill>
              <a:miter lim="800000"/>
            </a:ln>
            <a:effectLst/>
          </p:spPr>
          <p:txBody>
            <a:bodyPr wrap="none" anchor="ctr" anchorCtr="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IN" altLang="en-US" sz="1800">
                <a:latin typeface="Arial" pitchFamily="34" charset="0"/>
              </a:endParaRPr>
            </a:p>
          </p:txBody>
        </p:sp>
        <p:sp>
          <p:nvSpPr>
            <p:cNvPr id="115732" name="Oval 6"/>
            <p:cNvSpPr/>
            <p:nvPr/>
          </p:nvSpPr>
          <p:spPr>
            <a:xfrm>
              <a:off x="3094" y="1642"/>
              <a:ext cx="340" cy="316"/>
            </a:xfrm>
            <a:prstGeom prst="ellipse">
              <a:avLst/>
            </a:prstGeom>
            <a:noFill/>
            <a:ln w="12700">
              <a:solidFill>
                <a:prstClr val="black"/>
              </a:solidFill>
              <a:miter lim="800000"/>
            </a:ln>
            <a:effectLst/>
          </p:spPr>
          <p:txBody>
            <a:bodyPr wrap="none" anchor="ctr" anchorCtr="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IN" altLang="en-US" sz="1800">
                <a:latin typeface="Arial" pitchFamily="34" charset="0"/>
              </a:endParaRPr>
            </a:p>
          </p:txBody>
        </p:sp>
        <p:sp>
          <p:nvSpPr>
            <p:cNvPr id="115733" name="Oval 7"/>
            <p:cNvSpPr/>
            <p:nvPr/>
          </p:nvSpPr>
          <p:spPr>
            <a:xfrm>
              <a:off x="2449" y="2432"/>
              <a:ext cx="339" cy="316"/>
            </a:xfrm>
            <a:prstGeom prst="ellipse">
              <a:avLst/>
            </a:prstGeom>
            <a:solidFill>
              <a:schemeClr val="tx1"/>
            </a:solidFill>
            <a:ln w="12700">
              <a:solidFill>
                <a:prstClr val="black"/>
              </a:solidFill>
              <a:miter lim="800000"/>
            </a:ln>
            <a:effectLst/>
          </p:spPr>
          <p:txBody>
            <a:bodyPr wrap="none" anchor="ctr" anchorCtr="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IN" altLang="en-US" sz="1800">
                <a:latin typeface="Arial" pitchFamily="34" charset="0"/>
              </a:endParaRPr>
            </a:p>
          </p:txBody>
        </p:sp>
        <p:sp>
          <p:nvSpPr>
            <p:cNvPr id="115734" name="Oval 8"/>
            <p:cNvSpPr/>
            <p:nvPr/>
          </p:nvSpPr>
          <p:spPr>
            <a:xfrm>
              <a:off x="3344" y="2432"/>
              <a:ext cx="340" cy="316"/>
            </a:xfrm>
            <a:prstGeom prst="ellipse">
              <a:avLst/>
            </a:prstGeom>
            <a:solidFill>
              <a:schemeClr val="tx1"/>
            </a:solidFill>
            <a:ln w="12700">
              <a:solidFill>
                <a:prstClr val="black"/>
              </a:solidFill>
              <a:miter lim="800000"/>
            </a:ln>
            <a:effectLst/>
          </p:spPr>
          <p:txBody>
            <a:bodyPr wrap="none" anchor="ctr" anchorCtr="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IN" altLang="en-US" sz="1800">
                <a:latin typeface="Arial" pitchFamily="34" charset="0"/>
              </a:endParaRPr>
            </a:p>
          </p:txBody>
        </p:sp>
        <p:sp>
          <p:nvSpPr>
            <p:cNvPr id="115735" name="Oval 9"/>
            <p:cNvSpPr/>
            <p:nvPr/>
          </p:nvSpPr>
          <p:spPr>
            <a:xfrm>
              <a:off x="1536" y="2448"/>
              <a:ext cx="340" cy="316"/>
            </a:xfrm>
            <a:prstGeom prst="ellipse">
              <a:avLst/>
            </a:prstGeom>
            <a:solidFill>
              <a:schemeClr val="tx1"/>
            </a:solidFill>
            <a:ln w="12700">
              <a:solidFill>
                <a:prstClr val="black"/>
              </a:solidFill>
              <a:miter lim="800000"/>
            </a:ln>
            <a:effectLst/>
          </p:spPr>
          <p:txBody>
            <a:bodyPr wrap="none" anchor="ctr" anchorCtr="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IN" altLang="en-US" sz="1800">
                <a:latin typeface="Arial" pitchFamily="34" charset="0"/>
              </a:endParaRPr>
            </a:p>
          </p:txBody>
        </p:sp>
        <p:sp>
          <p:nvSpPr>
            <p:cNvPr id="115736" name="Oval 10"/>
            <p:cNvSpPr/>
            <p:nvPr/>
          </p:nvSpPr>
          <p:spPr>
            <a:xfrm>
              <a:off x="2055" y="3288"/>
              <a:ext cx="339" cy="316"/>
            </a:xfrm>
            <a:prstGeom prst="ellipse">
              <a:avLst/>
            </a:prstGeom>
            <a:noFill/>
            <a:ln w="12700">
              <a:solidFill>
                <a:prstClr val="black"/>
              </a:solidFill>
              <a:miter lim="800000"/>
            </a:ln>
            <a:effectLst/>
          </p:spPr>
          <p:txBody>
            <a:bodyPr wrap="none" anchor="ctr" anchorCtr="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IN" altLang="en-US" sz="1800">
                <a:latin typeface="Arial" pitchFamily="34" charset="0"/>
              </a:endParaRPr>
            </a:p>
          </p:txBody>
        </p:sp>
        <p:sp>
          <p:nvSpPr>
            <p:cNvPr id="115737" name="Oval 11"/>
            <p:cNvSpPr/>
            <p:nvPr/>
          </p:nvSpPr>
          <p:spPr>
            <a:xfrm>
              <a:off x="2897" y="3269"/>
              <a:ext cx="339" cy="316"/>
            </a:xfrm>
            <a:prstGeom prst="ellipse">
              <a:avLst/>
            </a:prstGeom>
            <a:noFill/>
            <a:ln w="12700">
              <a:solidFill>
                <a:prstClr val="black"/>
              </a:solidFill>
              <a:miter lim="800000"/>
            </a:ln>
            <a:effectLst/>
          </p:spPr>
          <p:txBody>
            <a:bodyPr wrap="none" anchor="ctr" anchorCtr="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IN" altLang="en-US" sz="1800">
                <a:latin typeface="Arial" pitchFamily="34" charset="0"/>
              </a:endParaRPr>
            </a:p>
          </p:txBody>
        </p:sp>
        <p:cxnSp>
          <p:nvCxnSpPr>
            <p:cNvPr id="115738" name="Line 12"/>
            <p:cNvCxnSpPr/>
            <p:nvPr/>
          </p:nvCxnSpPr>
          <p:spPr>
            <a:xfrm flipH="1" flipV="1">
              <a:off x="1768" y="2781"/>
              <a:ext cx="320" cy="537"/>
            </a:xfrm>
            <a:prstGeom prst="line">
              <a:avLst/>
            </a:prstGeom>
            <a:noFill/>
            <a:ln w="12700">
              <a:solidFill>
                <a:prstClr val="black"/>
              </a:solidFill>
              <a:miter lim="800000"/>
              <a:tailEnd type="stealth"/>
            </a:ln>
            <a:effectLst/>
          </p:spPr>
        </p:cxnSp>
        <p:cxnSp>
          <p:nvCxnSpPr>
            <p:cNvPr id="115739" name="Line 13"/>
            <p:cNvCxnSpPr/>
            <p:nvPr/>
          </p:nvCxnSpPr>
          <p:spPr>
            <a:xfrm flipV="1">
              <a:off x="2217" y="2732"/>
              <a:ext cx="303" cy="551"/>
            </a:xfrm>
            <a:prstGeom prst="line">
              <a:avLst/>
            </a:prstGeom>
            <a:noFill/>
            <a:ln w="12700">
              <a:solidFill>
                <a:prstClr val="black"/>
              </a:solidFill>
              <a:miter lim="800000"/>
              <a:tailEnd type="stealth"/>
            </a:ln>
            <a:effectLst/>
          </p:spPr>
        </p:cxnSp>
        <p:cxnSp>
          <p:nvCxnSpPr>
            <p:cNvPr id="115740" name="Line 14"/>
            <p:cNvCxnSpPr/>
            <p:nvPr/>
          </p:nvCxnSpPr>
          <p:spPr>
            <a:xfrm flipV="1">
              <a:off x="2358" y="2715"/>
              <a:ext cx="1022" cy="619"/>
            </a:xfrm>
            <a:prstGeom prst="line">
              <a:avLst/>
            </a:prstGeom>
            <a:noFill/>
            <a:ln w="12700">
              <a:solidFill>
                <a:prstClr val="black"/>
              </a:solidFill>
              <a:miter lim="800000"/>
              <a:tailEnd type="stealth"/>
            </a:ln>
            <a:effectLst/>
          </p:spPr>
        </p:cxnSp>
        <p:cxnSp>
          <p:nvCxnSpPr>
            <p:cNvPr id="115741" name="Line 15"/>
            <p:cNvCxnSpPr/>
            <p:nvPr/>
          </p:nvCxnSpPr>
          <p:spPr>
            <a:xfrm flipH="1" flipV="1">
              <a:off x="1875" y="2714"/>
              <a:ext cx="1020" cy="586"/>
            </a:xfrm>
            <a:prstGeom prst="line">
              <a:avLst/>
            </a:prstGeom>
            <a:noFill/>
            <a:ln w="12700">
              <a:solidFill>
                <a:prstClr val="black"/>
              </a:solidFill>
              <a:miter lim="800000"/>
              <a:tailEnd type="stealth"/>
            </a:ln>
            <a:effectLst/>
          </p:spPr>
        </p:cxnSp>
        <p:cxnSp>
          <p:nvCxnSpPr>
            <p:cNvPr id="115742" name="Line 16"/>
            <p:cNvCxnSpPr/>
            <p:nvPr/>
          </p:nvCxnSpPr>
          <p:spPr>
            <a:xfrm flipH="1" flipV="1">
              <a:off x="2735" y="2765"/>
              <a:ext cx="322" cy="502"/>
            </a:xfrm>
            <a:prstGeom prst="line">
              <a:avLst/>
            </a:prstGeom>
            <a:noFill/>
            <a:ln w="12700">
              <a:solidFill>
                <a:prstClr val="black"/>
              </a:solidFill>
              <a:miter lim="800000"/>
              <a:tailEnd type="stealth"/>
            </a:ln>
            <a:effectLst/>
          </p:spPr>
        </p:cxnSp>
        <p:cxnSp>
          <p:nvCxnSpPr>
            <p:cNvPr id="115743" name="Line 17"/>
            <p:cNvCxnSpPr/>
            <p:nvPr/>
          </p:nvCxnSpPr>
          <p:spPr>
            <a:xfrm flipV="1">
              <a:off x="3219" y="2799"/>
              <a:ext cx="287" cy="469"/>
            </a:xfrm>
            <a:prstGeom prst="line">
              <a:avLst/>
            </a:prstGeom>
            <a:noFill/>
            <a:ln w="12700">
              <a:solidFill>
                <a:prstClr val="black"/>
              </a:solidFill>
              <a:miter lim="800000"/>
              <a:tailEnd type="stealth"/>
            </a:ln>
            <a:effectLst/>
          </p:spPr>
        </p:cxnSp>
        <p:cxnSp>
          <p:nvCxnSpPr>
            <p:cNvPr id="115744" name="Line 18"/>
            <p:cNvCxnSpPr/>
            <p:nvPr/>
          </p:nvCxnSpPr>
          <p:spPr>
            <a:xfrm flipV="1">
              <a:off x="1606" y="1943"/>
              <a:ext cx="268" cy="519"/>
            </a:xfrm>
            <a:prstGeom prst="line">
              <a:avLst/>
            </a:prstGeom>
            <a:noFill/>
            <a:ln w="12700">
              <a:solidFill>
                <a:prstClr val="black"/>
              </a:solidFill>
              <a:miter lim="800000"/>
              <a:tailEnd type="stealth"/>
            </a:ln>
            <a:effectLst/>
          </p:spPr>
        </p:cxnSp>
        <p:cxnSp>
          <p:nvCxnSpPr>
            <p:cNvPr id="115745" name="Line 19"/>
            <p:cNvCxnSpPr/>
            <p:nvPr/>
          </p:nvCxnSpPr>
          <p:spPr>
            <a:xfrm flipV="1">
              <a:off x="1767" y="1940"/>
              <a:ext cx="787" cy="504"/>
            </a:xfrm>
            <a:prstGeom prst="line">
              <a:avLst/>
            </a:prstGeom>
            <a:noFill/>
            <a:ln w="12700">
              <a:solidFill>
                <a:prstClr val="black"/>
              </a:solidFill>
              <a:miter lim="800000"/>
              <a:tailEnd type="stealth"/>
            </a:ln>
            <a:effectLst/>
          </p:spPr>
        </p:cxnSp>
        <p:cxnSp>
          <p:nvCxnSpPr>
            <p:cNvPr id="115746" name="Line 20"/>
            <p:cNvCxnSpPr/>
            <p:nvPr/>
          </p:nvCxnSpPr>
          <p:spPr>
            <a:xfrm flipV="1">
              <a:off x="1858" y="1959"/>
              <a:ext cx="1380" cy="502"/>
            </a:xfrm>
            <a:prstGeom prst="line">
              <a:avLst/>
            </a:prstGeom>
            <a:noFill/>
            <a:ln w="12700">
              <a:solidFill>
                <a:prstClr val="black"/>
              </a:solidFill>
              <a:miter lim="800000"/>
              <a:tailEnd type="stealth"/>
            </a:ln>
            <a:effectLst/>
          </p:spPr>
        </p:cxnSp>
        <p:cxnSp>
          <p:nvCxnSpPr>
            <p:cNvPr id="115747" name="Line 21"/>
            <p:cNvCxnSpPr/>
            <p:nvPr/>
          </p:nvCxnSpPr>
          <p:spPr>
            <a:xfrm flipH="1" flipV="1">
              <a:off x="2017" y="1905"/>
              <a:ext cx="1342" cy="572"/>
            </a:xfrm>
            <a:prstGeom prst="line">
              <a:avLst/>
            </a:prstGeom>
            <a:noFill/>
            <a:ln w="12700">
              <a:solidFill>
                <a:prstClr val="black"/>
              </a:solidFill>
              <a:miter lim="800000"/>
              <a:tailEnd type="stealth"/>
            </a:ln>
            <a:effectLst/>
          </p:spPr>
        </p:cxnSp>
        <p:cxnSp>
          <p:nvCxnSpPr>
            <p:cNvPr id="115748" name="Line 22"/>
            <p:cNvCxnSpPr/>
            <p:nvPr/>
          </p:nvCxnSpPr>
          <p:spPr>
            <a:xfrm flipH="1" flipV="1">
              <a:off x="3341" y="1940"/>
              <a:ext cx="197" cy="504"/>
            </a:xfrm>
            <a:prstGeom prst="line">
              <a:avLst/>
            </a:prstGeom>
            <a:noFill/>
            <a:ln w="12700">
              <a:solidFill>
                <a:prstClr val="black"/>
              </a:solidFill>
              <a:miter lim="800000"/>
              <a:tailEnd type="stealth"/>
            </a:ln>
            <a:effectLst/>
          </p:spPr>
        </p:cxnSp>
        <p:cxnSp>
          <p:nvCxnSpPr>
            <p:cNvPr id="115749" name="Line 23"/>
            <p:cNvCxnSpPr/>
            <p:nvPr/>
          </p:nvCxnSpPr>
          <p:spPr>
            <a:xfrm flipH="1" flipV="1">
              <a:off x="2679" y="1990"/>
              <a:ext cx="734" cy="453"/>
            </a:xfrm>
            <a:prstGeom prst="line">
              <a:avLst/>
            </a:prstGeom>
            <a:noFill/>
            <a:ln w="12700">
              <a:solidFill>
                <a:prstClr val="black"/>
              </a:solidFill>
              <a:miter lim="800000"/>
              <a:tailEnd type="stealth"/>
            </a:ln>
            <a:effectLst/>
          </p:spPr>
        </p:cxnSp>
        <p:cxnSp>
          <p:nvCxnSpPr>
            <p:cNvPr id="115750" name="Line 24"/>
            <p:cNvCxnSpPr/>
            <p:nvPr/>
          </p:nvCxnSpPr>
          <p:spPr>
            <a:xfrm flipH="1" flipV="1">
              <a:off x="1965" y="1960"/>
              <a:ext cx="537" cy="469"/>
            </a:xfrm>
            <a:prstGeom prst="line">
              <a:avLst/>
            </a:prstGeom>
            <a:noFill/>
            <a:ln w="12700">
              <a:solidFill>
                <a:prstClr val="black"/>
              </a:solidFill>
              <a:miter lim="800000"/>
              <a:tailEnd type="stealth"/>
            </a:ln>
            <a:effectLst/>
          </p:spPr>
        </p:cxnSp>
        <p:cxnSp>
          <p:nvCxnSpPr>
            <p:cNvPr id="115751" name="Line 25"/>
            <p:cNvCxnSpPr/>
            <p:nvPr/>
          </p:nvCxnSpPr>
          <p:spPr>
            <a:xfrm flipH="1" flipV="1">
              <a:off x="2610" y="1977"/>
              <a:ext cx="0" cy="434"/>
            </a:xfrm>
            <a:prstGeom prst="line">
              <a:avLst/>
            </a:prstGeom>
            <a:noFill/>
            <a:ln w="12700">
              <a:solidFill>
                <a:prstClr val="black"/>
              </a:solidFill>
              <a:miter lim="800000"/>
              <a:tailEnd type="stealth"/>
            </a:ln>
            <a:effectLst/>
          </p:spPr>
        </p:cxnSp>
        <p:cxnSp>
          <p:nvCxnSpPr>
            <p:cNvPr id="115752" name="Line 26"/>
            <p:cNvCxnSpPr/>
            <p:nvPr/>
          </p:nvCxnSpPr>
          <p:spPr>
            <a:xfrm flipV="1">
              <a:off x="2736" y="2011"/>
              <a:ext cx="501" cy="451"/>
            </a:xfrm>
            <a:prstGeom prst="line">
              <a:avLst/>
            </a:prstGeom>
            <a:noFill/>
            <a:ln w="12700">
              <a:solidFill>
                <a:prstClr val="black"/>
              </a:solidFill>
              <a:miter lim="800000"/>
              <a:tailEnd type="stealth"/>
            </a:ln>
            <a:effectLst/>
          </p:spPr>
        </p:cxnSp>
        <p:cxnSp>
          <p:nvCxnSpPr>
            <p:cNvPr id="115753" name="Line 27"/>
            <p:cNvCxnSpPr/>
            <p:nvPr/>
          </p:nvCxnSpPr>
          <p:spPr>
            <a:xfrm flipH="1" flipV="1">
              <a:off x="2179" y="3604"/>
              <a:ext cx="0" cy="569"/>
            </a:xfrm>
            <a:prstGeom prst="line">
              <a:avLst/>
            </a:prstGeom>
            <a:noFill/>
            <a:ln w="12700">
              <a:solidFill>
                <a:prstClr val="black"/>
              </a:solidFill>
              <a:miter lim="800000"/>
              <a:tailEnd type="stealth"/>
            </a:ln>
            <a:effectLst/>
          </p:spPr>
        </p:cxnSp>
        <p:cxnSp>
          <p:nvCxnSpPr>
            <p:cNvPr id="115754" name="Line 28"/>
            <p:cNvCxnSpPr/>
            <p:nvPr/>
          </p:nvCxnSpPr>
          <p:spPr>
            <a:xfrm flipH="1" flipV="1">
              <a:off x="3075" y="3621"/>
              <a:ext cx="0" cy="568"/>
            </a:xfrm>
            <a:prstGeom prst="line">
              <a:avLst/>
            </a:prstGeom>
            <a:noFill/>
            <a:ln w="12700">
              <a:solidFill>
                <a:prstClr val="black"/>
              </a:solidFill>
              <a:miter lim="800000"/>
              <a:tailEnd type="stealth"/>
            </a:ln>
            <a:effectLst/>
          </p:spPr>
        </p:cxnSp>
        <p:cxnSp>
          <p:nvCxnSpPr>
            <p:cNvPr id="115755" name="Line 29"/>
            <p:cNvCxnSpPr/>
            <p:nvPr/>
          </p:nvCxnSpPr>
          <p:spPr>
            <a:xfrm flipH="1" flipV="1">
              <a:off x="1875" y="1088"/>
              <a:ext cx="0" cy="568"/>
            </a:xfrm>
            <a:prstGeom prst="line">
              <a:avLst/>
            </a:prstGeom>
            <a:noFill/>
            <a:ln w="12700">
              <a:solidFill>
                <a:prstClr val="black"/>
              </a:solidFill>
              <a:miter lim="800000"/>
              <a:tailEnd type="stealth"/>
            </a:ln>
            <a:effectLst/>
          </p:spPr>
        </p:cxnSp>
        <p:cxnSp>
          <p:nvCxnSpPr>
            <p:cNvPr id="115756" name="Line 30"/>
            <p:cNvCxnSpPr/>
            <p:nvPr/>
          </p:nvCxnSpPr>
          <p:spPr>
            <a:xfrm flipH="1" flipV="1">
              <a:off x="2591" y="1072"/>
              <a:ext cx="0" cy="568"/>
            </a:xfrm>
            <a:prstGeom prst="line">
              <a:avLst/>
            </a:prstGeom>
            <a:noFill/>
            <a:ln w="12700">
              <a:solidFill>
                <a:prstClr val="black"/>
              </a:solidFill>
              <a:miter lim="800000"/>
              <a:tailEnd type="stealth"/>
            </a:ln>
            <a:effectLst/>
          </p:spPr>
        </p:cxnSp>
        <p:cxnSp>
          <p:nvCxnSpPr>
            <p:cNvPr id="115757" name="Line 31"/>
            <p:cNvCxnSpPr/>
            <p:nvPr/>
          </p:nvCxnSpPr>
          <p:spPr>
            <a:xfrm flipH="1" flipV="1">
              <a:off x="3235" y="1072"/>
              <a:ext cx="0" cy="568"/>
            </a:xfrm>
            <a:prstGeom prst="line">
              <a:avLst/>
            </a:prstGeom>
            <a:noFill/>
            <a:ln w="12700">
              <a:solidFill>
                <a:prstClr val="black"/>
              </a:solidFill>
              <a:miter lim="800000"/>
              <a:tailEnd type="stealth"/>
            </a:ln>
            <a:effectLst/>
          </p:spPr>
        </p:cxnSp>
      </p:grpSp>
      <p:sp>
        <p:nvSpPr>
          <p:cNvPr id="115717" name="Rectangle 32"/>
          <p:cNvSpPr/>
          <p:nvPr/>
        </p:nvSpPr>
        <p:spPr>
          <a:xfrm>
            <a:off x="552450" y="2514600"/>
            <a:ext cx="1782763" cy="396875"/>
          </a:xfrm>
          <a:prstGeom prst="rect">
            <a:avLst/>
          </a:prstGeom>
          <a:noFill/>
          <a:ln>
            <a:noFill/>
            <a:miter lim="800000"/>
          </a:ln>
          <a:effectLst/>
        </p:spPr>
        <p:txBody>
          <a:bodyPr wrap="none" lIns="92075" tIns="46038" rIns="92075" bIns="46038">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lgn="ctr">
              <a:spcBef>
                <a:spcPct val="0"/>
              </a:spcBef>
              <a:buFontTx/>
              <a:buNone/>
            </a:pPr>
            <a:r>
              <a:rPr lang="en-US" altLang="en-US" sz="2000" b="1">
                <a:latin typeface="Arial" pitchFamily="34" charset="0"/>
              </a:rPr>
              <a:t>Output layer</a:t>
            </a:r>
            <a:endParaRPr lang="en-US" altLang="en-US" sz="2000">
              <a:latin typeface="Arial" pitchFamily="34" charset="0"/>
            </a:endParaRPr>
          </a:p>
        </p:txBody>
      </p:sp>
      <p:sp>
        <p:nvSpPr>
          <p:cNvPr id="115718" name="Rectangle 33"/>
          <p:cNvSpPr/>
          <p:nvPr/>
        </p:nvSpPr>
        <p:spPr>
          <a:xfrm>
            <a:off x="517525" y="5191125"/>
            <a:ext cx="1604963" cy="396875"/>
          </a:xfrm>
          <a:prstGeom prst="rect">
            <a:avLst/>
          </a:prstGeom>
          <a:noFill/>
          <a:ln>
            <a:noFill/>
            <a:miter lim="800000"/>
          </a:ln>
          <a:effectLst/>
        </p:spPr>
        <p:txBody>
          <a:bodyPr wrap="none" lIns="92075" tIns="46038" rIns="92075" bIns="46038">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lgn="ctr">
              <a:spcBef>
                <a:spcPct val="0"/>
              </a:spcBef>
              <a:buFontTx/>
              <a:buNone/>
            </a:pPr>
            <a:r>
              <a:rPr lang="en-US" altLang="en-US" sz="2000" b="1">
                <a:latin typeface="Arial" pitchFamily="34" charset="0"/>
              </a:rPr>
              <a:t>Input layer</a:t>
            </a:r>
          </a:p>
        </p:txBody>
      </p:sp>
      <p:sp>
        <p:nvSpPr>
          <p:cNvPr id="115719" name="Rectangle 34"/>
          <p:cNvSpPr/>
          <p:nvPr/>
        </p:nvSpPr>
        <p:spPr>
          <a:xfrm>
            <a:off x="412750" y="3946525"/>
            <a:ext cx="1797050" cy="396875"/>
          </a:xfrm>
          <a:prstGeom prst="rect">
            <a:avLst/>
          </a:prstGeom>
          <a:noFill/>
          <a:ln>
            <a:noFill/>
            <a:miter lim="800000"/>
          </a:ln>
          <a:effectLst/>
        </p:spPr>
        <p:txBody>
          <a:bodyPr wrap="none" lIns="92075" tIns="46038" rIns="92075" bIns="46038">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lgn="ctr">
              <a:spcBef>
                <a:spcPct val="0"/>
              </a:spcBef>
              <a:buFontTx/>
              <a:buNone/>
            </a:pPr>
            <a:r>
              <a:rPr lang="en-US" altLang="en-US" sz="2000" b="1">
                <a:latin typeface="Arial" pitchFamily="34" charset="0"/>
              </a:rPr>
              <a:t>Hidden layer</a:t>
            </a:r>
            <a:endParaRPr lang="en-US" altLang="en-US" sz="2000">
              <a:latin typeface="Arial" pitchFamily="34" charset="0"/>
            </a:endParaRPr>
          </a:p>
        </p:txBody>
      </p:sp>
      <p:sp>
        <p:nvSpPr>
          <p:cNvPr id="115720" name="Rectangle 35"/>
          <p:cNvSpPr/>
          <p:nvPr/>
        </p:nvSpPr>
        <p:spPr>
          <a:xfrm>
            <a:off x="438150" y="1600200"/>
            <a:ext cx="1951038" cy="396875"/>
          </a:xfrm>
          <a:prstGeom prst="rect">
            <a:avLst/>
          </a:prstGeom>
          <a:noFill/>
          <a:ln>
            <a:noFill/>
            <a:miter lim="800000"/>
          </a:ln>
          <a:effectLst/>
        </p:spPr>
        <p:txBody>
          <a:bodyPr wrap="none" lIns="92075" tIns="46038" rIns="92075" bIns="46038">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lgn="ctr">
              <a:spcBef>
                <a:spcPct val="0"/>
              </a:spcBef>
              <a:buFontTx/>
              <a:buNone/>
            </a:pPr>
            <a:r>
              <a:rPr lang="en-US" altLang="en-US" sz="2000" b="1">
                <a:latin typeface="Arial" pitchFamily="34" charset="0"/>
              </a:rPr>
              <a:t>Output vector</a:t>
            </a:r>
            <a:endParaRPr lang="en-US" altLang="en-US" sz="2000">
              <a:latin typeface="Arial" pitchFamily="34" charset="0"/>
            </a:endParaRPr>
          </a:p>
        </p:txBody>
      </p:sp>
      <p:sp>
        <p:nvSpPr>
          <p:cNvPr id="115721" name="Rectangle 36"/>
          <p:cNvSpPr/>
          <p:nvPr/>
        </p:nvSpPr>
        <p:spPr>
          <a:xfrm>
            <a:off x="454025" y="6076950"/>
            <a:ext cx="2114550" cy="396875"/>
          </a:xfrm>
          <a:prstGeom prst="rect">
            <a:avLst/>
          </a:prstGeom>
          <a:noFill/>
          <a:ln>
            <a:noFill/>
            <a:miter lim="800000"/>
          </a:ln>
          <a:effectLst/>
        </p:spPr>
        <p:txBody>
          <a:bodyPr wrap="none" lIns="92075" tIns="46038" rIns="92075" bIns="46038">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lgn="ctr">
              <a:spcBef>
                <a:spcPct val="0"/>
              </a:spcBef>
              <a:buFontTx/>
              <a:buNone/>
            </a:pPr>
            <a:r>
              <a:rPr lang="en-US" altLang="en-US" sz="2000" b="1">
                <a:latin typeface="Arial" pitchFamily="34" charset="0"/>
              </a:rPr>
              <a:t>Input vector: </a:t>
            </a:r>
            <a:r>
              <a:rPr lang="en-US" altLang="en-US" sz="2000" b="1" i="1">
                <a:latin typeface="Arial" pitchFamily="34" charset="0"/>
              </a:rPr>
              <a:t>X</a:t>
            </a:r>
            <a:endParaRPr lang="en-US" altLang="en-US" sz="2000" b="1" i="1" baseline="-25000">
              <a:latin typeface="Arial" pitchFamily="34" charset="0"/>
            </a:endParaRPr>
          </a:p>
        </p:txBody>
      </p:sp>
      <p:sp>
        <p:nvSpPr>
          <p:cNvPr id="115722" name="Rectangle 37"/>
          <p:cNvSpPr/>
          <p:nvPr/>
        </p:nvSpPr>
        <p:spPr>
          <a:xfrm>
            <a:off x="5983288" y="4521200"/>
            <a:ext cx="501650" cy="457200"/>
          </a:xfrm>
          <a:prstGeom prst="rect">
            <a:avLst/>
          </a:prstGeom>
          <a:noFill/>
          <a:ln>
            <a:noFill/>
            <a:miter lim="800000"/>
          </a:ln>
          <a:effectLst/>
        </p:spPr>
        <p:txBody>
          <a:bodyPr wrap="none" lIns="92075" tIns="46038" rIns="92075" bIns="46038">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lgn="ctr">
              <a:spcBef>
                <a:spcPct val="0"/>
              </a:spcBef>
              <a:buFontTx/>
              <a:buNone/>
            </a:pPr>
            <a:r>
              <a:rPr lang="en-US" altLang="en-US" sz="2400" i="1">
                <a:latin typeface="Times New Roman" pitchFamily="18" charset="0"/>
              </a:rPr>
              <a:t>w</a:t>
            </a:r>
            <a:r>
              <a:rPr lang="en-US" altLang="en-US" sz="2400" i="1" baseline="-25000">
                <a:latin typeface="Times New Roman" pitchFamily="18" charset="0"/>
              </a:rPr>
              <a:t>ij</a:t>
            </a:r>
          </a:p>
        </p:txBody>
      </p:sp>
      <p:sp>
        <p:nvSpPr>
          <p:cNvPr id="115723" name="Freeform 38"/>
          <p:cNvSpPr/>
          <p:nvPr/>
        </p:nvSpPr>
        <p:spPr bwMode="auto">
          <a:xfrm>
            <a:off x="5249863" y="4808538"/>
            <a:ext cx="611187" cy="160337"/>
          </a:xfrm>
          <a:custGeom>
            <a:avLst/>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l" t="t" r="r" b="b"/>
            <a:pathLst>
              <a:path w="385" h="100">
                <a:moveTo>
                  <a:pt x="384" y="0"/>
                </a:moveTo>
                <a:lnTo>
                  <a:pt x="313" y="5"/>
                </a:lnTo>
                <a:lnTo>
                  <a:pt x="254" y="15"/>
                </a:lnTo>
                <a:lnTo>
                  <a:pt x="230" y="25"/>
                </a:lnTo>
                <a:lnTo>
                  <a:pt x="213" y="30"/>
                </a:lnTo>
                <a:lnTo>
                  <a:pt x="201" y="40"/>
                </a:lnTo>
                <a:lnTo>
                  <a:pt x="195" y="50"/>
                </a:lnTo>
                <a:lnTo>
                  <a:pt x="189" y="60"/>
                </a:lnTo>
                <a:lnTo>
                  <a:pt x="177" y="70"/>
                </a:lnTo>
                <a:lnTo>
                  <a:pt x="160" y="75"/>
                </a:lnTo>
                <a:lnTo>
                  <a:pt x="136" y="85"/>
                </a:lnTo>
                <a:lnTo>
                  <a:pt x="71" y="95"/>
                </a:lnTo>
                <a:lnTo>
                  <a:pt x="0" y="100"/>
                </a:lnTo>
              </a:path>
            </a:pathLst>
          </a:custGeom>
          <a:noFill/>
          <a:ln w="12700" cap="rnd" cmpd="sng">
            <a:solidFill>
              <a:srgbClr val="000000"/>
            </a:solidFill>
            <a:prstDash val="solid"/>
            <a:round/>
            <a:headEnd type="none" w="sm" len="sm"/>
            <a:tailEnd type="stealth" w="med" len="med"/>
          </a:ln>
          <a:effectLst/>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defRPr>
            </a:lvl5pPr>
          </a:lstStyle>
          <a:p>
            <a:endParaRPr/>
          </a:p>
        </p:txBody>
      </p:sp>
      <p:graphicFrame>
        <p:nvGraphicFramePr>
          <p:cNvPr id="115724" name="Object 39"/>
          <p:cNvGraphicFramePr>
            <a:graphicFrameLocks noChangeAspect="1"/>
          </p:cNvGraphicFramePr>
          <p:nvPr/>
        </p:nvGraphicFramePr>
        <p:xfrm>
          <a:off x="6591300" y="5448300"/>
          <a:ext cx="2095500" cy="571500"/>
        </p:xfrm>
        <a:graphic>
          <a:graphicData uri="http://schemas.openxmlformats.org/presentationml/2006/ole">
            <mc:AlternateContent xmlns:mc="http://schemas.openxmlformats.org/markup-compatibility/2006">
              <mc:Choice xmlns:v="urn:schemas-microsoft-com:vml" Requires="v">
                <p:oleObj name="Equation" r:id="rId2" imgW="2095500" imgH="571500" progId="Equation.3">
                  <p:embed/>
                </p:oleObj>
              </mc:Choice>
              <mc:Fallback>
                <p:oleObj name="Equation" r:id="rId2" imgW="2095500" imgH="571500" progId="Equation.3">
                  <p:embed/>
                  <p:pic>
                    <p:nvPicPr>
                      <p:cNvPr id="0" name="OLE substitute image"/>
                      <p:cNvPicPr/>
                      <p:nvPr/>
                    </p:nvPicPr>
                    <p:blipFill>
                      <a:blip r:embed="rId3"/>
                      <a:stretch>
                        <a:fillRect/>
                      </a:stretch>
                    </p:blipFill>
                    <p:spPr>
                      <a:xfrm>
                        <a:off x="6591300" y="5448300"/>
                        <a:ext cx="2095500" cy="571500"/>
                      </a:xfrm>
                      <a:prstGeom prst="rect">
                        <a:avLst/>
                      </a:prstGeom>
                      <a:solidFill>
                        <a:srgbClr val="008080"/>
                      </a:solidFill>
                      <a:ln>
                        <a:solidFill>
                          <a:schemeClr val="tx1"/>
                        </a:solidFill>
                        <a:miter lim="800000"/>
                      </a:ln>
                      <a:effectLst/>
                    </p:spPr>
                  </p:pic>
                </p:oleObj>
              </mc:Fallback>
            </mc:AlternateContent>
          </a:graphicData>
        </a:graphic>
      </p:graphicFrame>
      <p:graphicFrame>
        <p:nvGraphicFramePr>
          <p:cNvPr id="115725" name="Object 40"/>
          <p:cNvGraphicFramePr>
            <a:graphicFrameLocks noChangeAspect="1"/>
          </p:cNvGraphicFramePr>
          <p:nvPr/>
        </p:nvGraphicFramePr>
        <p:xfrm>
          <a:off x="6819900" y="4559300"/>
          <a:ext cx="1562100" cy="774700"/>
        </p:xfrm>
        <a:graphic>
          <a:graphicData uri="http://schemas.openxmlformats.org/presentationml/2006/ole">
            <mc:AlternateContent xmlns:mc="http://schemas.openxmlformats.org/markup-compatibility/2006">
              <mc:Choice xmlns:v="urn:schemas-microsoft-com:vml" Requires="v">
                <p:oleObj name="Equation" r:id="rId4" imgW="1562100" imgH="774700" progId="Equation.3">
                  <p:embed/>
                </p:oleObj>
              </mc:Choice>
              <mc:Fallback>
                <p:oleObj name="Equation" r:id="rId4" imgW="1562100" imgH="774700" progId="Equation.3">
                  <p:embed/>
                  <p:pic>
                    <p:nvPicPr>
                      <p:cNvPr id="0" name="OLE substitute image"/>
                      <p:cNvPicPr/>
                      <p:nvPr/>
                    </p:nvPicPr>
                    <p:blipFill>
                      <a:blip r:embed="rId5"/>
                      <a:stretch>
                        <a:fillRect/>
                      </a:stretch>
                    </p:blipFill>
                    <p:spPr>
                      <a:xfrm>
                        <a:off x="6819900" y="4559300"/>
                        <a:ext cx="1562100" cy="774700"/>
                      </a:xfrm>
                      <a:prstGeom prst="rect">
                        <a:avLst/>
                      </a:prstGeom>
                      <a:solidFill>
                        <a:srgbClr val="008080"/>
                      </a:solidFill>
                      <a:ln>
                        <a:solidFill>
                          <a:schemeClr val="tx1"/>
                        </a:solidFill>
                        <a:miter lim="800000"/>
                      </a:ln>
                      <a:effectLst/>
                    </p:spPr>
                  </p:pic>
                </p:oleObj>
              </mc:Fallback>
            </mc:AlternateContent>
          </a:graphicData>
        </a:graphic>
      </p:graphicFrame>
      <p:graphicFrame>
        <p:nvGraphicFramePr>
          <p:cNvPr id="115726" name="Object 41"/>
          <p:cNvGraphicFramePr>
            <a:graphicFrameLocks noChangeAspect="1"/>
          </p:cNvGraphicFramePr>
          <p:nvPr/>
        </p:nvGraphicFramePr>
        <p:xfrm>
          <a:off x="5905500" y="4000500"/>
          <a:ext cx="3238500" cy="419100"/>
        </p:xfrm>
        <a:graphic>
          <a:graphicData uri="http://schemas.openxmlformats.org/presentationml/2006/ole">
            <mc:AlternateContent xmlns:mc="http://schemas.openxmlformats.org/markup-compatibility/2006">
              <mc:Choice xmlns:v="urn:schemas-microsoft-com:vml" Requires="v">
                <p:oleObj name="Equation" r:id="rId6" imgW="3238500" imgH="419100" progId="Equation.3">
                  <p:embed/>
                </p:oleObj>
              </mc:Choice>
              <mc:Fallback>
                <p:oleObj name="Equation" r:id="rId6" imgW="3238500" imgH="419100" progId="Equation.3">
                  <p:embed/>
                  <p:pic>
                    <p:nvPicPr>
                      <p:cNvPr id="0" name="OLE substitute image"/>
                      <p:cNvPicPr/>
                      <p:nvPr/>
                    </p:nvPicPr>
                    <p:blipFill>
                      <a:blip r:embed="rId7"/>
                      <a:stretch>
                        <a:fillRect/>
                      </a:stretch>
                    </p:blipFill>
                    <p:spPr>
                      <a:xfrm>
                        <a:off x="5905500" y="4000500"/>
                        <a:ext cx="3238500" cy="419100"/>
                      </a:xfrm>
                      <a:prstGeom prst="rect">
                        <a:avLst/>
                      </a:prstGeom>
                      <a:solidFill>
                        <a:srgbClr val="008080"/>
                      </a:solidFill>
                      <a:ln>
                        <a:solidFill>
                          <a:schemeClr val="tx1"/>
                        </a:solidFill>
                        <a:miter lim="800000"/>
                      </a:ln>
                      <a:effectLst/>
                    </p:spPr>
                  </p:pic>
                </p:oleObj>
              </mc:Fallback>
            </mc:AlternateContent>
          </a:graphicData>
        </a:graphic>
      </p:graphicFrame>
      <p:graphicFrame>
        <p:nvGraphicFramePr>
          <p:cNvPr id="115727" name="Object 42"/>
          <p:cNvGraphicFramePr>
            <a:graphicFrameLocks noChangeAspect="1"/>
          </p:cNvGraphicFramePr>
          <p:nvPr/>
        </p:nvGraphicFramePr>
        <p:xfrm>
          <a:off x="5753100" y="2247900"/>
          <a:ext cx="3390900" cy="571500"/>
        </p:xfrm>
        <a:graphic>
          <a:graphicData uri="http://schemas.openxmlformats.org/presentationml/2006/ole">
            <mc:AlternateContent xmlns:mc="http://schemas.openxmlformats.org/markup-compatibility/2006">
              <mc:Choice xmlns:v="urn:schemas-microsoft-com:vml" Requires="v">
                <p:oleObj name="Equation" r:id="rId8" imgW="3390900" imgH="571500" progId="Equation.3">
                  <p:embed/>
                </p:oleObj>
              </mc:Choice>
              <mc:Fallback>
                <p:oleObj name="Equation" r:id="rId8" imgW="3390900" imgH="571500" progId="Equation.3">
                  <p:embed/>
                  <p:pic>
                    <p:nvPicPr>
                      <p:cNvPr id="0" name="OLE substitute image"/>
                      <p:cNvPicPr/>
                      <p:nvPr/>
                    </p:nvPicPr>
                    <p:blipFill>
                      <a:blip r:embed="rId9"/>
                      <a:stretch>
                        <a:fillRect/>
                      </a:stretch>
                    </p:blipFill>
                    <p:spPr>
                      <a:xfrm>
                        <a:off x="5753100" y="2247900"/>
                        <a:ext cx="3390900" cy="571500"/>
                      </a:xfrm>
                      <a:prstGeom prst="rect">
                        <a:avLst/>
                      </a:prstGeom>
                      <a:solidFill>
                        <a:srgbClr val="008080"/>
                      </a:solidFill>
                      <a:ln>
                        <a:solidFill>
                          <a:schemeClr val="tx1"/>
                        </a:solidFill>
                        <a:miter lim="800000"/>
                      </a:ln>
                      <a:effectLst/>
                    </p:spPr>
                  </p:pic>
                </p:oleObj>
              </mc:Fallback>
            </mc:AlternateContent>
          </a:graphicData>
        </a:graphic>
      </p:graphicFrame>
      <p:graphicFrame>
        <p:nvGraphicFramePr>
          <p:cNvPr id="115728" name="Object 43"/>
          <p:cNvGraphicFramePr>
            <a:graphicFrameLocks noChangeAspect="1"/>
          </p:cNvGraphicFramePr>
          <p:nvPr/>
        </p:nvGraphicFramePr>
        <p:xfrm>
          <a:off x="6197600" y="3467100"/>
          <a:ext cx="2413000" cy="419100"/>
        </p:xfrm>
        <a:graphic>
          <a:graphicData uri="http://schemas.openxmlformats.org/presentationml/2006/ole">
            <mc:AlternateContent xmlns:mc="http://schemas.openxmlformats.org/markup-compatibility/2006">
              <mc:Choice xmlns:v="urn:schemas-microsoft-com:vml" Requires="v">
                <p:oleObj name="Equation" r:id="rId10" imgW="2413000" imgH="419100" progId="Equation.3">
                  <p:embed/>
                </p:oleObj>
              </mc:Choice>
              <mc:Fallback>
                <p:oleObj name="Equation" r:id="rId10" imgW="2413000" imgH="419100" progId="Equation.3">
                  <p:embed/>
                  <p:pic>
                    <p:nvPicPr>
                      <p:cNvPr id="0" name="OLE substitute image"/>
                      <p:cNvPicPr/>
                      <p:nvPr/>
                    </p:nvPicPr>
                    <p:blipFill>
                      <a:blip r:embed="rId11"/>
                      <a:stretch>
                        <a:fillRect/>
                      </a:stretch>
                    </p:blipFill>
                    <p:spPr>
                      <a:xfrm>
                        <a:off x="6197600" y="3467100"/>
                        <a:ext cx="2413000" cy="419100"/>
                      </a:xfrm>
                      <a:prstGeom prst="rect">
                        <a:avLst/>
                      </a:prstGeom>
                      <a:solidFill>
                        <a:srgbClr val="666699"/>
                      </a:solidFill>
                      <a:ln>
                        <a:solidFill>
                          <a:schemeClr val="tx1"/>
                        </a:solidFill>
                        <a:miter lim="800000"/>
                      </a:ln>
                      <a:effectLst/>
                    </p:spPr>
                  </p:pic>
                </p:oleObj>
              </mc:Fallback>
            </mc:AlternateContent>
          </a:graphicData>
        </a:graphic>
      </p:graphicFrame>
      <p:graphicFrame>
        <p:nvGraphicFramePr>
          <p:cNvPr id="115729" name="Object 44"/>
          <p:cNvGraphicFramePr>
            <a:graphicFrameLocks noChangeAspect="1"/>
          </p:cNvGraphicFramePr>
          <p:nvPr/>
        </p:nvGraphicFramePr>
        <p:xfrm>
          <a:off x="6400800" y="2933700"/>
          <a:ext cx="2019300" cy="419100"/>
        </p:xfrm>
        <a:graphic>
          <a:graphicData uri="http://schemas.openxmlformats.org/presentationml/2006/ole">
            <mc:AlternateContent xmlns:mc="http://schemas.openxmlformats.org/markup-compatibility/2006">
              <mc:Choice xmlns:v="urn:schemas-microsoft-com:vml" Requires="v">
                <p:oleObj name="Equation" r:id="rId12" imgW="2019300" imgH="419100" progId="Equation.3">
                  <p:embed/>
                </p:oleObj>
              </mc:Choice>
              <mc:Fallback>
                <p:oleObj name="Equation" r:id="rId12" imgW="2019300" imgH="419100" progId="Equation.3">
                  <p:embed/>
                  <p:pic>
                    <p:nvPicPr>
                      <p:cNvPr id="0" name="OLE substitute image"/>
                      <p:cNvPicPr/>
                      <p:nvPr/>
                    </p:nvPicPr>
                    <p:blipFill>
                      <a:blip r:embed="rId13"/>
                      <a:stretch>
                        <a:fillRect/>
                      </a:stretch>
                    </p:blipFill>
                    <p:spPr>
                      <a:xfrm>
                        <a:off x="6400800" y="2933700"/>
                        <a:ext cx="2019300" cy="419100"/>
                      </a:xfrm>
                      <a:prstGeom prst="rect">
                        <a:avLst/>
                      </a:prstGeom>
                      <a:solidFill>
                        <a:srgbClr val="666699"/>
                      </a:solidFill>
                      <a:ln>
                        <a:solidFill>
                          <a:schemeClr val="tx1"/>
                        </a:solidFill>
                        <a:miter lim="800000"/>
                      </a:ln>
                      <a:effectLst/>
                    </p:spPr>
                  </p:pic>
                </p:oleObj>
              </mc:Fallback>
            </mc:AlternateContent>
          </a:graphicData>
        </a:graphic>
      </p:graphicFrame>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6738" name="Picture 4" descr="A picture containing objectDescription generated with very high confidence"/>
          <p:cNvPicPr>
            <a:picLocks noGrp="1" noChangeAspect="1"/>
          </p:cNvPicPr>
          <p:nvPr>
            <p:ph idx="1"/>
          </p:nvPr>
        </p:nvPicPr>
        <p:blipFill>
          <a:blip r:embed="rId2"/>
          <a:srcRect r="12470" b="2"/>
          <a:stretch>
            <a:fillRect/>
          </a:stretch>
        </p:blipFill>
        <p:spPr>
          <a:xfrm>
            <a:off x="1085850" y="2794000"/>
            <a:ext cx="2582863" cy="1771650"/>
          </a:xfrm>
          <a:prstGeom prst="rect">
            <a:avLst/>
          </a:prstGeom>
          <a:noFill/>
          <a:ln>
            <a:noFill/>
            <a:miter lim="800000"/>
          </a:ln>
        </p:spPr>
      </p:pic>
      <p:sp>
        <p:nvSpPr>
          <p:cNvPr id="116739" name="Title 1"/>
          <p:cNvSpPr>
            <a:spLocks noGrp="1"/>
          </p:cNvSpPr>
          <p:nvPr>
            <p:ph type="title" idx="4294967295"/>
          </p:nvPr>
        </p:nvSpPr>
        <p:spPr>
          <a:xfrm>
            <a:off x="838200" y="152400"/>
            <a:ext cx="8534400" cy="609600"/>
          </a:xfrm>
          <a:prstGeom prst="rect">
            <a:avLst/>
          </a:prstGeom>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sz="3200" b="0" i="0" u="none" strike="noStrike" kern="1200" cap="none" spc="0" normalizeH="0" baseline="0" noProof="0">
                <a:ln>
                  <a:noFill/>
                </a:ln>
                <a:solidFill>
                  <a:srgbClr val="303030"/>
                </a:solidFill>
                <a:effectLst/>
                <a:uLnTx/>
                <a:uFillTx/>
                <a:latin typeface="+mj-lt" pitchFamily="34" charset="0"/>
                <a:ea typeface="+mj-lt" pitchFamily="34" charset="0"/>
                <a:cs typeface="+mj-lt" pitchFamily="34" charset="0"/>
              </a:rPr>
              <a:t>Gradient Descent: Batch/Stochastic/Mini-batch</a:t>
            </a:r>
            <a:endParaRPr kumimoji="0" lang="en-IN" sz="3200" b="0" i="0" u="none" strike="noStrike" kern="1200" cap="none" spc="0" normalizeH="0" baseline="0" noProof="0">
              <a:ln>
                <a:noFill/>
              </a:ln>
              <a:solidFill>
                <a:schemeClr val="tx1"/>
              </a:solidFill>
              <a:effectLst/>
              <a:uLnTx/>
              <a:uFillTx/>
              <a:latin typeface="+mj-lt"/>
              <a:ea typeface="+mj-ea"/>
              <a:cs typeface="+mj-cs"/>
            </a:endParaRPr>
          </a:p>
        </p:txBody>
      </p:sp>
      <p:sp>
        <p:nvSpPr>
          <p:cNvPr id="116740" name="Content Placeholder 2"/>
          <p:cNvSpPr/>
          <p:nvPr/>
        </p:nvSpPr>
        <p:spPr>
          <a:xfrm>
            <a:off x="4873625" y="2417763"/>
            <a:ext cx="3584575" cy="3014662"/>
          </a:xfrm>
          <a:prstGeom prst="rect">
            <a:avLst/>
          </a:prstGeom>
          <a:noFill/>
          <a:ln>
            <a:noFill/>
            <a:miter lim="800000"/>
          </a:ln>
        </p:spPr>
        <p:txBody>
          <a:bodyPr lIns="68580" tIns="34290" rIns="68580" bIns="34290" anchor="ctr" anchorCtr="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228600" lvl="0" indent="-228600" eaLnBrk="1" hangingPunct="1">
              <a:lnSpc>
                <a:spcPct val="90000"/>
              </a:lnSpc>
              <a:spcBef>
                <a:spcPts val="1000"/>
              </a:spcBef>
            </a:pPr>
            <a:r>
              <a:rPr lang="en-US" altLang="en-US" sz="1000">
                <a:solidFill>
                  <a:srgbClr val="000000"/>
                </a:solidFill>
                <a:ea typeface="Calibri" pitchFamily="34" charset="0"/>
              </a:rPr>
              <a:t>Batch – All records are considered for every iteration.</a:t>
            </a:r>
          </a:p>
          <a:p>
            <a:pPr marL="685800" lvl="1" indent="-228600" eaLnBrk="1" hangingPunct="1">
              <a:lnSpc>
                <a:spcPct val="90000"/>
              </a:lnSpc>
              <a:spcBef>
                <a:spcPts val="500"/>
              </a:spcBef>
            </a:pPr>
            <a:r>
              <a:rPr lang="en-US" altLang="en-US" sz="1000" i="1">
                <a:solidFill>
                  <a:srgbClr val="000000"/>
                </a:solidFill>
                <a:ea typeface="Calibri" pitchFamily="34" charset="0"/>
              </a:rPr>
              <a:t>Faster</a:t>
            </a:r>
            <a:endParaRPr lang="en-US" altLang="en-US" sz="1000">
              <a:solidFill>
                <a:srgbClr val="000000"/>
              </a:solidFill>
              <a:ea typeface="Calibri" pitchFamily="34" charset="0"/>
            </a:endParaRPr>
          </a:p>
          <a:p>
            <a:pPr marL="685800" lvl="1" indent="-228600" eaLnBrk="1" hangingPunct="1">
              <a:lnSpc>
                <a:spcPct val="90000"/>
              </a:lnSpc>
              <a:spcBef>
                <a:spcPts val="500"/>
              </a:spcBef>
            </a:pPr>
            <a:r>
              <a:rPr lang="en-US" altLang="en-US" sz="1000" i="1">
                <a:solidFill>
                  <a:srgbClr val="000000"/>
                </a:solidFill>
                <a:ea typeface="Calibri" pitchFamily="34" charset="0"/>
              </a:rPr>
              <a:t>Local Minima</a:t>
            </a:r>
            <a:endParaRPr lang="en-US" altLang="en-US" sz="1000">
              <a:solidFill>
                <a:srgbClr val="000000"/>
              </a:solidFill>
              <a:ea typeface="Calibri" pitchFamily="34" charset="0"/>
            </a:endParaRPr>
          </a:p>
          <a:p>
            <a:pPr marL="685800" lvl="1" indent="-228600" eaLnBrk="1" hangingPunct="1">
              <a:lnSpc>
                <a:spcPct val="90000"/>
              </a:lnSpc>
              <a:spcBef>
                <a:spcPts val="500"/>
              </a:spcBef>
            </a:pPr>
            <a:r>
              <a:rPr lang="en-US" altLang="en-US" sz="1000" i="1">
                <a:solidFill>
                  <a:srgbClr val="000000"/>
                </a:solidFill>
                <a:ea typeface="Calibri" pitchFamily="34" charset="0"/>
              </a:rPr>
              <a:t>Computational expensive or not possible for big data</a:t>
            </a:r>
            <a:endParaRPr lang="en-US" altLang="en-US" sz="1000">
              <a:solidFill>
                <a:srgbClr val="000000"/>
              </a:solidFill>
              <a:ea typeface="Calibri" pitchFamily="34" charset="0"/>
            </a:endParaRPr>
          </a:p>
          <a:p>
            <a:pPr marL="228600" lvl="0" indent="-228600" eaLnBrk="1" hangingPunct="1">
              <a:lnSpc>
                <a:spcPct val="90000"/>
              </a:lnSpc>
              <a:spcBef>
                <a:spcPts val="1000"/>
              </a:spcBef>
            </a:pPr>
            <a:endParaRPr lang="en-US" altLang="en-US" sz="1000">
              <a:solidFill>
                <a:srgbClr val="000000"/>
              </a:solidFill>
              <a:ea typeface="Calibri" pitchFamily="34" charset="0"/>
            </a:endParaRPr>
          </a:p>
          <a:p>
            <a:pPr marL="228600" lvl="0" indent="-228600" eaLnBrk="1" hangingPunct="1">
              <a:lnSpc>
                <a:spcPct val="90000"/>
              </a:lnSpc>
              <a:spcBef>
                <a:spcPts val="1000"/>
              </a:spcBef>
            </a:pPr>
            <a:r>
              <a:rPr lang="en-US" altLang="en-US" sz="1000">
                <a:solidFill>
                  <a:srgbClr val="000000"/>
                </a:solidFill>
                <a:ea typeface="Calibri" pitchFamily="34" charset="0"/>
              </a:rPr>
              <a:t>Stochastic: One record per iteration</a:t>
            </a:r>
          </a:p>
          <a:p>
            <a:pPr marL="685800" lvl="1" indent="-228600" eaLnBrk="1" hangingPunct="1">
              <a:lnSpc>
                <a:spcPct val="90000"/>
              </a:lnSpc>
              <a:spcBef>
                <a:spcPts val="500"/>
              </a:spcBef>
            </a:pPr>
            <a:r>
              <a:rPr lang="en-US" altLang="en-US" sz="1000" i="1">
                <a:solidFill>
                  <a:srgbClr val="000000"/>
                </a:solidFill>
                <a:ea typeface="Calibri" pitchFamily="34" charset="0"/>
              </a:rPr>
              <a:t>Very Slow</a:t>
            </a:r>
            <a:endParaRPr lang="en-US" altLang="en-US" sz="1000">
              <a:solidFill>
                <a:srgbClr val="000000"/>
              </a:solidFill>
              <a:ea typeface="Calibri" pitchFamily="34" charset="0"/>
            </a:endParaRPr>
          </a:p>
          <a:p>
            <a:pPr marL="685800" lvl="1" indent="-228600" eaLnBrk="1" hangingPunct="1">
              <a:lnSpc>
                <a:spcPct val="90000"/>
              </a:lnSpc>
              <a:spcBef>
                <a:spcPts val="500"/>
              </a:spcBef>
            </a:pPr>
            <a:r>
              <a:rPr lang="en-US" altLang="en-US" sz="1000" i="1">
                <a:solidFill>
                  <a:srgbClr val="000000"/>
                </a:solidFill>
                <a:ea typeface="Calibri" pitchFamily="34" charset="0"/>
              </a:rPr>
              <a:t>Higher chances of global minima</a:t>
            </a:r>
            <a:endParaRPr lang="en-US" altLang="en-US" sz="1000">
              <a:solidFill>
                <a:srgbClr val="000000"/>
              </a:solidFill>
              <a:ea typeface="Calibri" pitchFamily="34" charset="0"/>
            </a:endParaRPr>
          </a:p>
          <a:p>
            <a:pPr marL="685800" lvl="1" indent="-228600" eaLnBrk="1" hangingPunct="1">
              <a:lnSpc>
                <a:spcPct val="90000"/>
              </a:lnSpc>
              <a:spcBef>
                <a:spcPts val="500"/>
              </a:spcBef>
            </a:pPr>
            <a:r>
              <a:rPr lang="en-US" altLang="en-US" sz="1000" i="1">
                <a:solidFill>
                  <a:srgbClr val="000000"/>
                </a:solidFill>
                <a:ea typeface="Calibri" pitchFamily="34" charset="0"/>
              </a:rPr>
              <a:t>Can handle big data</a:t>
            </a:r>
            <a:br>
              <a:rPr lang="en-US" altLang="en-US" sz="1000" i="1">
                <a:solidFill>
                  <a:srgbClr val="000000"/>
                </a:solidFill>
                <a:ea typeface="Calibri" pitchFamily="34" charset="0"/>
              </a:rPr>
            </a:br>
            <a:r>
              <a:rPr lang="en-US" altLang="en-US" sz="1000" i="1">
                <a:solidFill>
                  <a:srgbClr val="000000"/>
                </a:solidFill>
                <a:ea typeface="Calibri" pitchFamily="34" charset="0"/>
              </a:rPr>
              <a:t> </a:t>
            </a:r>
            <a:endParaRPr lang="en-US" altLang="en-US" sz="1000">
              <a:solidFill>
                <a:srgbClr val="000000"/>
              </a:solidFill>
              <a:ea typeface="Calibri" pitchFamily="34" charset="0"/>
            </a:endParaRPr>
          </a:p>
          <a:p>
            <a:pPr marL="228600" lvl="0" indent="-228600" eaLnBrk="1" hangingPunct="1">
              <a:lnSpc>
                <a:spcPct val="90000"/>
              </a:lnSpc>
              <a:spcBef>
                <a:spcPts val="1000"/>
              </a:spcBef>
            </a:pPr>
            <a:r>
              <a:rPr lang="en-US" altLang="en-US" sz="1000">
                <a:solidFill>
                  <a:srgbClr val="000000"/>
                </a:solidFill>
                <a:ea typeface="Calibri" pitchFamily="34" charset="0"/>
              </a:rPr>
              <a:t>Mini-batch: Batch of records per iteration</a:t>
            </a:r>
          </a:p>
          <a:p>
            <a:pPr marL="685800" lvl="1" indent="-228600" eaLnBrk="1" hangingPunct="1">
              <a:lnSpc>
                <a:spcPct val="90000"/>
              </a:lnSpc>
              <a:spcBef>
                <a:spcPts val="500"/>
              </a:spcBef>
            </a:pPr>
            <a:r>
              <a:rPr lang="en-US" altLang="en-US" sz="1000" i="1">
                <a:solidFill>
                  <a:srgbClr val="000000"/>
                </a:solidFill>
                <a:ea typeface="Calibri" pitchFamily="34" charset="0"/>
              </a:rPr>
              <a:t>Faster than Stochastic</a:t>
            </a:r>
            <a:endParaRPr lang="en-US" altLang="en-US" sz="1000">
              <a:solidFill>
                <a:srgbClr val="000000"/>
              </a:solidFill>
              <a:ea typeface="Calibri" pitchFamily="34" charset="0"/>
            </a:endParaRPr>
          </a:p>
          <a:p>
            <a:pPr marL="685800" lvl="1" indent="-228600" eaLnBrk="1" hangingPunct="1">
              <a:lnSpc>
                <a:spcPct val="90000"/>
              </a:lnSpc>
              <a:spcBef>
                <a:spcPts val="500"/>
              </a:spcBef>
            </a:pPr>
            <a:r>
              <a:rPr lang="en-US" altLang="en-US" sz="1000" i="1">
                <a:solidFill>
                  <a:srgbClr val="000000"/>
                </a:solidFill>
                <a:ea typeface="Calibri" pitchFamily="34" charset="0"/>
              </a:rPr>
              <a:t>Higher chances of global minima</a:t>
            </a:r>
            <a:endParaRPr lang="en-US" altLang="en-US" sz="1000">
              <a:solidFill>
                <a:srgbClr val="000000"/>
              </a:solidFill>
              <a:ea typeface="Calibri" pitchFamily="34" charset="0"/>
            </a:endParaRPr>
          </a:p>
          <a:p>
            <a:pPr marL="685800" lvl="1" indent="-228600" eaLnBrk="1" hangingPunct="1">
              <a:lnSpc>
                <a:spcPct val="90000"/>
              </a:lnSpc>
              <a:spcBef>
                <a:spcPts val="500"/>
              </a:spcBef>
            </a:pPr>
            <a:r>
              <a:rPr lang="en-US" altLang="en-US" sz="1000" i="1">
                <a:solidFill>
                  <a:srgbClr val="000000"/>
                </a:solidFill>
                <a:ea typeface="Calibri" pitchFamily="34" charset="0"/>
              </a:rPr>
              <a:t>Can handle big data</a:t>
            </a:r>
            <a:endParaRPr lang="en-US" altLang="en-US" sz="1200">
              <a:solidFill>
                <a:srgbClr val="000000"/>
              </a:solidFill>
              <a:ea typeface="Calibri" pitchFamily="34" charset="0"/>
            </a:endParaRPr>
          </a:p>
          <a:p>
            <a:pPr marL="228600" lvl="0" indent="-228600" eaLnBrk="1" hangingPunct="1">
              <a:lnSpc>
                <a:spcPct val="90000"/>
              </a:lnSpc>
              <a:spcBef>
                <a:spcPts val="1000"/>
              </a:spcBef>
            </a:pPr>
            <a:endParaRPr lang="en-US" altLang="en-US" sz="900">
              <a:solidFill>
                <a:srgbClr val="000000"/>
              </a:solidFill>
              <a:ea typeface="Calibri" pitchFamily="34" charset="0"/>
            </a:endParaRPr>
          </a:p>
        </p:txBody>
      </p:sp>
      <p:grpSp>
        <p:nvGrpSpPr>
          <p:cNvPr id="116743" name="Slide Number Placeholder 2"/>
          <p:cNvGrpSpPr>
            <a:grpSpLocks noGrp="1"/>
          </p:cNvGrpSpPr>
          <p:nvPr/>
        </p:nvGrpSpPr>
        <p:grpSpPr>
          <a:xfrm>
            <a:off x="8601075" y="6370638"/>
            <a:ext cx="622300" cy="609600"/>
            <a:chOff x="5418" y="4013"/>
            <a:chExt cx="392" cy="384"/>
          </a:xfrm>
        </p:grpSpPr>
        <p:pic>
          <p:nvPicPr>
            <p:cNvPr id="116741" name="Slide Number Placeholder 2"/>
            <p:cNvPicPr/>
            <p:nvPr/>
          </p:nvPicPr>
          <p:blipFill>
            <a:blip r:embed="rId3"/>
            <a:stretch>
              <a:fillRect/>
            </a:stretch>
          </p:blipFill>
          <p:spPr>
            <a:xfrm>
              <a:off x="5418" y="4013"/>
              <a:ext cx="392" cy="384"/>
            </a:xfrm>
            <a:prstGeom prst="rect">
              <a:avLst/>
            </a:prstGeom>
            <a:noFill/>
            <a:ln>
              <a:miter lim="800000"/>
            </a:ln>
          </p:spPr>
        </p:pic>
        <p:sp>
          <p:nvSpPr>
            <p:cNvPr id="116742" name="Rectangle 116741"/>
            <p:cNvSpPr/>
            <p:nvPr/>
          </p:nvSpPr>
          <p:spPr>
            <a:xfrm>
              <a:off x="5472" y="4032"/>
              <a:ext cx="288" cy="278"/>
            </a:xfrm>
            <a:prstGeom prst="rect">
              <a:avLst/>
            </a:prstGeom>
            <a:noFill/>
            <a:ln>
              <a:noFill/>
              <a:miter lim="800000"/>
            </a:ln>
          </p:spPr>
          <p: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defRPr>
              </a:lvl5pPr>
            </a:lstStyle>
            <a:p>
              <a:pPr marL="0" lvl="0" indent="0" algn="ctr" eaLnBrk="1" hangingPunct="1"/>
              <a:fld id="{5EA30764-E0FF-4008-87CE-E5D06CB05760}" type="slidenum">
                <a:rPr lang="en-US" altLang="en-US">
                  <a:latin typeface="Calibri" pitchFamily="34" charset="0"/>
                </a:rPr>
                <a:t>62</a:t>
              </a:fld>
              <a:endParaRPr lang="en-US" altLang="en-US">
                <a:latin typeface="Calibri" pitchFamily="34" charset="0"/>
              </a:endParaRPr>
            </a:p>
          </p:txBody>
        </p:sp>
      </p:gr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Text Box 1"/>
          <p:cNvSpPr/>
          <p:nvPr/>
        </p:nvSpPr>
        <p:spPr>
          <a:xfrm>
            <a:off x="457200" y="457200"/>
            <a:ext cx="8229600" cy="793750"/>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438"/>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300" b="1">
                <a:solidFill>
                  <a:srgbClr val="C00000"/>
                </a:solidFill>
                <a:latin typeface="Tahoma" pitchFamily="32" charset="0"/>
                <a:ea typeface="Tahoma" pitchFamily="32" charset="0"/>
              </a:rPr>
              <a:t>DEFINITION OF SUPERVISED LEARNING NETWORKS</a:t>
            </a:r>
          </a:p>
        </p:txBody>
      </p:sp>
      <p:sp>
        <p:nvSpPr>
          <p:cNvPr id="27651" name="Rectangle 2"/>
          <p:cNvSpPr>
            <a:spLocks noChangeArrowheads="1"/>
          </p:cNvSpPr>
          <p:nvPr/>
        </p:nvSpPr>
        <p:spPr bwMode="auto">
          <a:xfrm>
            <a:off x="457200" y="1143000"/>
            <a:ext cx="8229600" cy="1219200"/>
          </a:xfrm>
          <a:prstGeom prst="rect">
            <a:avLst/>
          </a:prstGeom>
          <a:noFill/>
          <a:ln>
            <a:noFill/>
          </a:ln>
          <a:effectLst/>
        </p:spPr>
        <p:txBody>
          <a:bodyPr lIns="90000" tIns="46800" rIns="90000" bIns="46800"/>
          <a:lstStyle>
            <a:defPPr>
              <a:defRPr lang="en-GB"/>
            </a:defPPr>
            <a:lvl1pPr marL="0" indent="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1pPr>
            <a:lvl2pPr marL="4572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2pPr>
            <a:lvl3pPr marL="11430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4pPr>
            <a:lvl5pPr marL="20574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1" indent="-457200" algn="just" defTabSz="449263" rtl="0" eaLnBrk="0" fontAlgn="base" latinLnBrk="0" hangingPunct="0">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Training and test data sets</a:t>
            </a:r>
          </a:p>
          <a:p>
            <a:pPr marL="457200" marR="0" lvl="1" indent="-455613" algn="just" defTabSz="449263" rtl="0" eaLnBrk="0" fontAlgn="base" latinLnBrk="0" hangingPunct="0">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1" indent="-457200" algn="just" defTabSz="449263" rtl="0" eaLnBrk="0" fontAlgn="base" latinLnBrk="0" hangingPunct="0">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Training set; input &amp; target are specified</a:t>
            </a:r>
          </a:p>
        </p:txBody>
      </p:sp>
      <p:pic>
        <p:nvPicPr>
          <p:cNvPr id="27652" name="Picture 3"/>
          <p:cNvPicPr>
            <a:picLocks noChangeAspect="1"/>
          </p:cNvPicPr>
          <p:nvPr/>
        </p:nvPicPr>
        <p:blipFill>
          <a:blip r:embed="rId3"/>
          <a:stretch>
            <a:fillRect/>
          </a:stretch>
        </p:blipFill>
        <p:spPr>
          <a:xfrm>
            <a:off x="1485900" y="2971800"/>
            <a:ext cx="6172200" cy="2514600"/>
          </a:xfrm>
          <a:prstGeom prst="rect">
            <a:avLst/>
          </a:prstGeom>
          <a:noFill/>
          <a:ln>
            <a:noFill/>
            <a:round/>
          </a:ln>
          <a:effectLst/>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1"/>
          <p:cNvSpPr/>
          <p:nvPr/>
        </p:nvSpPr>
        <p:spPr>
          <a:xfrm>
            <a:off x="457200" y="441325"/>
            <a:ext cx="82296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2" charset="0"/>
                <a:ea typeface="Tahoma" pitchFamily="32" charset="0"/>
              </a:rPr>
              <a:t>PERCEPTRON NETWORKS</a:t>
            </a:r>
          </a:p>
        </p:txBody>
      </p:sp>
      <p:pic>
        <p:nvPicPr>
          <p:cNvPr id="29699" name="Picture 2"/>
          <p:cNvPicPr>
            <a:picLocks noChangeAspect="1"/>
          </p:cNvPicPr>
          <p:nvPr/>
        </p:nvPicPr>
        <p:blipFill>
          <a:blip r:embed="rId3"/>
          <a:stretch>
            <a:fillRect/>
          </a:stretch>
        </p:blipFill>
        <p:spPr>
          <a:xfrm>
            <a:off x="533400" y="1371600"/>
            <a:ext cx="8001000" cy="4648200"/>
          </a:xfrm>
          <a:prstGeom prst="rect">
            <a:avLst/>
          </a:prstGeom>
          <a:noFill/>
          <a:ln>
            <a:noFill/>
            <a:round/>
          </a:ln>
          <a:effectLst/>
        </p:spPr>
      </p:pic>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1"/>
          <p:cNvSpPr/>
          <p:nvPr/>
        </p:nvSpPr>
        <p:spPr>
          <a:xfrm>
            <a:off x="457200" y="342900"/>
            <a:ext cx="82296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2" charset="0"/>
                <a:ea typeface="Tahoma" pitchFamily="32" charset="0"/>
              </a:rPr>
              <a:t>PERCEPTRON LEARNING</a:t>
            </a:r>
          </a:p>
        </p:txBody>
      </p:sp>
      <p:sp>
        <p:nvSpPr>
          <p:cNvPr id="33795" name="Text Box 2"/>
          <p:cNvSpPr/>
          <p:nvPr/>
        </p:nvSpPr>
        <p:spPr>
          <a:xfrm>
            <a:off x="457200" y="1143000"/>
            <a:ext cx="8229600" cy="2197100"/>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sv-SE" altLang="en-US" sz="2000">
                <a:solidFill>
                  <a:srgbClr val="984807"/>
                </a:solidFill>
                <a:latin typeface="Tahoma" pitchFamily="32" charset="0"/>
                <a:ea typeface="Tahoma" pitchFamily="32" charset="0"/>
              </a:rPr>
              <a:t>w</a:t>
            </a:r>
            <a:r>
              <a:rPr lang="sv-SE" altLang="en-US" sz="2000" baseline="-25000">
                <a:solidFill>
                  <a:srgbClr val="984807"/>
                </a:solidFill>
                <a:latin typeface="Tahoma" pitchFamily="32" charset="0"/>
                <a:ea typeface="Tahoma" pitchFamily="32" charset="0"/>
              </a:rPr>
              <a:t>i</a:t>
            </a:r>
            <a:r>
              <a:rPr lang="sv-SE" altLang="en-US" sz="2000">
                <a:solidFill>
                  <a:srgbClr val="984807"/>
                </a:solidFill>
                <a:latin typeface="Tahoma" pitchFamily="32" charset="0"/>
                <a:ea typeface="Tahoma" pitchFamily="32" charset="0"/>
              </a:rPr>
              <a:t> = w</a:t>
            </a:r>
            <a:r>
              <a:rPr lang="sv-SE" altLang="en-US" sz="2000" baseline="-25000">
                <a:solidFill>
                  <a:srgbClr val="984807"/>
                </a:solidFill>
                <a:latin typeface="Tahoma" pitchFamily="32" charset="0"/>
                <a:ea typeface="Tahoma" pitchFamily="32" charset="0"/>
              </a:rPr>
              <a:t>i</a:t>
            </a:r>
            <a:r>
              <a:rPr lang="sv-SE" altLang="en-US" sz="2000">
                <a:solidFill>
                  <a:srgbClr val="984807"/>
                </a:solidFill>
                <a:latin typeface="Tahoma" pitchFamily="32" charset="0"/>
                <a:ea typeface="Tahoma" pitchFamily="32" charset="0"/>
              </a:rPr>
              <a:t> + </a:t>
            </a:r>
            <a:r>
              <a:rPr lang="sv-SE" altLang="en-US" sz="2000">
                <a:solidFill>
                  <a:srgbClr val="984807"/>
                </a:solidFill>
                <a:latin typeface="Symbol" pitchFamily="16" charset="2"/>
              </a:rPr>
              <a:t></a:t>
            </a:r>
            <a:r>
              <a:rPr lang="sv-SE" altLang="en-US" sz="2000">
                <a:solidFill>
                  <a:srgbClr val="984807"/>
                </a:solidFill>
                <a:latin typeface="Tahoma" pitchFamily="32" charset="0"/>
                <a:ea typeface="Tahoma" pitchFamily="32" charset="0"/>
              </a:rPr>
              <a:t>w</a:t>
            </a:r>
            <a:r>
              <a:rPr lang="sv-SE" altLang="en-US" sz="2000" baseline="-25000">
                <a:solidFill>
                  <a:srgbClr val="984807"/>
                </a:solidFill>
                <a:latin typeface="Tahoma" pitchFamily="32" charset="0"/>
                <a:ea typeface="Tahoma" pitchFamily="32" charset="0"/>
              </a:rPr>
              <a:t>i</a:t>
            </a:r>
          </a:p>
          <a:p>
            <a:pPr marL="0" lvl="0" indent="0"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sv-SE" altLang="en-US" sz="2000">
                <a:solidFill>
                  <a:srgbClr val="984807"/>
                </a:solidFill>
                <a:latin typeface="Symbol" pitchFamily="16" charset="2"/>
              </a:rPr>
              <a:t></a:t>
            </a:r>
            <a:r>
              <a:rPr lang="sv-SE" altLang="en-US" sz="2000">
                <a:solidFill>
                  <a:srgbClr val="984807"/>
                </a:solidFill>
                <a:latin typeface="Tahoma" pitchFamily="32" charset="0"/>
                <a:ea typeface="Tahoma" pitchFamily="32" charset="0"/>
              </a:rPr>
              <a:t>w</a:t>
            </a:r>
            <a:r>
              <a:rPr lang="sv-SE" altLang="en-US" sz="2000" baseline="-25000">
                <a:solidFill>
                  <a:srgbClr val="984807"/>
                </a:solidFill>
                <a:latin typeface="Tahoma" pitchFamily="32" charset="0"/>
                <a:ea typeface="Tahoma" pitchFamily="32" charset="0"/>
              </a:rPr>
              <a:t>i</a:t>
            </a:r>
            <a:r>
              <a:rPr lang="sv-SE" altLang="en-US" sz="2000">
                <a:solidFill>
                  <a:srgbClr val="984807"/>
                </a:solidFill>
                <a:latin typeface="Tahoma" pitchFamily="32" charset="0"/>
                <a:ea typeface="Tahoma" pitchFamily="32" charset="0"/>
              </a:rPr>
              <a:t> = </a:t>
            </a:r>
            <a:r>
              <a:rPr lang="sv-SE" altLang="en-US" sz="2000">
                <a:solidFill>
                  <a:srgbClr val="984807"/>
                </a:solidFill>
                <a:latin typeface="Symbol" pitchFamily="16" charset="2"/>
              </a:rPr>
              <a:t></a:t>
            </a:r>
            <a:r>
              <a:rPr lang="sv-SE" altLang="en-US" sz="2000">
                <a:solidFill>
                  <a:srgbClr val="984807"/>
                </a:solidFill>
                <a:latin typeface="Tahoma" pitchFamily="32" charset="0"/>
                <a:ea typeface="Tahoma" pitchFamily="32" charset="0"/>
              </a:rPr>
              <a:t> (t - o) x</a:t>
            </a:r>
            <a:r>
              <a:rPr lang="sv-SE" altLang="en-US" sz="2000" baseline="-25000">
                <a:solidFill>
                  <a:srgbClr val="984807"/>
                </a:solidFill>
                <a:latin typeface="Tahoma" pitchFamily="32" charset="0"/>
                <a:ea typeface="Tahoma" pitchFamily="32" charset="0"/>
              </a:rPr>
              <a:t>i</a:t>
            </a:r>
          </a:p>
          <a:p>
            <a:pPr marL="0" lvl="0" indent="0"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sv-SE" altLang="en-US" sz="2000">
                <a:solidFill>
                  <a:srgbClr val="984807"/>
                </a:solidFill>
                <a:latin typeface="Tahoma" pitchFamily="32" charset="0"/>
                <a:ea typeface="Tahoma" pitchFamily="32" charset="0"/>
              </a:rPr>
              <a:t>where</a:t>
            </a:r>
          </a:p>
          <a:p>
            <a:pPr marL="0" lvl="0" indent="0"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sv-SE" altLang="en-US" sz="2000">
                <a:solidFill>
                  <a:srgbClr val="984807"/>
                </a:solidFill>
                <a:latin typeface="Tahoma" pitchFamily="32" charset="0"/>
                <a:ea typeface="Tahoma" pitchFamily="32" charset="0"/>
              </a:rPr>
              <a:t>t = c(x) is the target value,</a:t>
            </a:r>
          </a:p>
          <a:p>
            <a:pPr marL="0" lvl="0" indent="0"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sv-SE" altLang="en-US" sz="2000">
                <a:solidFill>
                  <a:srgbClr val="984807"/>
                </a:solidFill>
                <a:latin typeface="Tahoma" pitchFamily="32" charset="0"/>
                <a:ea typeface="Tahoma" pitchFamily="32" charset="0"/>
              </a:rPr>
              <a:t>o is the perceptron output,</a:t>
            </a:r>
          </a:p>
          <a:p>
            <a:pPr marL="0" lvl="0" indent="0" eaLnBrk="1" hangingPunct="1">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sv-SE" altLang="en-US" sz="2000">
                <a:solidFill>
                  <a:srgbClr val="984807"/>
                </a:solidFill>
                <a:latin typeface="Symbol" pitchFamily="16" charset="2"/>
              </a:rPr>
              <a:t></a:t>
            </a:r>
            <a:r>
              <a:rPr lang="sv-SE" altLang="en-US" sz="2000">
                <a:solidFill>
                  <a:srgbClr val="984807"/>
                </a:solidFill>
                <a:latin typeface="Tahoma" pitchFamily="32" charset="0"/>
                <a:ea typeface="Tahoma" pitchFamily="32" charset="0"/>
              </a:rPr>
              <a:t> Is a small constant (e.g., 0.1) called learning rate.</a:t>
            </a:r>
          </a:p>
        </p:txBody>
      </p:sp>
      <p:sp>
        <p:nvSpPr>
          <p:cNvPr id="33796" name="Text Box 3"/>
          <p:cNvSpPr txBox="1">
            <a:spLocks noChangeArrowheads="1"/>
          </p:cNvSpPr>
          <p:nvPr/>
        </p:nvSpPr>
        <p:spPr bwMode="auto">
          <a:xfrm>
            <a:off x="457200" y="3429000"/>
            <a:ext cx="8229600" cy="3444875"/>
          </a:xfrm>
          <a:prstGeom prst="rect">
            <a:avLst/>
          </a:prstGeom>
          <a:noFill/>
          <a:ln>
            <a:noFill/>
          </a:ln>
          <a:effectLst/>
        </p:spPr>
        <p:txBody>
          <a:bodyPr lIns="90000" tIns="46800" rIns="90000" bIns="46800">
            <a:spAutoFit/>
          </a:bodyPr>
          <a:lstStyle>
            <a:defPPr>
              <a:defRPr lang="en-GB"/>
            </a:defPPr>
            <a:lvl1pPr marL="4572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GB" altLang="en-US" sz="1800" b="0" i="0" u="none" baseline="0">
                <a:solidFill>
                  <a:srgbClr val="000000"/>
                </a:solidFill>
                <a:effectLst/>
                <a:latin typeface="Verdana" pitchFamily="34" charset="0"/>
                <a:ea typeface="Noto Sans CJK SC" charset="0"/>
                <a:cs typeface="Noto Sans CJK SC"/>
              </a:defRPr>
            </a:lvl1pPr>
            <a:lvl2pPr marL="9144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GB" altLang="en-US" sz="1800" b="0" i="0" u="none" baseline="0">
                <a:solidFill>
                  <a:srgbClr val="000000"/>
                </a:solidFill>
                <a:effectLst/>
                <a:latin typeface="Verdana" pitchFamily="34" charset="0"/>
                <a:ea typeface="Noto Sans CJK SC" charset="0"/>
                <a:cs typeface="Noto Sans CJK SC"/>
              </a:defRPr>
            </a:lvl2pPr>
            <a:lvl3pPr marL="11430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GB" altLang="en-US"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GB" altLang="en-US" sz="1800" b="0" i="0" u="none" baseline="0">
                <a:solidFill>
                  <a:srgbClr val="000000"/>
                </a:solidFill>
                <a:effectLst/>
                <a:latin typeface="Verdana" pitchFamily="34" charset="0"/>
                <a:ea typeface="Noto Sans CJK SC" charset="0"/>
                <a:cs typeface="Noto Sans CJK SC"/>
              </a:defRPr>
            </a:lvl4pPr>
            <a:lvl5pPr marL="20574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GB" altLang="en-US" sz="1800" b="0" i="0" u="none" baseline="0">
                <a:solidFill>
                  <a:srgbClr val="000000"/>
                </a:solidFill>
                <a:effectLst/>
                <a:latin typeface="Verdana" pitchFamily="34" charset="0"/>
                <a:ea typeface="Noto Sans CJK SC"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lang="en-GB" altLang="en-US">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lang="en-GB" altLang="en-US">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lang="en-GB" altLang="en-US">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lang="en-GB" altLang="en-US">
                <a:solidFill>
                  <a:srgbClr val="000000"/>
                </a:solidFill>
                <a:latin typeface="Verdana" pitchFamily="34" charset="0"/>
                <a:cs typeface="Noto Sans CJK SC"/>
              </a:defRPr>
            </a:lvl9pPr>
          </a:lstStyle>
          <a:p>
            <a:pPr marL="457200" marR="0" lvl="0" indent="-457200" algn="just" eaLnBrk="1" hangingPunct="1">
              <a:lnSpc>
                <a:spcPct val="110000"/>
              </a:lnSpc>
              <a:buClr>
                <a:srgbClr val="984807"/>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sv-SE" altLang="en-US" sz="2000" spc="0">
                <a:solidFill>
                  <a:srgbClr val="984807"/>
                </a:solidFill>
                <a:latin typeface="Tahoma" pitchFamily="32" charset="0"/>
                <a:ea typeface="Tahoma" pitchFamily="32" charset="0"/>
              </a:rPr>
              <a:t>If the output is correct (t = o) the weights wi are not changed</a:t>
            </a:r>
            <a:endParaRPr lang="sv-SE" altLang="en-US" sz="2000">
              <a:solidFill>
                <a:srgbClr val="984807"/>
              </a:solidFill>
              <a:latin typeface="Tahoma" pitchFamily="32" charset="0"/>
              <a:ea typeface="Tahoma" pitchFamily="32" charset="0"/>
            </a:endParaRPr>
          </a:p>
          <a:p>
            <a:pPr marL="457200" marR="0" lvl="0" indent="-455613" algn="just" eaLnBrk="1" hangingPunct="1">
              <a:lnSpc>
                <a:spcPct val="110000"/>
              </a:lnSpc>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sv-SE" altLang="en-US" sz="2000">
              <a:solidFill>
                <a:srgbClr val="984807"/>
              </a:solidFill>
              <a:latin typeface="Tahoma" pitchFamily="32" charset="0"/>
              <a:ea typeface="Tahoma" pitchFamily="32" charset="0"/>
            </a:endParaRPr>
          </a:p>
          <a:p>
            <a:pPr marL="457200" marR="0" lvl="0" indent="-457200" algn="just" eaLnBrk="1" hangingPunct="1">
              <a:lnSpc>
                <a:spcPct val="110000"/>
              </a:lnSpc>
              <a:buClr>
                <a:srgbClr val="984807"/>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sv-SE" altLang="en-US" sz="2000" spc="0">
                <a:solidFill>
                  <a:srgbClr val="984807"/>
                </a:solidFill>
                <a:latin typeface="Tahoma" pitchFamily="32" charset="0"/>
                <a:ea typeface="Tahoma" pitchFamily="32" charset="0"/>
              </a:rPr>
              <a:t>If the output is incorrect (t </a:t>
            </a:r>
            <a:r>
              <a:rPr lang="sv-SE" altLang="en-US" sz="2000" spc="0">
                <a:solidFill>
                  <a:srgbClr val="984807"/>
                </a:solidFill>
                <a:latin typeface="Symbol" pitchFamily="16" charset="2"/>
              </a:rPr>
              <a:t></a:t>
            </a:r>
            <a:r>
              <a:rPr lang="sv-SE" altLang="en-US" sz="2000" spc="0">
                <a:solidFill>
                  <a:srgbClr val="984807"/>
                </a:solidFill>
                <a:latin typeface="Tahoma" pitchFamily="32" charset="0"/>
                <a:ea typeface="Tahoma" pitchFamily="32" charset="0"/>
              </a:rPr>
              <a:t> o) the weights wi are changed such that the output of the perceptron for the new weights is closer to t.</a:t>
            </a:r>
            <a:endParaRPr lang="sv-SE" altLang="en-US" sz="2000">
              <a:solidFill>
                <a:srgbClr val="984807"/>
              </a:solidFill>
              <a:latin typeface="Tahoma" pitchFamily="32" charset="0"/>
              <a:ea typeface="Tahoma" pitchFamily="32" charset="0"/>
            </a:endParaRPr>
          </a:p>
          <a:p>
            <a:pPr marL="457200" marR="0" lvl="0" indent="-455613" algn="just" eaLnBrk="1" hangingPunct="1">
              <a:lnSpc>
                <a:spcPct val="110000"/>
              </a:lnSpc>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sv-SE" altLang="en-US" sz="2000">
              <a:solidFill>
                <a:srgbClr val="984807"/>
              </a:solidFill>
              <a:latin typeface="Tahoma" pitchFamily="32" charset="0"/>
              <a:ea typeface="Tahoma" pitchFamily="32" charset="0"/>
            </a:endParaRPr>
          </a:p>
          <a:p>
            <a:pPr marL="457200" marR="0" lvl="0" indent="-457200" algn="just" eaLnBrk="1" hangingPunct="1">
              <a:lnSpc>
                <a:spcPct val="110000"/>
              </a:lnSpc>
              <a:buClr>
                <a:srgbClr val="984807"/>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sv-SE" altLang="en-US" sz="2000" spc="0">
                <a:solidFill>
                  <a:srgbClr val="984807"/>
                </a:solidFill>
                <a:latin typeface="Tahoma" pitchFamily="32" charset="0"/>
                <a:ea typeface="Tahoma" pitchFamily="32" charset="0"/>
              </a:rPr>
              <a:t>The algorithm converges to the correct classification</a:t>
            </a:r>
            <a:endParaRPr lang="sv-SE" altLang="en-US" sz="2000">
              <a:solidFill>
                <a:srgbClr val="984807"/>
              </a:solidFill>
              <a:latin typeface="Tahoma" pitchFamily="32" charset="0"/>
              <a:ea typeface="Tahoma" pitchFamily="32" charset="0"/>
            </a:endParaRPr>
          </a:p>
          <a:p>
            <a:pPr marL="914400" marR="0" lvl="1" indent="-457200" algn="just" eaLnBrk="1" hangingPunct="1">
              <a:lnSpc>
                <a:spcPct val="110000"/>
              </a:lnSpc>
              <a:buClr>
                <a:srgbClr val="984807"/>
              </a:buClr>
              <a:buFont typeface="Tahoma" pitchFamily="32"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sv-SE" altLang="en-US" sz="2000" spc="0">
                <a:solidFill>
                  <a:srgbClr val="984807"/>
                </a:solidFill>
                <a:latin typeface="Tahoma" pitchFamily="32" charset="0"/>
                <a:ea typeface="Tahoma" pitchFamily="32" charset="0"/>
              </a:rPr>
              <a:t>if the training data is linearly separable</a:t>
            </a:r>
            <a:endParaRPr lang="sv-SE" altLang="en-US" sz="2000">
              <a:solidFill>
                <a:srgbClr val="984807"/>
              </a:solidFill>
              <a:latin typeface="Tahoma" pitchFamily="32" charset="0"/>
              <a:ea typeface="Tahoma" pitchFamily="32" charset="0"/>
            </a:endParaRPr>
          </a:p>
          <a:p>
            <a:pPr marL="914400" marR="0" lvl="1" indent="-457200" eaLnBrk="1" hangingPunct="1">
              <a:lnSpc>
                <a:spcPct val="110000"/>
              </a:lnSpc>
              <a:buClr>
                <a:srgbClr val="984807"/>
              </a:buClr>
              <a:buFont typeface="Symbol" pitchFamily="16"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sv-SE" altLang="en-US" sz="2000" spc="0">
                <a:solidFill>
                  <a:srgbClr val="984807"/>
                </a:solidFill>
                <a:latin typeface="Symbol" pitchFamily="16" charset="2"/>
              </a:rPr>
              <a:t></a:t>
            </a:r>
            <a:r>
              <a:rPr lang="sv-SE" altLang="en-US" sz="2000" spc="0">
                <a:solidFill>
                  <a:srgbClr val="984807"/>
                </a:solidFill>
                <a:latin typeface="Tahoma" pitchFamily="32" charset="0"/>
                <a:ea typeface="Tahoma" pitchFamily="32" charset="0"/>
              </a:rPr>
              <a:t> is sufficiently small </a:t>
            </a:r>
            <a:endParaRPr lang="sv-SE" altLang="en-US" sz="2000">
              <a:solidFill>
                <a:srgbClr val="984807"/>
              </a:solidFill>
              <a:latin typeface="Tahoma" pitchFamily="32" charset="0"/>
              <a:ea typeface="Tahoma" pitchFamily="32" charset="0"/>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2" charset="0"/>
                <a:ea typeface="Tahoma" pitchFamily="32" charset="0"/>
              </a:rPr>
              <a:t>LEARNING ALGORITHM</a:t>
            </a:r>
          </a:p>
        </p:txBody>
      </p:sp>
      <p:sp>
        <p:nvSpPr>
          <p:cNvPr id="35843" name="Text Box 2"/>
          <p:cNvSpPr txBox="1">
            <a:spLocks noChangeArrowheads="1"/>
          </p:cNvSpPr>
          <p:nvPr/>
        </p:nvSpPr>
        <p:spPr bwMode="auto">
          <a:xfrm>
            <a:off x="457200" y="1143000"/>
            <a:ext cx="8229600" cy="3751263"/>
          </a:xfrm>
          <a:prstGeom prst="rect">
            <a:avLst/>
          </a:prstGeom>
          <a:noFill/>
          <a:ln>
            <a:noFill/>
          </a:ln>
          <a:effectLst/>
        </p:spPr>
        <p:txBody>
          <a:bodyPr lIns="90000" tIns="46800" rIns="90000" bIns="46800">
            <a:spAutoFit/>
          </a:bodyPr>
          <a:lstStyle>
            <a:defPPr>
              <a:defRPr lang="en-GB"/>
            </a:defPPr>
            <a:lvl1pPr marL="4572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1pPr>
            <a:lvl2pPr marL="742950" indent="-28575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2pPr>
            <a:lvl3pPr marL="11430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4pPr>
            <a:lvl5pPr marL="20574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l"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Epoch </a:t>
            </a: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 Presentation of the entire training set to the neural network. </a:t>
            </a:r>
            <a:b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br>
            <a:endPar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In the case of the AND function, an epoch consists of four sets of inputs being presented to the network  (i.e. [0,0], [0,1], [1,0], [1,1]).</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Error</a:t>
            </a: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 The error value is the amount by which the value output by the network differs from the target value. For example, if we required the network to output 0 and it outputs 1, then Error = -1.</a:t>
            </a: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Text Box 1"/>
          <p:cNvSpPr txBox="1">
            <a:spLocks noChangeArrowheads="1"/>
          </p:cNvSpPr>
          <p:nvPr/>
        </p:nvSpPr>
        <p:spPr bwMode="auto">
          <a:xfrm>
            <a:off x="457200" y="685800"/>
            <a:ext cx="8229600" cy="5121275"/>
          </a:xfrm>
          <a:prstGeom prst="rect">
            <a:avLst/>
          </a:prstGeom>
          <a:noFill/>
          <a:ln>
            <a:noFill/>
          </a:ln>
          <a:effectLst/>
        </p:spPr>
        <p:txBody>
          <a:bodyPr lIns="90000" tIns="46800" rIns="90000" bIns="46800">
            <a:spAutoFit/>
          </a:bodyPr>
          <a:lstStyle>
            <a:defPPr>
              <a:defRPr lang="en-GB"/>
            </a:defPPr>
            <a:lvl1pPr marL="4572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1pPr>
            <a:lvl2pPr marL="742950" indent="-28575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2pPr>
            <a:lvl3pPr marL="11430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4pPr>
            <a:lvl5pPr marL="20574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Target Value, T </a:t>
            </a: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 When we are training a network we not only present it with the input but also with a value that we require the network to produce. For example, if we present the network with [1,1] for the AND function, the training value will be 1.</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Output , O </a:t>
            </a: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 The output value from the neuron.</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Ij </a:t>
            </a: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 Inputs being presented to the neuron.</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Wj </a:t>
            </a: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 Weight from input neuron (Ij) to the output neuron.</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LR </a:t>
            </a: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 The learning rate. This dictates how quickly the network converges. It is set by a matter of experimentation. It is typically 0.1.</a:t>
            </a: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2" charset="0"/>
                <a:ea typeface="Tahoma" pitchFamily="32" charset="0"/>
              </a:rPr>
              <a:t>TRAINING ALGORITHM</a:t>
            </a:r>
          </a:p>
        </p:txBody>
      </p:sp>
      <p:sp>
        <p:nvSpPr>
          <p:cNvPr id="39939" name="Rectangle 2"/>
          <p:cNvSpPr>
            <a:spLocks noChangeArrowheads="1"/>
          </p:cNvSpPr>
          <p:nvPr/>
        </p:nvSpPr>
        <p:spPr bwMode="auto">
          <a:xfrm>
            <a:off x="457200" y="1143000"/>
            <a:ext cx="8229600" cy="4419600"/>
          </a:xfrm>
          <a:prstGeom prst="rect">
            <a:avLst/>
          </a:prstGeom>
          <a:noFill/>
          <a:ln>
            <a:noFill/>
          </a:ln>
          <a:effectLst/>
        </p:spPr>
        <p:txBody>
          <a:bodyPr lIns="90360" tIns="44280" rIns="90360" bIns="44280"/>
          <a:lstStyle>
            <a:defPPr>
              <a:defRPr lang="en-GB"/>
            </a:defPPr>
            <a:lvl1pPr marL="4572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1pPr>
            <a:lvl2pPr marL="742950" indent="-28575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2pPr>
            <a:lvl3pPr marL="9144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4pPr>
            <a:lvl5pPr marL="20574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GB"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Adjust neural network weights to map inputs to outputs.</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GB"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GB"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Use a set of sample patterns where the desired output (given the inputs presented) is known.</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GB"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GB"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The purpose is to learn to </a:t>
            </a:r>
          </a:p>
          <a:p>
            <a:pPr marL="914400" marR="0" lvl="2"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GB"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Recognize features which are common to good and bad exemplars</a:t>
            </a: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2" charset="0"/>
                <a:ea typeface="Tahoma" pitchFamily="32" charset="0"/>
              </a:rPr>
              <a:t>MULTILAYER PERCEPTRON</a:t>
            </a:r>
          </a:p>
        </p:txBody>
      </p:sp>
      <p:grpSp>
        <p:nvGrpSpPr>
          <p:cNvPr id="41987" name="Group 2"/>
          <p:cNvGrpSpPr/>
          <p:nvPr/>
        </p:nvGrpSpPr>
        <p:grpSpPr>
          <a:xfrm>
            <a:off x="762000" y="1524000"/>
            <a:ext cx="5638800" cy="4191000"/>
            <a:chOff x="480" y="960"/>
            <a:chExt cx="3552" cy="2640"/>
          </a:xfrm>
        </p:grpSpPr>
        <p:sp>
          <p:nvSpPr>
            <p:cNvPr id="41989" name="Rectangle 3"/>
            <p:cNvSpPr/>
            <p:nvPr/>
          </p:nvSpPr>
          <p:spPr>
            <a:xfrm>
              <a:off x="480" y="3310"/>
              <a:ext cx="3503" cy="290"/>
            </a:xfrm>
            <a:prstGeom prst="rect">
              <a:avLst/>
            </a:prstGeom>
            <a:gradFill rotWithShape="0">
              <a:gsLst>
                <a:gs pos="0">
                  <a:srgbClr val="003400"/>
                </a:gs>
                <a:gs pos="100000">
                  <a:srgbClr val="00AE00"/>
                </a:gs>
              </a:gsLst>
              <a:lin ang="5400000" scaled="1"/>
            </a:gradFill>
            <a:ln w="12600">
              <a:solidFill>
                <a:prstClr val="black"/>
              </a:solidFill>
              <a:miter lim="800000"/>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buClr>
                  <a:srgbClr val="000000"/>
                </a:buClr>
                <a:buFont typeface="Times New Roman" pitchFamily="16" charset="0"/>
              </a:pPr>
              <a:endParaRPr lang="en-IN" altLang="en-US"/>
            </a:p>
          </p:txBody>
        </p:sp>
        <p:sp>
          <p:nvSpPr>
            <p:cNvPr id="41990" name="Rectangle 4"/>
            <p:cNvSpPr/>
            <p:nvPr/>
          </p:nvSpPr>
          <p:spPr>
            <a:xfrm>
              <a:off x="1294" y="997"/>
              <a:ext cx="1918" cy="247"/>
            </a:xfrm>
            <a:prstGeom prst="rect">
              <a:avLst/>
            </a:prstGeom>
            <a:gradFill rotWithShape="0">
              <a:gsLst>
                <a:gs pos="0">
                  <a:srgbClr val="FC0128"/>
                </a:gs>
                <a:gs pos="100000">
                  <a:srgbClr val="4B000C"/>
                </a:gs>
              </a:gsLst>
              <a:lin ang="5400000" scaled="1"/>
            </a:gradFill>
            <a:ln w="12600">
              <a:solidFill>
                <a:prstClr val="black"/>
              </a:solidFill>
              <a:miter lim="800000"/>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buClr>
                  <a:srgbClr val="000000"/>
                </a:buClr>
                <a:buFont typeface="Times New Roman" pitchFamily="16" charset="0"/>
              </a:pPr>
              <a:endParaRPr lang="en-IN" altLang="en-US"/>
            </a:p>
          </p:txBody>
        </p:sp>
        <p:sp>
          <p:nvSpPr>
            <p:cNvPr id="41991" name="Oval 5"/>
            <p:cNvSpPr/>
            <p:nvPr/>
          </p:nvSpPr>
          <p:spPr>
            <a:xfrm>
              <a:off x="1504" y="1593"/>
              <a:ext cx="340" cy="341"/>
            </a:xfrm>
            <a:prstGeom prst="ellipse">
              <a:avLst/>
            </a:prstGeom>
            <a:gradFill rotWithShape="0">
              <a:gsLst>
                <a:gs pos="0">
                  <a:srgbClr val="1D2B4B"/>
                </a:gs>
                <a:gs pos="100000">
                  <a:srgbClr val="618FFD"/>
                </a:gs>
              </a:gsLst>
              <a:lin ang="13500000" scaled="1"/>
            </a:gradFill>
            <a:ln>
              <a:noFill/>
              <a:miter lim="800000"/>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buClr>
                  <a:srgbClr val="000000"/>
                </a:buClr>
                <a:buFont typeface="Times New Roman" pitchFamily="16" charset="0"/>
              </a:pPr>
              <a:endParaRPr lang="en-IN" altLang="en-US"/>
            </a:p>
          </p:txBody>
        </p:sp>
        <p:sp>
          <p:nvSpPr>
            <p:cNvPr id="41992" name="Oval 6"/>
            <p:cNvSpPr/>
            <p:nvPr/>
          </p:nvSpPr>
          <p:spPr>
            <a:xfrm>
              <a:off x="2104" y="1593"/>
              <a:ext cx="340" cy="341"/>
            </a:xfrm>
            <a:prstGeom prst="ellipse">
              <a:avLst/>
            </a:prstGeom>
            <a:gradFill rotWithShape="0">
              <a:gsLst>
                <a:gs pos="0">
                  <a:srgbClr val="1D2B4B"/>
                </a:gs>
                <a:gs pos="100000">
                  <a:srgbClr val="618FFD"/>
                </a:gs>
              </a:gsLst>
              <a:lin ang="13500000" scaled="1"/>
            </a:gradFill>
            <a:ln>
              <a:noFill/>
              <a:miter lim="800000"/>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buClr>
                  <a:srgbClr val="000000"/>
                </a:buClr>
                <a:buFont typeface="Times New Roman" pitchFamily="16" charset="0"/>
              </a:pPr>
              <a:endParaRPr lang="en-IN" altLang="en-US"/>
            </a:p>
          </p:txBody>
        </p:sp>
        <p:sp>
          <p:nvSpPr>
            <p:cNvPr id="41993" name="Oval 7"/>
            <p:cNvSpPr/>
            <p:nvPr/>
          </p:nvSpPr>
          <p:spPr>
            <a:xfrm>
              <a:off x="2703" y="1593"/>
              <a:ext cx="341" cy="341"/>
            </a:xfrm>
            <a:prstGeom prst="ellipse">
              <a:avLst/>
            </a:prstGeom>
            <a:gradFill rotWithShape="0">
              <a:gsLst>
                <a:gs pos="0">
                  <a:srgbClr val="1D2B4B"/>
                </a:gs>
                <a:gs pos="100000">
                  <a:srgbClr val="618FFD"/>
                </a:gs>
              </a:gsLst>
              <a:lin ang="13500000" scaled="1"/>
            </a:gradFill>
            <a:ln>
              <a:noFill/>
              <a:miter lim="800000"/>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buClr>
                  <a:srgbClr val="000000"/>
                </a:buClr>
                <a:buFont typeface="Times New Roman" pitchFamily="16" charset="0"/>
              </a:pPr>
              <a:endParaRPr lang="en-IN" altLang="en-US"/>
            </a:p>
          </p:txBody>
        </p:sp>
        <p:sp>
          <p:nvSpPr>
            <p:cNvPr id="41994" name="Oval 8"/>
            <p:cNvSpPr/>
            <p:nvPr/>
          </p:nvSpPr>
          <p:spPr>
            <a:xfrm>
              <a:off x="562" y="2535"/>
              <a:ext cx="340" cy="340"/>
            </a:xfrm>
            <a:prstGeom prst="ellipse">
              <a:avLst/>
            </a:prstGeom>
            <a:gradFill rotWithShape="0">
              <a:gsLst>
                <a:gs pos="0">
                  <a:srgbClr val="1D2B4B"/>
                </a:gs>
                <a:gs pos="100000">
                  <a:srgbClr val="618FFD"/>
                </a:gs>
              </a:gsLst>
              <a:lin ang="13500000" scaled="1"/>
            </a:gradFill>
            <a:ln>
              <a:noFill/>
              <a:miter lim="800000"/>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buClr>
                  <a:srgbClr val="000000"/>
                </a:buClr>
                <a:buFont typeface="Times New Roman" pitchFamily="16" charset="0"/>
              </a:pPr>
              <a:endParaRPr lang="en-IN" altLang="en-US"/>
            </a:p>
          </p:txBody>
        </p:sp>
        <p:sp>
          <p:nvSpPr>
            <p:cNvPr id="41995" name="Oval 9"/>
            <p:cNvSpPr/>
            <p:nvPr/>
          </p:nvSpPr>
          <p:spPr>
            <a:xfrm>
              <a:off x="1162" y="2535"/>
              <a:ext cx="341" cy="340"/>
            </a:xfrm>
            <a:prstGeom prst="ellipse">
              <a:avLst/>
            </a:prstGeom>
            <a:gradFill rotWithShape="0">
              <a:gsLst>
                <a:gs pos="0">
                  <a:srgbClr val="1D2B4B"/>
                </a:gs>
                <a:gs pos="100000">
                  <a:srgbClr val="618FFD"/>
                </a:gs>
              </a:gsLst>
              <a:lin ang="13500000" scaled="1"/>
            </a:gradFill>
            <a:ln>
              <a:noFill/>
              <a:miter lim="800000"/>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buClr>
                  <a:srgbClr val="000000"/>
                </a:buClr>
                <a:buFont typeface="Times New Roman" pitchFamily="16" charset="0"/>
              </a:pPr>
              <a:endParaRPr lang="en-IN" altLang="en-US"/>
            </a:p>
          </p:txBody>
        </p:sp>
        <p:sp>
          <p:nvSpPr>
            <p:cNvPr id="41996" name="Oval 10"/>
            <p:cNvSpPr/>
            <p:nvPr/>
          </p:nvSpPr>
          <p:spPr>
            <a:xfrm>
              <a:off x="1761" y="2535"/>
              <a:ext cx="340" cy="340"/>
            </a:xfrm>
            <a:prstGeom prst="ellipse">
              <a:avLst/>
            </a:prstGeom>
            <a:gradFill rotWithShape="0">
              <a:gsLst>
                <a:gs pos="0">
                  <a:srgbClr val="1D2B4B"/>
                </a:gs>
                <a:gs pos="100000">
                  <a:srgbClr val="618FFD"/>
                </a:gs>
              </a:gsLst>
              <a:lin ang="13500000" scaled="1"/>
            </a:gradFill>
            <a:ln>
              <a:noFill/>
              <a:miter lim="800000"/>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buClr>
                  <a:srgbClr val="000000"/>
                </a:buClr>
                <a:buFont typeface="Times New Roman" pitchFamily="16" charset="0"/>
              </a:pPr>
              <a:endParaRPr lang="en-IN" altLang="en-US"/>
            </a:p>
          </p:txBody>
        </p:sp>
        <p:sp>
          <p:nvSpPr>
            <p:cNvPr id="41997" name="Oval 11"/>
            <p:cNvSpPr/>
            <p:nvPr/>
          </p:nvSpPr>
          <p:spPr>
            <a:xfrm>
              <a:off x="2360" y="2535"/>
              <a:ext cx="340" cy="340"/>
            </a:xfrm>
            <a:prstGeom prst="ellipse">
              <a:avLst/>
            </a:prstGeom>
            <a:gradFill rotWithShape="0">
              <a:gsLst>
                <a:gs pos="0">
                  <a:srgbClr val="1D2B4B"/>
                </a:gs>
                <a:gs pos="100000">
                  <a:srgbClr val="618FFD"/>
                </a:gs>
              </a:gsLst>
              <a:lin ang="13500000" scaled="1"/>
            </a:gradFill>
            <a:ln>
              <a:noFill/>
              <a:miter lim="800000"/>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buClr>
                  <a:srgbClr val="000000"/>
                </a:buClr>
                <a:buFont typeface="Times New Roman" pitchFamily="16" charset="0"/>
              </a:pPr>
              <a:endParaRPr lang="en-IN" altLang="en-US"/>
            </a:p>
          </p:txBody>
        </p:sp>
        <p:sp>
          <p:nvSpPr>
            <p:cNvPr id="41998" name="Oval 12"/>
            <p:cNvSpPr/>
            <p:nvPr/>
          </p:nvSpPr>
          <p:spPr>
            <a:xfrm>
              <a:off x="2961" y="2535"/>
              <a:ext cx="341" cy="340"/>
            </a:xfrm>
            <a:prstGeom prst="ellipse">
              <a:avLst/>
            </a:prstGeom>
            <a:gradFill rotWithShape="0">
              <a:gsLst>
                <a:gs pos="0">
                  <a:srgbClr val="1D2B4B"/>
                </a:gs>
                <a:gs pos="100000">
                  <a:srgbClr val="618FFD"/>
                </a:gs>
              </a:gsLst>
              <a:lin ang="13500000" scaled="1"/>
            </a:gradFill>
            <a:ln>
              <a:noFill/>
              <a:miter lim="800000"/>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buClr>
                  <a:srgbClr val="000000"/>
                </a:buClr>
                <a:buFont typeface="Times New Roman" pitchFamily="16" charset="0"/>
              </a:pPr>
              <a:endParaRPr lang="en-IN" altLang="en-US"/>
            </a:p>
          </p:txBody>
        </p:sp>
        <p:sp>
          <p:nvSpPr>
            <p:cNvPr id="41999" name="Oval 13"/>
            <p:cNvSpPr/>
            <p:nvPr/>
          </p:nvSpPr>
          <p:spPr>
            <a:xfrm>
              <a:off x="3560" y="2535"/>
              <a:ext cx="340" cy="340"/>
            </a:xfrm>
            <a:prstGeom prst="ellipse">
              <a:avLst/>
            </a:prstGeom>
            <a:gradFill rotWithShape="0">
              <a:gsLst>
                <a:gs pos="0">
                  <a:srgbClr val="1D2B4B"/>
                </a:gs>
                <a:gs pos="100000">
                  <a:srgbClr val="618FFD"/>
                </a:gs>
              </a:gsLst>
              <a:lin ang="13500000" scaled="1"/>
            </a:gradFill>
            <a:ln>
              <a:noFill/>
              <a:miter lim="800000"/>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buClr>
                  <a:srgbClr val="000000"/>
                </a:buClr>
                <a:buFont typeface="Times New Roman" pitchFamily="16" charset="0"/>
              </a:pPr>
              <a:endParaRPr lang="en-IN" altLang="en-US"/>
            </a:p>
          </p:txBody>
        </p:sp>
        <p:cxnSp>
          <p:nvCxnSpPr>
            <p:cNvPr id="42000" name="Line 14"/>
            <p:cNvCxnSpPr/>
            <p:nvPr/>
          </p:nvCxnSpPr>
          <p:spPr>
            <a:xfrm flipV="1">
              <a:off x="733" y="1934"/>
              <a:ext cx="897" cy="601"/>
            </a:xfrm>
            <a:prstGeom prst="line">
              <a:avLst/>
            </a:prstGeom>
            <a:noFill/>
            <a:ln w="12600">
              <a:solidFill>
                <a:prstClr val="black"/>
              </a:solidFill>
              <a:miter lim="800000"/>
            </a:ln>
            <a:effectLst/>
          </p:spPr>
        </p:cxnSp>
        <p:cxnSp>
          <p:nvCxnSpPr>
            <p:cNvPr id="42001" name="Line 15"/>
            <p:cNvCxnSpPr/>
            <p:nvPr/>
          </p:nvCxnSpPr>
          <p:spPr>
            <a:xfrm flipV="1">
              <a:off x="1333" y="1934"/>
              <a:ext cx="298" cy="601"/>
            </a:xfrm>
            <a:prstGeom prst="line">
              <a:avLst/>
            </a:prstGeom>
            <a:noFill/>
            <a:ln w="12600">
              <a:solidFill>
                <a:prstClr val="black"/>
              </a:solidFill>
              <a:miter lim="800000"/>
            </a:ln>
            <a:effectLst/>
          </p:spPr>
        </p:cxnSp>
        <p:cxnSp>
          <p:nvCxnSpPr>
            <p:cNvPr id="42002" name="Line 16"/>
            <p:cNvCxnSpPr/>
            <p:nvPr/>
          </p:nvCxnSpPr>
          <p:spPr>
            <a:xfrm flipH="1" flipV="1">
              <a:off x="1630" y="1934"/>
              <a:ext cx="302" cy="601"/>
            </a:xfrm>
            <a:prstGeom prst="line">
              <a:avLst/>
            </a:prstGeom>
            <a:noFill/>
            <a:ln w="12600">
              <a:solidFill>
                <a:prstClr val="black"/>
              </a:solidFill>
              <a:miter lim="800000"/>
            </a:ln>
            <a:effectLst/>
          </p:spPr>
        </p:cxnSp>
        <p:cxnSp>
          <p:nvCxnSpPr>
            <p:cNvPr id="42003" name="Line 17"/>
            <p:cNvCxnSpPr/>
            <p:nvPr/>
          </p:nvCxnSpPr>
          <p:spPr>
            <a:xfrm>
              <a:off x="1633" y="1936"/>
              <a:ext cx="854" cy="597"/>
            </a:xfrm>
            <a:prstGeom prst="line">
              <a:avLst/>
            </a:prstGeom>
            <a:noFill/>
            <a:ln w="12600">
              <a:solidFill>
                <a:prstClr val="black"/>
              </a:solidFill>
              <a:miter lim="800000"/>
            </a:ln>
            <a:effectLst/>
          </p:spPr>
        </p:cxnSp>
        <p:cxnSp>
          <p:nvCxnSpPr>
            <p:cNvPr id="42004" name="Line 18"/>
            <p:cNvCxnSpPr/>
            <p:nvPr/>
          </p:nvCxnSpPr>
          <p:spPr>
            <a:xfrm>
              <a:off x="1633" y="1936"/>
              <a:ext cx="1496" cy="597"/>
            </a:xfrm>
            <a:prstGeom prst="line">
              <a:avLst/>
            </a:prstGeom>
            <a:noFill/>
            <a:ln w="12600">
              <a:solidFill>
                <a:prstClr val="black"/>
              </a:solidFill>
              <a:miter lim="800000"/>
            </a:ln>
            <a:effectLst/>
          </p:spPr>
        </p:cxnSp>
        <p:cxnSp>
          <p:nvCxnSpPr>
            <p:cNvPr id="42005" name="Line 19"/>
            <p:cNvCxnSpPr/>
            <p:nvPr/>
          </p:nvCxnSpPr>
          <p:spPr>
            <a:xfrm>
              <a:off x="1633" y="1936"/>
              <a:ext cx="2096" cy="597"/>
            </a:xfrm>
            <a:prstGeom prst="line">
              <a:avLst/>
            </a:prstGeom>
            <a:noFill/>
            <a:ln w="12600">
              <a:solidFill>
                <a:prstClr val="black"/>
              </a:solidFill>
              <a:miter lim="800000"/>
            </a:ln>
            <a:effectLst/>
          </p:spPr>
        </p:cxnSp>
        <p:cxnSp>
          <p:nvCxnSpPr>
            <p:cNvPr id="42006" name="Line 20"/>
            <p:cNvCxnSpPr/>
            <p:nvPr/>
          </p:nvCxnSpPr>
          <p:spPr>
            <a:xfrm flipH="1">
              <a:off x="732" y="1936"/>
              <a:ext cx="1543" cy="597"/>
            </a:xfrm>
            <a:prstGeom prst="line">
              <a:avLst/>
            </a:prstGeom>
            <a:noFill/>
            <a:ln w="12600">
              <a:solidFill>
                <a:prstClr val="black"/>
              </a:solidFill>
              <a:miter lim="800000"/>
            </a:ln>
            <a:effectLst/>
          </p:spPr>
        </p:cxnSp>
        <p:cxnSp>
          <p:nvCxnSpPr>
            <p:cNvPr id="42007" name="Line 21"/>
            <p:cNvCxnSpPr/>
            <p:nvPr/>
          </p:nvCxnSpPr>
          <p:spPr>
            <a:xfrm flipH="1">
              <a:off x="1331" y="1936"/>
              <a:ext cx="944" cy="597"/>
            </a:xfrm>
            <a:prstGeom prst="line">
              <a:avLst/>
            </a:prstGeom>
            <a:noFill/>
            <a:ln w="12600">
              <a:solidFill>
                <a:prstClr val="black"/>
              </a:solidFill>
              <a:miter lim="800000"/>
            </a:ln>
            <a:effectLst/>
          </p:spPr>
        </p:cxnSp>
        <p:cxnSp>
          <p:nvCxnSpPr>
            <p:cNvPr id="42008" name="Line 22"/>
            <p:cNvCxnSpPr/>
            <p:nvPr/>
          </p:nvCxnSpPr>
          <p:spPr>
            <a:xfrm flipH="1">
              <a:off x="1930" y="1936"/>
              <a:ext cx="345" cy="597"/>
            </a:xfrm>
            <a:prstGeom prst="line">
              <a:avLst/>
            </a:prstGeom>
            <a:noFill/>
            <a:ln w="12600">
              <a:solidFill>
                <a:prstClr val="black"/>
              </a:solidFill>
              <a:miter lim="800000"/>
            </a:ln>
            <a:effectLst/>
          </p:spPr>
        </p:cxnSp>
        <p:cxnSp>
          <p:nvCxnSpPr>
            <p:cNvPr id="42009" name="Line 23"/>
            <p:cNvCxnSpPr/>
            <p:nvPr/>
          </p:nvCxnSpPr>
          <p:spPr>
            <a:xfrm>
              <a:off x="2275" y="1936"/>
              <a:ext cx="212" cy="597"/>
            </a:xfrm>
            <a:prstGeom prst="line">
              <a:avLst/>
            </a:prstGeom>
            <a:noFill/>
            <a:ln w="12600">
              <a:solidFill>
                <a:prstClr val="black"/>
              </a:solidFill>
              <a:miter lim="800000"/>
            </a:ln>
            <a:effectLst/>
          </p:spPr>
        </p:cxnSp>
        <p:cxnSp>
          <p:nvCxnSpPr>
            <p:cNvPr id="42010" name="Line 24"/>
            <p:cNvCxnSpPr/>
            <p:nvPr/>
          </p:nvCxnSpPr>
          <p:spPr>
            <a:xfrm>
              <a:off x="2275" y="1936"/>
              <a:ext cx="854" cy="597"/>
            </a:xfrm>
            <a:prstGeom prst="line">
              <a:avLst/>
            </a:prstGeom>
            <a:noFill/>
            <a:ln w="12600">
              <a:solidFill>
                <a:prstClr val="black"/>
              </a:solidFill>
              <a:miter lim="800000"/>
            </a:ln>
            <a:effectLst/>
          </p:spPr>
        </p:cxnSp>
        <p:cxnSp>
          <p:nvCxnSpPr>
            <p:cNvPr id="42011" name="Line 25"/>
            <p:cNvCxnSpPr/>
            <p:nvPr/>
          </p:nvCxnSpPr>
          <p:spPr>
            <a:xfrm flipH="1" flipV="1">
              <a:off x="2273" y="1934"/>
              <a:ext cx="1457" cy="601"/>
            </a:xfrm>
            <a:prstGeom prst="line">
              <a:avLst/>
            </a:prstGeom>
            <a:noFill/>
            <a:ln w="12600">
              <a:solidFill>
                <a:prstClr val="black"/>
              </a:solidFill>
              <a:miter lim="800000"/>
            </a:ln>
            <a:effectLst/>
          </p:spPr>
        </p:cxnSp>
        <p:cxnSp>
          <p:nvCxnSpPr>
            <p:cNvPr id="42012" name="Line 26"/>
            <p:cNvCxnSpPr/>
            <p:nvPr/>
          </p:nvCxnSpPr>
          <p:spPr>
            <a:xfrm flipH="1">
              <a:off x="732" y="1936"/>
              <a:ext cx="2143" cy="597"/>
            </a:xfrm>
            <a:prstGeom prst="line">
              <a:avLst/>
            </a:prstGeom>
            <a:noFill/>
            <a:ln w="12600">
              <a:solidFill>
                <a:prstClr val="black"/>
              </a:solidFill>
              <a:miter lim="800000"/>
            </a:ln>
            <a:effectLst/>
          </p:spPr>
        </p:cxnSp>
        <p:cxnSp>
          <p:nvCxnSpPr>
            <p:cNvPr id="42013" name="Line 27"/>
            <p:cNvCxnSpPr/>
            <p:nvPr/>
          </p:nvCxnSpPr>
          <p:spPr>
            <a:xfrm flipH="1">
              <a:off x="1331" y="1936"/>
              <a:ext cx="1543" cy="597"/>
            </a:xfrm>
            <a:prstGeom prst="line">
              <a:avLst/>
            </a:prstGeom>
            <a:noFill/>
            <a:ln w="12600">
              <a:solidFill>
                <a:prstClr val="black"/>
              </a:solidFill>
              <a:miter lim="800000"/>
            </a:ln>
            <a:effectLst/>
          </p:spPr>
        </p:cxnSp>
        <p:cxnSp>
          <p:nvCxnSpPr>
            <p:cNvPr id="42014" name="Line 28"/>
            <p:cNvCxnSpPr/>
            <p:nvPr/>
          </p:nvCxnSpPr>
          <p:spPr>
            <a:xfrm flipH="1">
              <a:off x="1931" y="1936"/>
              <a:ext cx="944" cy="597"/>
            </a:xfrm>
            <a:prstGeom prst="line">
              <a:avLst/>
            </a:prstGeom>
            <a:noFill/>
            <a:ln w="12600">
              <a:solidFill>
                <a:prstClr val="black"/>
              </a:solidFill>
              <a:miter lim="800000"/>
            </a:ln>
            <a:effectLst/>
          </p:spPr>
        </p:cxnSp>
        <p:cxnSp>
          <p:nvCxnSpPr>
            <p:cNvPr id="42015" name="Line 29"/>
            <p:cNvCxnSpPr/>
            <p:nvPr/>
          </p:nvCxnSpPr>
          <p:spPr>
            <a:xfrm flipH="1">
              <a:off x="2487" y="1936"/>
              <a:ext cx="387" cy="597"/>
            </a:xfrm>
            <a:prstGeom prst="line">
              <a:avLst/>
            </a:prstGeom>
            <a:noFill/>
            <a:ln w="12600">
              <a:solidFill>
                <a:prstClr val="black"/>
              </a:solidFill>
              <a:miter lim="800000"/>
            </a:ln>
            <a:effectLst/>
          </p:spPr>
        </p:cxnSp>
        <p:cxnSp>
          <p:nvCxnSpPr>
            <p:cNvPr id="42016" name="Line 30"/>
            <p:cNvCxnSpPr/>
            <p:nvPr/>
          </p:nvCxnSpPr>
          <p:spPr>
            <a:xfrm>
              <a:off x="2875" y="1936"/>
              <a:ext cx="255" cy="597"/>
            </a:xfrm>
            <a:prstGeom prst="line">
              <a:avLst/>
            </a:prstGeom>
            <a:noFill/>
            <a:ln w="12600">
              <a:solidFill>
                <a:prstClr val="black"/>
              </a:solidFill>
              <a:miter lim="800000"/>
            </a:ln>
            <a:effectLst/>
          </p:spPr>
        </p:cxnSp>
        <p:cxnSp>
          <p:nvCxnSpPr>
            <p:cNvPr id="42017" name="Line 31"/>
            <p:cNvCxnSpPr/>
            <p:nvPr/>
          </p:nvCxnSpPr>
          <p:spPr>
            <a:xfrm>
              <a:off x="2875" y="1936"/>
              <a:ext cx="854" cy="597"/>
            </a:xfrm>
            <a:prstGeom prst="line">
              <a:avLst/>
            </a:prstGeom>
            <a:noFill/>
            <a:ln w="12600">
              <a:solidFill>
                <a:prstClr val="black"/>
              </a:solidFill>
              <a:miter lim="800000"/>
            </a:ln>
            <a:effectLst/>
          </p:spPr>
        </p:cxnSp>
        <p:cxnSp>
          <p:nvCxnSpPr>
            <p:cNvPr id="42018" name="Line 32"/>
            <p:cNvCxnSpPr/>
            <p:nvPr/>
          </p:nvCxnSpPr>
          <p:spPr>
            <a:xfrm flipH="1" flipV="1">
              <a:off x="1675" y="1291"/>
              <a:ext cx="0" cy="302"/>
            </a:xfrm>
            <a:prstGeom prst="line">
              <a:avLst/>
            </a:prstGeom>
            <a:noFill/>
            <a:ln w="12600">
              <a:solidFill>
                <a:prstClr val="black"/>
              </a:solidFill>
              <a:miter lim="800000"/>
              <a:tailEnd type="triangle"/>
            </a:ln>
            <a:effectLst/>
          </p:spPr>
        </p:cxnSp>
        <p:cxnSp>
          <p:nvCxnSpPr>
            <p:cNvPr id="42019" name="Line 33"/>
            <p:cNvCxnSpPr/>
            <p:nvPr/>
          </p:nvCxnSpPr>
          <p:spPr>
            <a:xfrm flipH="1" flipV="1">
              <a:off x="2275" y="1291"/>
              <a:ext cx="0" cy="302"/>
            </a:xfrm>
            <a:prstGeom prst="line">
              <a:avLst/>
            </a:prstGeom>
            <a:noFill/>
            <a:ln w="12600">
              <a:solidFill>
                <a:prstClr val="black"/>
              </a:solidFill>
              <a:miter lim="800000"/>
              <a:tailEnd type="triangle"/>
            </a:ln>
            <a:effectLst/>
          </p:spPr>
        </p:cxnSp>
        <p:cxnSp>
          <p:nvCxnSpPr>
            <p:cNvPr id="42020" name="Line 34"/>
            <p:cNvCxnSpPr/>
            <p:nvPr/>
          </p:nvCxnSpPr>
          <p:spPr>
            <a:xfrm flipH="1" flipV="1">
              <a:off x="2875" y="1291"/>
              <a:ext cx="0" cy="302"/>
            </a:xfrm>
            <a:prstGeom prst="line">
              <a:avLst/>
            </a:prstGeom>
            <a:noFill/>
            <a:ln w="12600">
              <a:solidFill>
                <a:prstClr val="black"/>
              </a:solidFill>
              <a:miter lim="800000"/>
              <a:tailEnd type="triangle"/>
            </a:ln>
            <a:effectLst/>
          </p:spPr>
        </p:cxnSp>
        <p:cxnSp>
          <p:nvCxnSpPr>
            <p:cNvPr id="42021" name="Line 35"/>
            <p:cNvCxnSpPr/>
            <p:nvPr/>
          </p:nvCxnSpPr>
          <p:spPr>
            <a:xfrm flipH="1" flipV="1">
              <a:off x="733" y="2876"/>
              <a:ext cx="0" cy="387"/>
            </a:xfrm>
            <a:prstGeom prst="line">
              <a:avLst/>
            </a:prstGeom>
            <a:noFill/>
            <a:ln w="12600">
              <a:solidFill>
                <a:prstClr val="black"/>
              </a:solidFill>
              <a:miter lim="800000"/>
              <a:tailEnd type="triangle"/>
            </a:ln>
            <a:effectLst/>
          </p:spPr>
        </p:cxnSp>
        <p:cxnSp>
          <p:nvCxnSpPr>
            <p:cNvPr id="42022" name="Line 36"/>
            <p:cNvCxnSpPr/>
            <p:nvPr/>
          </p:nvCxnSpPr>
          <p:spPr>
            <a:xfrm flipH="1" flipV="1">
              <a:off x="2532" y="2876"/>
              <a:ext cx="0" cy="387"/>
            </a:xfrm>
            <a:prstGeom prst="line">
              <a:avLst/>
            </a:prstGeom>
            <a:noFill/>
            <a:ln w="12600">
              <a:solidFill>
                <a:prstClr val="black"/>
              </a:solidFill>
              <a:miter lim="800000"/>
              <a:tailEnd type="triangle"/>
            </a:ln>
            <a:effectLst/>
          </p:spPr>
        </p:cxnSp>
        <p:cxnSp>
          <p:nvCxnSpPr>
            <p:cNvPr id="42023" name="Line 37"/>
            <p:cNvCxnSpPr/>
            <p:nvPr/>
          </p:nvCxnSpPr>
          <p:spPr>
            <a:xfrm flipH="1" flipV="1">
              <a:off x="1932" y="2876"/>
              <a:ext cx="0" cy="387"/>
            </a:xfrm>
            <a:prstGeom prst="line">
              <a:avLst/>
            </a:prstGeom>
            <a:noFill/>
            <a:ln w="12600">
              <a:solidFill>
                <a:prstClr val="black"/>
              </a:solidFill>
              <a:miter lim="800000"/>
              <a:tailEnd type="triangle"/>
            </a:ln>
            <a:effectLst/>
          </p:spPr>
        </p:cxnSp>
        <p:cxnSp>
          <p:nvCxnSpPr>
            <p:cNvPr id="42024" name="Line 38"/>
            <p:cNvCxnSpPr/>
            <p:nvPr/>
          </p:nvCxnSpPr>
          <p:spPr>
            <a:xfrm flipH="1" flipV="1">
              <a:off x="1333" y="2876"/>
              <a:ext cx="0" cy="387"/>
            </a:xfrm>
            <a:prstGeom prst="line">
              <a:avLst/>
            </a:prstGeom>
            <a:noFill/>
            <a:ln w="12600">
              <a:solidFill>
                <a:prstClr val="black"/>
              </a:solidFill>
              <a:miter lim="800000"/>
              <a:tailEnd type="triangle"/>
            </a:ln>
            <a:effectLst/>
          </p:spPr>
        </p:cxnSp>
        <p:cxnSp>
          <p:nvCxnSpPr>
            <p:cNvPr id="42025" name="Line 39"/>
            <p:cNvCxnSpPr/>
            <p:nvPr/>
          </p:nvCxnSpPr>
          <p:spPr>
            <a:xfrm flipH="1" flipV="1">
              <a:off x="3131" y="2876"/>
              <a:ext cx="0" cy="387"/>
            </a:xfrm>
            <a:prstGeom prst="line">
              <a:avLst/>
            </a:prstGeom>
            <a:noFill/>
            <a:ln w="12600">
              <a:solidFill>
                <a:prstClr val="black"/>
              </a:solidFill>
              <a:miter lim="800000"/>
              <a:tailEnd type="triangle"/>
            </a:ln>
            <a:effectLst/>
          </p:spPr>
        </p:cxnSp>
        <p:cxnSp>
          <p:nvCxnSpPr>
            <p:cNvPr id="42026" name="Line 40"/>
            <p:cNvCxnSpPr/>
            <p:nvPr/>
          </p:nvCxnSpPr>
          <p:spPr>
            <a:xfrm flipH="1" flipV="1">
              <a:off x="3731" y="2876"/>
              <a:ext cx="0" cy="387"/>
            </a:xfrm>
            <a:prstGeom prst="line">
              <a:avLst/>
            </a:prstGeom>
            <a:noFill/>
            <a:ln w="12600">
              <a:solidFill>
                <a:prstClr val="black"/>
              </a:solidFill>
              <a:miter lim="800000"/>
              <a:tailEnd type="triangle"/>
            </a:ln>
            <a:effectLst/>
          </p:spPr>
        </p:cxnSp>
        <p:sp>
          <p:nvSpPr>
            <p:cNvPr id="42027" name="Rectangle 41"/>
            <p:cNvSpPr/>
            <p:nvPr/>
          </p:nvSpPr>
          <p:spPr>
            <a:xfrm>
              <a:off x="1427" y="960"/>
              <a:ext cx="1918" cy="324"/>
            </a:xfrm>
            <a:prstGeom prst="rect">
              <a:avLst/>
            </a:prstGeom>
            <a:noFill/>
            <a:ln>
              <a:noFill/>
              <a:round/>
            </a:ln>
            <a:effectLst/>
          </p:spPr>
          <p:txBody>
            <a:bodyPr wrap="none" lIns="90360" tIns="44280" rIns="90360" bIns="4428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GB" altLang="en-US" sz="2800" b="1">
                  <a:solidFill>
                    <a:srgbClr val="FFFFFF"/>
                  </a:solidFill>
                  <a:latin typeface="Tahoma" pitchFamily="32" charset="0"/>
                </a:rPr>
                <a:t>Output Values</a:t>
              </a:r>
            </a:p>
          </p:txBody>
        </p:sp>
        <p:sp>
          <p:nvSpPr>
            <p:cNvPr id="42028" name="Rectangle 42"/>
            <p:cNvSpPr/>
            <p:nvPr/>
          </p:nvSpPr>
          <p:spPr>
            <a:xfrm>
              <a:off x="511" y="3315"/>
              <a:ext cx="3521" cy="285"/>
            </a:xfrm>
            <a:prstGeom prst="rect">
              <a:avLst/>
            </a:prstGeom>
            <a:noFill/>
            <a:ln>
              <a:noFill/>
              <a:round/>
            </a:ln>
            <a:effectLst/>
          </p:spPr>
          <p:txBody>
            <a:bodyPr wrap="none" lIns="90360" tIns="44280" rIns="90360" bIns="4428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GB" altLang="en-US" sz="2400" b="1">
                  <a:solidFill>
                    <a:srgbClr val="FFFFFF"/>
                  </a:solidFill>
                  <a:latin typeface="Tahoma" pitchFamily="32" charset="0"/>
                </a:rPr>
                <a:t>Input Signals (External Stimuli)</a:t>
              </a:r>
            </a:p>
          </p:txBody>
        </p:sp>
      </p:grpSp>
      <p:sp>
        <p:nvSpPr>
          <p:cNvPr id="41988" name="Rectangle 43"/>
          <p:cNvSpPr/>
          <p:nvPr/>
        </p:nvSpPr>
        <p:spPr>
          <a:xfrm>
            <a:off x="6454775" y="2286000"/>
            <a:ext cx="1854200" cy="3138488"/>
          </a:xfrm>
          <a:prstGeom prst="rect">
            <a:avLst/>
          </a:prstGeom>
          <a:noFill/>
          <a:ln>
            <a:noFill/>
            <a:round/>
          </a:ln>
          <a:effectLst/>
        </p:spPr>
        <p:txBody>
          <a:bodyPr wrap="none" lIns="90360" tIns="44280" rIns="90360" bIns="4428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GB" altLang="en-US" sz="2000">
                <a:solidFill>
                  <a:srgbClr val="984807"/>
                </a:solidFill>
                <a:latin typeface="Tahoma" pitchFamily="32" charset="0"/>
                <a:ea typeface="Tahoma" pitchFamily="32" charset="0"/>
              </a:rPr>
              <a:t>Output Layer</a:t>
            </a:r>
          </a:p>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GB" altLang="en-US" sz="2000">
              <a:solidFill>
                <a:srgbClr val="984807"/>
              </a:solidFill>
              <a:latin typeface="Tahoma" pitchFamily="32" charset="0"/>
              <a:ea typeface="Tahoma" pitchFamily="32" charset="0"/>
            </a:endParaRPr>
          </a:p>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GB" altLang="en-US" sz="2000">
              <a:solidFill>
                <a:srgbClr val="984807"/>
              </a:solidFill>
              <a:latin typeface="Tahoma" pitchFamily="32" charset="0"/>
              <a:ea typeface="Tahoma" pitchFamily="32" charset="0"/>
            </a:endParaRPr>
          </a:p>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GB" altLang="en-US" sz="2000">
              <a:solidFill>
                <a:srgbClr val="984807"/>
              </a:solidFill>
              <a:latin typeface="Tahoma" pitchFamily="32" charset="0"/>
              <a:ea typeface="Tahoma" pitchFamily="32" charset="0"/>
            </a:endParaRPr>
          </a:p>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GB" altLang="en-US" sz="2000">
                <a:solidFill>
                  <a:srgbClr val="984807"/>
                </a:solidFill>
                <a:latin typeface="Tahoma" pitchFamily="32" charset="0"/>
                <a:ea typeface="Tahoma" pitchFamily="32" charset="0"/>
              </a:rPr>
              <a:t>Adjustable</a:t>
            </a:r>
          </a:p>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GB" altLang="en-US" sz="2000">
                <a:solidFill>
                  <a:srgbClr val="984807"/>
                </a:solidFill>
                <a:latin typeface="Tahoma" pitchFamily="32" charset="0"/>
                <a:ea typeface="Tahoma" pitchFamily="32" charset="0"/>
              </a:rPr>
              <a:t>Weights</a:t>
            </a:r>
          </a:p>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GB" altLang="en-US" sz="2000">
              <a:solidFill>
                <a:srgbClr val="984807"/>
              </a:solidFill>
              <a:latin typeface="Tahoma" pitchFamily="32" charset="0"/>
              <a:ea typeface="Tahoma" pitchFamily="32" charset="0"/>
            </a:endParaRPr>
          </a:p>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GB" altLang="en-US" sz="2000">
              <a:solidFill>
                <a:srgbClr val="984807"/>
              </a:solidFill>
              <a:latin typeface="Tahoma" pitchFamily="32" charset="0"/>
              <a:ea typeface="Tahoma" pitchFamily="32" charset="0"/>
            </a:endParaRPr>
          </a:p>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GB" altLang="en-US" sz="2000">
              <a:solidFill>
                <a:srgbClr val="984807"/>
              </a:solidFill>
              <a:latin typeface="Tahoma" pitchFamily="32" charset="0"/>
              <a:ea typeface="Tahoma" pitchFamily="32" charset="0"/>
            </a:endParaRPr>
          </a:p>
          <a:p>
            <a:pPr marL="0" lvl="0" indent="0">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GB" altLang="en-US" sz="2000">
                <a:solidFill>
                  <a:srgbClr val="984807"/>
                </a:solidFill>
                <a:latin typeface="Tahoma" pitchFamily="32" charset="0"/>
                <a:ea typeface="Tahoma" pitchFamily="32" charset="0"/>
              </a:rPr>
              <a:t>Input Layer </a:t>
            </a:r>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2" charset="0"/>
                <a:ea typeface="Tahoma" pitchFamily="32" charset="0"/>
              </a:rPr>
              <a:t>LAYERS IN NEURAL NETWORK </a:t>
            </a:r>
          </a:p>
        </p:txBody>
      </p:sp>
      <p:sp>
        <p:nvSpPr>
          <p:cNvPr id="44035" name="Rectangle 2"/>
          <p:cNvSpPr>
            <a:spLocks noChangeArrowheads="1"/>
          </p:cNvSpPr>
          <p:nvPr/>
        </p:nvSpPr>
        <p:spPr bwMode="auto">
          <a:xfrm>
            <a:off x="457200" y="1162050"/>
            <a:ext cx="8229600" cy="4953000"/>
          </a:xfrm>
          <a:prstGeom prst="rect">
            <a:avLst/>
          </a:prstGeom>
          <a:noFill/>
          <a:ln>
            <a:noFill/>
          </a:ln>
          <a:effectLst/>
        </p:spPr>
        <p:txBody>
          <a:bodyPr lIns="90360" tIns="44280" rIns="90360" bIns="44280"/>
          <a:lstStyle>
            <a:defPPr>
              <a:defRPr lang="en-GB"/>
            </a:defPPr>
            <a:lvl1pPr marL="4572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1pPr>
            <a:lvl2pPr marL="742950" indent="-28575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2pPr>
            <a:lvl3pPr marL="9144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4pPr>
            <a:lvl5pPr marL="20574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GB" altLang="en-US" sz="2000" b="1"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The input layer (Sensory Unit):</a:t>
            </a:r>
          </a:p>
          <a:p>
            <a:pPr marL="914400" marR="0" lvl="2"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GB"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Introduces input values into the network.</a:t>
            </a:r>
          </a:p>
          <a:p>
            <a:pPr marL="914400" marR="0" lvl="2"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GB"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No activation function or other processing.</a:t>
            </a:r>
          </a:p>
          <a:p>
            <a:pPr marL="914400" marR="0" lvl="2"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GB"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GB" altLang="en-US" sz="2000" b="1"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The hidden layer(s) (Associator Unit):</a:t>
            </a:r>
          </a:p>
          <a:p>
            <a:pPr marL="914400" marR="0" lvl="2"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GB"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Performs classification of features.</a:t>
            </a:r>
          </a:p>
          <a:p>
            <a:pPr marL="914400" marR="0" lvl="2"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GB"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Two hidden layers are sufficient to solve any problem.</a:t>
            </a:r>
          </a:p>
          <a:p>
            <a:pPr marL="914400" marR="0" lvl="2"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GB"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Features imply more layers may be better.</a:t>
            </a:r>
          </a:p>
          <a:p>
            <a:pPr marL="914400" marR="0" lvl="2"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GB"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GB" altLang="en-US" sz="2000" b="1"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The output layer (Response Unit):</a:t>
            </a:r>
          </a:p>
          <a:p>
            <a:pPr marL="914400" marR="0" lvl="2"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GB"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Functionally is just like the hidden layers.</a:t>
            </a:r>
          </a:p>
          <a:p>
            <a:pPr marL="914400" marR="0" lvl="2"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GB"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Outputs are passed on to the world outside the neural network.</a:t>
            </a: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6082" name="Picture 5"/>
          <p:cNvPicPr>
            <a:picLocks noChangeAspect="1"/>
          </p:cNvPicPr>
          <p:nvPr/>
        </p:nvPicPr>
        <p:blipFill>
          <a:blip r:embed="rId2"/>
          <a:stretch>
            <a:fillRect/>
          </a:stretch>
        </p:blipFill>
        <p:spPr>
          <a:xfrm>
            <a:off x="1042988" y="1341438"/>
            <a:ext cx="7273925" cy="4679950"/>
          </a:xfrm>
          <a:prstGeom prst="rect">
            <a:avLst/>
          </a:prstGeom>
          <a:noFill/>
          <a:ln>
            <a:noFill/>
            <a:miter lim="800000"/>
          </a:ln>
        </p:spPr>
      </p:pic>
      <p:sp>
        <p:nvSpPr>
          <p:cNvPr id="46083" name="TextBox 7"/>
          <p:cNvSpPr/>
          <p:nvPr/>
        </p:nvSpPr>
        <p:spPr>
          <a:xfrm>
            <a:off x="468313" y="188913"/>
            <a:ext cx="7848600" cy="368300"/>
          </a:xfrm>
          <a:prstGeom prst="rect">
            <a:avLst/>
          </a:prstGeom>
          <a:noFill/>
          <a:ln>
            <a:noFill/>
            <a:miter lim="800000"/>
          </a:ln>
        </p:spPr>
        <p:txBody>
          <a:bodyPr>
            <a:sp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lgn="ctr" eaLnBrk="1" hangingPunct="1"/>
            <a:r>
              <a:rPr lang="en-US" altLang="en-US" b="1">
                <a:solidFill>
                  <a:srgbClr val="C00000"/>
                </a:solidFill>
                <a:latin typeface="Tahoma" pitchFamily="32" charset="0"/>
                <a:ea typeface="Tahoma" pitchFamily="32" charset="0"/>
              </a:rPr>
              <a:t>PERCEPTRON NETWORK </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Date Placeholder 1"/>
          <p:cNvSpPr>
            <a:spLocks noGrp="1"/>
          </p:cNvSpPr>
          <p:nvPr>
            <p:ph type="dt" idx="10"/>
          </p:nvPr>
        </p:nvSpPr>
        <p:spPr>
          <a:xfrm>
            <a:off x="457200" y="6356350"/>
            <a:ext cx="2130425" cy="361950"/>
          </a:xfrm>
          <a:prstGeom prst="rect">
            <a:avLst/>
          </a:prstGeom>
          <a:noFill/>
          <a:ln>
            <a:noFill/>
            <a:miter lim="800000"/>
          </a:ln>
        </p:spPr>
        <p:txBody>
          <a:bodyPr lIns="90000" tIns="46800" rIns="90000" bIns="46800"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marL="0" lvl="0" inden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1200">
                <a:solidFill>
                  <a:srgbClr val="898989"/>
                </a:solidFill>
                <a:ea typeface="DejaVu Sans"/>
              </a:rPr>
              <a:t>April 2007</a:t>
            </a:r>
          </a:p>
        </p:txBody>
      </p:sp>
      <p:pic>
        <p:nvPicPr>
          <p:cNvPr id="47107" name="Picture 3"/>
          <p:cNvPicPr>
            <a:picLocks noChangeAspect="1"/>
          </p:cNvPicPr>
          <p:nvPr/>
        </p:nvPicPr>
        <p:blipFill>
          <a:blip r:embed="rId2"/>
          <a:stretch>
            <a:fillRect/>
          </a:stretch>
        </p:blipFill>
        <p:spPr>
          <a:xfrm>
            <a:off x="457200" y="765175"/>
            <a:ext cx="8507413" cy="5980113"/>
          </a:xfrm>
          <a:prstGeom prst="rect">
            <a:avLst/>
          </a:prstGeom>
          <a:noFill/>
          <a:ln>
            <a:noFill/>
            <a:miter lim="800000"/>
          </a:ln>
        </p:spPr>
      </p:pic>
      <p:sp>
        <p:nvSpPr>
          <p:cNvPr id="47108" name="TextBox 5"/>
          <p:cNvSpPr/>
          <p:nvPr/>
        </p:nvSpPr>
        <p:spPr>
          <a:xfrm>
            <a:off x="2587625" y="112713"/>
            <a:ext cx="4270375" cy="369887"/>
          </a:xfrm>
          <a:prstGeom prst="rect">
            <a:avLst/>
          </a:prstGeom>
          <a:noFill/>
          <a:ln>
            <a:noFill/>
            <a:miter lim="800000"/>
          </a:ln>
        </p:spPr>
        <p:txBody>
          <a:bodyPr>
            <a:sp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lgn="ctr" eaLnBrk="1" hangingPunct="1"/>
            <a:r>
              <a:rPr lang="en-US" altLang="en-US" b="1">
                <a:solidFill>
                  <a:srgbClr val="C00000"/>
                </a:solidFill>
                <a:latin typeface="Tahoma" pitchFamily="32" charset="0"/>
                <a:ea typeface="Tahoma" pitchFamily="32" charset="0"/>
              </a:rPr>
              <a:t>PERCEPTRON NETWORK </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3"/>
          <p:cNvPicPr>
            <a:picLocks noChangeAspect="1"/>
          </p:cNvPicPr>
          <p:nvPr/>
        </p:nvPicPr>
        <p:blipFill>
          <a:blip r:embed="rId2"/>
          <a:stretch>
            <a:fillRect/>
          </a:stretch>
        </p:blipFill>
        <p:spPr>
          <a:xfrm>
            <a:off x="539750" y="1341438"/>
            <a:ext cx="7848600" cy="5111750"/>
          </a:xfrm>
          <a:prstGeom prst="rect">
            <a:avLst/>
          </a:prstGeom>
          <a:noFill/>
          <a:ln>
            <a:noFill/>
            <a:miter lim="800000"/>
          </a:ln>
        </p:spPr>
      </p:pic>
      <p:sp>
        <p:nvSpPr>
          <p:cNvPr id="48131" name="TextBox 5"/>
          <p:cNvSpPr/>
          <p:nvPr/>
        </p:nvSpPr>
        <p:spPr>
          <a:xfrm>
            <a:off x="2484438" y="395288"/>
            <a:ext cx="4572000" cy="369887"/>
          </a:xfrm>
          <a:prstGeom prst="rect">
            <a:avLst/>
          </a:prstGeom>
          <a:noFill/>
          <a:ln>
            <a:noFill/>
            <a:miter lim="800000"/>
          </a:ln>
        </p:spPr>
        <p:txBody>
          <a:bodyPr>
            <a:sp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lgn="ctr" eaLnBrk="1" hangingPunct="1"/>
            <a:r>
              <a:rPr lang="en-US" altLang="en-US" b="1">
                <a:solidFill>
                  <a:srgbClr val="C00000"/>
                </a:solidFill>
                <a:latin typeface="Tahoma" pitchFamily="32" charset="0"/>
                <a:ea typeface="Tahoma" pitchFamily="32" charset="0"/>
              </a:rPr>
              <a:t>PERCEPTRON LEARNING RULE</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3"/>
          <p:cNvPicPr>
            <a:picLocks noChangeAspect="1"/>
          </p:cNvPicPr>
          <p:nvPr/>
        </p:nvPicPr>
        <p:blipFill>
          <a:blip r:embed="rId2"/>
          <a:stretch>
            <a:fillRect/>
          </a:stretch>
        </p:blipFill>
        <p:spPr>
          <a:xfrm>
            <a:off x="1331913" y="1052513"/>
            <a:ext cx="6310312" cy="5329237"/>
          </a:xfrm>
          <a:prstGeom prst="rect">
            <a:avLst/>
          </a:prstGeom>
          <a:noFill/>
          <a:ln>
            <a:noFill/>
            <a:miter lim="800000"/>
          </a:ln>
        </p:spPr>
      </p:pic>
      <p:sp>
        <p:nvSpPr>
          <p:cNvPr id="49155" name="TextBox 5"/>
          <p:cNvSpPr/>
          <p:nvPr/>
        </p:nvSpPr>
        <p:spPr>
          <a:xfrm>
            <a:off x="971550" y="333375"/>
            <a:ext cx="7488238" cy="368300"/>
          </a:xfrm>
          <a:prstGeom prst="rect">
            <a:avLst/>
          </a:prstGeom>
          <a:noFill/>
          <a:ln>
            <a:noFill/>
            <a:miter lim="800000"/>
          </a:ln>
        </p:spPr>
        <p:txBody>
          <a:bodyPr>
            <a:sp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lgn="ctr" eaLnBrk="1" hangingPunct="1"/>
            <a:r>
              <a:rPr lang="en-US" altLang="en-US" b="1">
                <a:solidFill>
                  <a:srgbClr val="C00000"/>
                </a:solidFill>
                <a:latin typeface="Tahoma" pitchFamily="32" charset="0"/>
                <a:ea typeface="Tahoma" pitchFamily="32" charset="0"/>
              </a:rPr>
              <a:t>PERCEPTRON NETWORK WITH SINGLE OUTPUT</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3"/>
          <p:cNvPicPr>
            <a:picLocks noChangeAspect="1"/>
          </p:cNvPicPr>
          <p:nvPr/>
        </p:nvPicPr>
        <p:blipFill>
          <a:blip r:embed="rId2"/>
          <a:stretch>
            <a:fillRect/>
          </a:stretch>
        </p:blipFill>
        <p:spPr>
          <a:xfrm>
            <a:off x="611188" y="836613"/>
            <a:ext cx="7777162" cy="5808662"/>
          </a:xfrm>
          <a:prstGeom prst="rect">
            <a:avLst/>
          </a:prstGeom>
          <a:noFill/>
          <a:ln>
            <a:noFill/>
            <a:miter lim="800000"/>
          </a:ln>
        </p:spPr>
      </p:pic>
      <p:sp>
        <p:nvSpPr>
          <p:cNvPr id="50179" name="TextBox 5"/>
          <p:cNvSpPr/>
          <p:nvPr/>
        </p:nvSpPr>
        <p:spPr>
          <a:xfrm>
            <a:off x="0" y="212725"/>
            <a:ext cx="8820150" cy="369888"/>
          </a:xfrm>
          <a:prstGeom prst="rect">
            <a:avLst/>
          </a:prstGeom>
          <a:noFill/>
          <a:ln>
            <a:noFill/>
            <a:miter lim="800000"/>
          </a:ln>
        </p:spPr>
        <p:txBody>
          <a:bodyPr>
            <a:sp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lgn="ctr" eaLnBrk="1" hangingPunct="1"/>
            <a:r>
              <a:rPr lang="en-US" altLang="en-US" b="1">
                <a:solidFill>
                  <a:srgbClr val="C00000"/>
                </a:solidFill>
                <a:latin typeface="Tahoma" pitchFamily="32" charset="0"/>
                <a:ea typeface="Tahoma" pitchFamily="32" charset="0"/>
              </a:rPr>
              <a:t>PERCEPTRON TRAINING ALGORITHM FOR SINGLE OUTPUT CLASS</a:t>
            </a: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Box 3"/>
          <p:cNvSpPr/>
          <p:nvPr/>
        </p:nvSpPr>
        <p:spPr>
          <a:xfrm>
            <a:off x="179388" y="188913"/>
            <a:ext cx="8496300" cy="368300"/>
          </a:xfrm>
          <a:prstGeom prst="rect">
            <a:avLst/>
          </a:prstGeom>
          <a:noFill/>
          <a:ln>
            <a:noFill/>
            <a:miter lim="800000"/>
          </a:ln>
        </p:spPr>
        <p:txBody>
          <a:bodyPr>
            <a:sp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lgn="ctr" eaLnBrk="1" hangingPunct="1"/>
            <a:r>
              <a:rPr lang="en-US" altLang="en-US" b="1">
                <a:solidFill>
                  <a:srgbClr val="C00000"/>
                </a:solidFill>
                <a:latin typeface="Tahoma" pitchFamily="32" charset="0"/>
                <a:ea typeface="Tahoma" pitchFamily="32" charset="0"/>
              </a:rPr>
              <a:t>PERCEPTRON TRAINING ALGORITHM FOR MULTIPLE OUTPUT CLASSES</a:t>
            </a:r>
          </a:p>
        </p:txBody>
      </p:sp>
      <p:pic>
        <p:nvPicPr>
          <p:cNvPr id="51203" name="Picture 5"/>
          <p:cNvPicPr>
            <a:picLocks noChangeAspect="1"/>
          </p:cNvPicPr>
          <p:nvPr/>
        </p:nvPicPr>
        <p:blipFill>
          <a:blip r:embed="rId2"/>
          <a:stretch>
            <a:fillRect/>
          </a:stretch>
        </p:blipFill>
        <p:spPr>
          <a:xfrm>
            <a:off x="1403350" y="908050"/>
            <a:ext cx="6264275" cy="5545138"/>
          </a:xfrm>
          <a:prstGeom prst="rect">
            <a:avLst/>
          </a:prstGeom>
          <a:noFill/>
          <a:ln>
            <a:noFill/>
            <a:miter lim="800000"/>
          </a:ln>
        </p:spPr>
      </p:pic>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3"/>
          <p:cNvPicPr>
            <a:picLocks noChangeAspect="1"/>
          </p:cNvPicPr>
          <p:nvPr/>
        </p:nvPicPr>
        <p:blipFill>
          <a:blip r:embed="rId2"/>
          <a:stretch>
            <a:fillRect/>
          </a:stretch>
        </p:blipFill>
        <p:spPr>
          <a:xfrm>
            <a:off x="539750" y="1700213"/>
            <a:ext cx="7777163" cy="5041900"/>
          </a:xfrm>
          <a:prstGeom prst="rect">
            <a:avLst/>
          </a:prstGeom>
          <a:noFill/>
          <a:ln>
            <a:noFill/>
            <a:miter lim="800000"/>
          </a:ln>
        </p:spPr>
      </p:pic>
      <p:pic>
        <p:nvPicPr>
          <p:cNvPr id="52227" name="Picture 5"/>
          <p:cNvPicPr>
            <a:picLocks noChangeAspect="1"/>
          </p:cNvPicPr>
          <p:nvPr/>
        </p:nvPicPr>
        <p:blipFill>
          <a:blip r:embed="rId3"/>
          <a:stretch>
            <a:fillRect/>
          </a:stretch>
        </p:blipFill>
        <p:spPr>
          <a:xfrm>
            <a:off x="827088" y="836613"/>
            <a:ext cx="7058025" cy="863600"/>
          </a:xfrm>
          <a:prstGeom prst="rect">
            <a:avLst/>
          </a:prstGeom>
          <a:noFill/>
          <a:ln>
            <a:noFill/>
            <a:miter lim="800000"/>
          </a:ln>
        </p:spPr>
      </p:pic>
      <p:sp>
        <p:nvSpPr>
          <p:cNvPr id="52228" name="TextBox 7"/>
          <p:cNvSpPr/>
          <p:nvPr/>
        </p:nvSpPr>
        <p:spPr>
          <a:xfrm>
            <a:off x="231775" y="196850"/>
            <a:ext cx="8085138" cy="368300"/>
          </a:xfrm>
          <a:prstGeom prst="rect">
            <a:avLst/>
          </a:prstGeom>
          <a:noFill/>
          <a:ln>
            <a:noFill/>
            <a:miter lim="800000"/>
          </a:ln>
        </p:spPr>
        <p:txBody>
          <a:bodyPr>
            <a:sp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2" charset="0"/>
                <a:ea typeface="Noto Sans CJK SC" charset="0"/>
              </a:defRPr>
            </a:lvl5pPr>
          </a:lstStyle>
          <a:p>
            <a:pPr lvl="0" algn="ctr" eaLnBrk="1" hangingPunct="1"/>
            <a:r>
              <a:rPr lang="en-US" altLang="en-US" b="1">
                <a:solidFill>
                  <a:srgbClr val="C00000"/>
                </a:solidFill>
                <a:latin typeface="Tahoma" pitchFamily="32" charset="0"/>
                <a:ea typeface="Tahoma" pitchFamily="32" charset="0"/>
              </a:rPr>
              <a:t>PERCEPTRON NETWORK TESTING ALGORITHM</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5.0.5"/>
  <p:tag name="AS_OS" val="Microsoft Windows NT 10.0.17763.0"/>
  <p:tag name="AS_RELEASE_DATE" val="2021.06.14"/>
  <p:tag name="AS_TITLE" val="Aspose.Slides for .NET Standard 2.0"/>
  <p:tag name="AS_VERSION" val="21.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pitchFamily="34" charset="0"/>
        <a:cs typeface="Arial" pitchFamily="34" charset="0"/>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pitchFamily="34" charset="0"/>
        <a:cs typeface="Arial" pitchFamily="34" charset="0"/>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esentation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pitchFamily="34" charset="0"/>
        <a:cs typeface="Arial" pitchFamily="34" charset="0"/>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pitchFamily="34" charset="0"/>
        <a:cs typeface="Arial" pitchFamily="34" charset="0"/>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resentation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pitchFamily="34" charset="0"/>
        <a:cs typeface="Arial" pitchFamily="34" charset="0"/>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pitchFamily="34" charset="0"/>
        <a:cs typeface="Arial" pitchFamily="34" charset="0"/>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alibri"/>
        <a:ea typeface="Arial" pitchFamily="34" charset="0"/>
        <a:cs typeface="Noto Sans CJK SC"/>
      </a:majorFont>
      <a:minorFont>
        <a:latin typeface="Calibri"/>
        <a:ea typeface="Arial" pitchFamily="34" charset="0"/>
        <a:cs typeface="Noto Sans CJK S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Verdana" panose="020B0604030504040204" pitchFamily="34" charset="0"/>
            <a:cs typeface="Noto Sans CJK SC"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Verdana" panose="020B0604030504040204" pitchFamily="34" charset="0"/>
            <a:cs typeface="Noto Sans CJK SC"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alibri"/>
        <a:ea typeface="Arial" pitchFamily="34" charset="0"/>
        <a:cs typeface="Noto Sans CJK SC"/>
      </a:majorFont>
      <a:minorFont>
        <a:latin typeface="Calibri"/>
        <a:ea typeface="Arial" pitchFamily="34" charset="0"/>
        <a:cs typeface="Noto Sans CJK S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Verdana" panose="020B0604030504040204" pitchFamily="34" charset="0"/>
            <a:cs typeface="Noto Sans CJK SC"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Verdana" panose="020B0604030504040204" pitchFamily="34" charset="0"/>
            <a:cs typeface="Noto Sans CJK SC"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alibri"/>
        <a:ea typeface="Arial" pitchFamily="34" charset="0"/>
        <a:cs typeface="Noto Sans CJK SC"/>
      </a:majorFont>
      <a:minorFont>
        <a:latin typeface="Calibri"/>
        <a:ea typeface="Arial" pitchFamily="34" charset="0"/>
        <a:cs typeface="Noto Sans CJK S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Verdana" panose="020B0604030504040204" pitchFamily="34" charset="0"/>
            <a:cs typeface="Noto Sans CJK SC"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Verdana" panose="020B0604030504040204" pitchFamily="34" charset="0"/>
            <a:cs typeface="Noto Sans CJK SC"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pitchFamily="34" charset="0"/>
        <a:cs typeface="Arial" pitchFamily="34" charset="0"/>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pitchFamily="34" charset="0"/>
        <a:cs typeface="Arial" pitchFamily="34" charset="0"/>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4289</Words>
  <Application>Microsoft Office PowerPoint</Application>
  <PresentationFormat>On-screen Show (4:3)</PresentationFormat>
  <Paragraphs>773</Paragraphs>
  <Slides>77</Slides>
  <Notes>34</Notes>
  <HiddenSlides>0</HiddenSlides>
  <MMClips>0</MMClips>
  <ScaleCrop>false</ScaleCrop>
  <HeadingPairs>
    <vt:vector size="8" baseType="variant">
      <vt:variant>
        <vt:lpstr>Fonts Used</vt:lpstr>
      </vt:variant>
      <vt:variant>
        <vt:i4>10</vt:i4>
      </vt:variant>
      <vt:variant>
        <vt:lpstr>Theme</vt:lpstr>
      </vt:variant>
      <vt:variant>
        <vt:i4>6</vt:i4>
      </vt:variant>
      <vt:variant>
        <vt:lpstr>Embedded OLE Servers</vt:lpstr>
      </vt:variant>
      <vt:variant>
        <vt:i4>1</vt:i4>
      </vt:variant>
      <vt:variant>
        <vt:lpstr>Slide Titles</vt:lpstr>
      </vt:variant>
      <vt:variant>
        <vt:i4>77</vt:i4>
      </vt:variant>
    </vt:vector>
  </HeadingPairs>
  <TitlesOfParts>
    <vt:vector size="94" baseType="lpstr">
      <vt:lpstr>Arial</vt:lpstr>
      <vt:lpstr>Calibri</vt:lpstr>
      <vt:lpstr>Calibri Light</vt:lpstr>
      <vt:lpstr>Constantia</vt:lpstr>
      <vt:lpstr>Gill Sans MT</vt:lpstr>
      <vt:lpstr>Symbol</vt:lpstr>
      <vt:lpstr>Tahoma</vt:lpstr>
      <vt:lpstr>Times New Roman</vt:lpstr>
      <vt:lpstr>Verdana</vt:lpstr>
      <vt:lpstr>Wingdings</vt:lpstr>
      <vt:lpstr>Office Theme</vt:lpstr>
      <vt:lpstr>Presentation2</vt:lpstr>
      <vt:lpstr>Presentation2</vt:lpstr>
      <vt:lpstr>1_Office Theme</vt:lpstr>
      <vt:lpstr>Office Theme</vt:lpstr>
      <vt:lpstr>Office Theme</vt:lpstr>
      <vt:lpstr>Equation</vt:lpstr>
      <vt:lpstr>PowerPoint Presentation</vt:lpstr>
      <vt:lpstr>Unit-I</vt:lpstr>
      <vt:lpstr>PowerPoint Presentation</vt:lpstr>
      <vt:lpstr>PowerPoint Presentation</vt:lpstr>
      <vt:lpstr>Brain Vs computer</vt:lpstr>
      <vt:lpstr>contd…</vt:lpstr>
      <vt:lpstr>PowerPoint Presentation</vt:lpstr>
      <vt:lpstr>PowerPoint Presentation</vt:lpstr>
      <vt:lpstr>Brain – Neurons &amp; Synapses</vt:lpstr>
      <vt:lpstr>Biological Neural Network</vt:lpstr>
      <vt:lpstr>Biological and Mathematical Model</vt:lpstr>
      <vt:lpstr>Biological and Mathematical Model</vt:lpstr>
      <vt:lpstr>PowerPoint Presentation</vt:lpstr>
      <vt:lpstr>Artificial Neural Network : An  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Evolution of Neural  Networks</vt:lpstr>
      <vt:lpstr>contd…</vt:lpstr>
      <vt:lpstr>contd..</vt:lpstr>
      <vt:lpstr>Basic Models of ANN</vt:lpstr>
      <vt:lpstr>Single Layer Feed- Forward Network</vt:lpstr>
      <vt:lpstr>Multilayer Feed-Forward Network</vt:lpstr>
      <vt:lpstr>Feed Back Network</vt:lpstr>
      <vt:lpstr>PowerPoint Presentation</vt:lpstr>
      <vt:lpstr>PowerPoint Presentation</vt:lpstr>
      <vt:lpstr>PowerPoint Presentation</vt:lpstr>
      <vt:lpstr>PowerPoint Presentation</vt:lpstr>
      <vt:lpstr>Supervised Learning</vt:lpstr>
      <vt:lpstr>Unsupervised Learning</vt:lpstr>
      <vt:lpstr>Reinforcement Learning</vt:lpstr>
      <vt:lpstr>PowerPoint Presentation</vt:lpstr>
      <vt:lpstr>Activation Functions</vt:lpstr>
      <vt:lpstr>contd..</vt:lpstr>
      <vt:lpstr>contd..</vt:lpstr>
      <vt:lpstr>contd..</vt:lpstr>
      <vt:lpstr>PowerPoint Presentation</vt:lpstr>
      <vt:lpstr>Important Terminologies of ANN</vt:lpstr>
      <vt:lpstr>Contd..</vt:lpstr>
      <vt:lpstr>Contd..</vt:lpstr>
      <vt:lpstr>Contd..</vt:lpstr>
      <vt:lpstr>PowerPoint Presentation</vt:lpstr>
      <vt:lpstr>PowerPoint Presentation</vt:lpstr>
      <vt:lpstr>PowerPoint Presentation</vt:lpstr>
      <vt:lpstr>PowerPoint Presentation</vt:lpstr>
      <vt:lpstr>PowerPoint Presentation</vt:lpstr>
      <vt:lpstr>MC Culloch-Pitts Neuron</vt:lpstr>
      <vt:lpstr>Contd…</vt:lpstr>
      <vt:lpstr>Contd…</vt:lpstr>
      <vt:lpstr>PowerPoint Presentation</vt:lpstr>
      <vt:lpstr>History of Neural Networks</vt:lpstr>
      <vt:lpstr>Activation Functions</vt:lpstr>
      <vt:lpstr>Classification by Backpropagation</vt:lpstr>
      <vt:lpstr>Gradient Descent: Batch/Stochastic/Mini-batch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Dr. Morarjee Kolla</cp:lastModifiedBy>
  <cp:revision>2</cp:revision>
  <cp:lastPrinted>2021-08-28T04:30:56Z</cp:lastPrinted>
  <dcterms:created xsi:type="dcterms:W3CDTF">2021-08-28T04:30:56Z</dcterms:created>
  <dcterms:modified xsi:type="dcterms:W3CDTF">2021-08-28T04:38:41Z</dcterms:modified>
</cp:coreProperties>
</file>